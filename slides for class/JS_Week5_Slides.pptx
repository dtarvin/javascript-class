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2"/>
  </p:normalViewPr>
  <p:slideViewPr>
    <p:cSldViewPr snapToGrid="0" snapToObjects="1">
      <p:cViewPr varScale="1">
        <p:scale>
          <a:sx n="108" d="100"/>
          <a:sy n="108" d="100"/>
        </p:scale>
        <p:origin x="16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0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76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39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87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58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11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9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38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4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0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2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 Week 5: JSON, fetch(), Callbacks, Promises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Asynchronous Programming &amp; API 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5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Working with JSON data and APIs</a:t>
            </a:r>
          </a:p>
          <a:p>
            <a:r>
              <a:t>Learn asynchronous programming with fetch(), callbacks, and promises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JSON?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 = JavaScript Object Notation</a:t>
            </a:r>
          </a:p>
          <a:p>
            <a:r>
              <a:t>Used for data exchange between client and server</a:t>
            </a:r>
          </a:p>
          <a:p>
            <a:r>
              <a:t>Looks like JavaScript object literals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JSON in 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to JS: JSON.parse(jsonString)</a:t>
            </a:r>
          </a:p>
          <a:p>
            <a:r>
              <a:t>Convert to JSON: JSON.stringify(jsObject)</a:t>
            </a:r>
          </a:p>
          <a:p>
            <a:r>
              <a:t>Must use double quotes in JSON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 to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= Application Programming Interface</a:t>
            </a:r>
          </a:p>
          <a:p>
            <a:r>
              <a:t>Web APIs expose data or services over HTTP</a:t>
            </a:r>
          </a:p>
          <a:p>
            <a:r>
              <a:t>You interact using URLs, methods like GET or POST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fetch()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fetch(url) returns a Promise</a:t>
            </a:r>
          </a:p>
          <a:p>
            <a:r>
              <a:t>Use .then() to handle response</a:t>
            </a:r>
          </a:p>
          <a:p>
            <a:r>
              <a:t>Parse JSON using res.json()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Fetch API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fetch to get data from https://jsonplaceholder.typicode.com/posts</a:t>
            </a:r>
          </a:p>
          <a:p>
            <a:r>
              <a:t>Log title of first post</a:t>
            </a:r>
          </a:p>
          <a:p>
            <a:r>
              <a:t>Display titles in the DOM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Errors with fetch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fetch only rejects on network failure</a:t>
            </a:r>
          </a:p>
          <a:p>
            <a:r>
              <a:t>Check res.ok and res.status manually</a:t>
            </a:r>
          </a:p>
          <a:p>
            <a:r>
              <a:t>Use .catch() to handle thrown errors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Callback?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function passed into another function</a:t>
            </a:r>
          </a:p>
          <a:p>
            <a:r>
              <a:t>Used for async control before promises existed</a:t>
            </a:r>
          </a:p>
          <a:p>
            <a:r>
              <a:t>Common in older libraries and event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Callback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doThing(callback) { callback(); }</a:t>
            </a:r>
          </a:p>
          <a:p>
            <a:r>
              <a:t>setTimeout(() =&gt; { console.log('Done!'); }, 1000);</a:t>
            </a:r>
          </a:p>
          <a:p>
            <a:r>
              <a:t>Nested callbacks = callback hell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Promise?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Promise = a value that may be available now, later, or never</a:t>
            </a:r>
          </a:p>
          <a:p>
            <a:r>
              <a:t>States: pending → fulfilled or rejected</a:t>
            </a:r>
          </a:p>
          <a:p>
            <a:r>
              <a:t>Use .then() for success, .catch() for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Promise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 promise = new Promise((resolve, reject) =&gt; { ... })</a:t>
            </a:r>
          </a:p>
          <a:p>
            <a:r>
              <a:t>resolve(value) → success; reject(error) → failure</a:t>
            </a:r>
          </a:p>
          <a:p>
            <a:r>
              <a:t>Can chain multiple .then() calls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Chaining Promises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 from each .then() to pass values down</a:t>
            </a:r>
          </a:p>
          <a:p>
            <a:r>
              <a:t>Useful for sequences of dependent async tasks</a:t>
            </a:r>
          </a:p>
          <a:p>
            <a:r>
              <a:t>Always add .catch() at the 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Async/Await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Syntactic sugar for promises (covered fully in Week 7)</a:t>
            </a:r>
          </a:p>
          <a:p>
            <a:r>
              <a:t>Use await to pause for async result</a:t>
            </a:r>
          </a:p>
          <a:p>
            <a:r>
              <a:t>Cleaner and more readable than chaining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Fetch &amp; Display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Call API, use .then() to parse and log</a:t>
            </a:r>
          </a:p>
          <a:p>
            <a:r>
              <a:t>Display results in a &lt;ul&gt;</a:t>
            </a:r>
          </a:p>
          <a:p>
            <a:r>
              <a:t>Add error handling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Week 5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 is the lingua franca of web APIs</a:t>
            </a:r>
          </a:p>
          <a:p>
            <a:r>
              <a:t>fetch() returns a Promise</a:t>
            </a:r>
          </a:p>
          <a:p>
            <a:r>
              <a:t>Callbacks and Promises enable async logic</a:t>
            </a:r>
          </a:p>
          <a:p>
            <a:r>
              <a:t>Preview: Node.js and file I/O next week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{FAC972B9-13E3-A242-A7FB-46A457AFBD0D}tf10001070</Template>
  <TotalTime>7800</TotalTime>
  <Words>446</Words>
  <Application>Microsoft Macintosh PowerPoint</Application>
  <PresentationFormat>On-screen Show (4:3)</PresentationFormat>
  <Paragraphs>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Rockwell</vt:lpstr>
      <vt:lpstr>Rockwell Condensed</vt:lpstr>
      <vt:lpstr>Rockwell Extra Bold</vt:lpstr>
      <vt:lpstr>Wingdings</vt:lpstr>
      <vt:lpstr>Wood Type</vt:lpstr>
      <vt:lpstr>JavaScript Week 5: JSON, fetch(), Callbacks, Promises</vt:lpstr>
      <vt:lpstr>Week 5 Overview</vt:lpstr>
      <vt:lpstr>What is JSON?</vt:lpstr>
      <vt:lpstr>Working with JSON in JS</vt:lpstr>
      <vt:lpstr>Intro to APIs</vt:lpstr>
      <vt:lpstr>The fetch() Function</vt:lpstr>
      <vt:lpstr>Practice: Fetch API Example</vt:lpstr>
      <vt:lpstr>Handling Errors with fetch</vt:lpstr>
      <vt:lpstr>What is a Callback?</vt:lpstr>
      <vt:lpstr>Callback Example</vt:lpstr>
      <vt:lpstr>What is a Promise?</vt:lpstr>
      <vt:lpstr>Creating a Promise</vt:lpstr>
      <vt:lpstr>Chaining Promises</vt:lpstr>
      <vt:lpstr>Async/Await Preview</vt:lpstr>
      <vt:lpstr>Practice: Fetch &amp; Display Data</vt:lpstr>
      <vt:lpstr>End of Week 5 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Tarvin, David (drtarvin)</cp:lastModifiedBy>
  <cp:revision>2</cp:revision>
  <dcterms:created xsi:type="dcterms:W3CDTF">2013-01-27T09:14:16Z</dcterms:created>
  <dcterms:modified xsi:type="dcterms:W3CDTF">2025-10-02T11:08:59Z</dcterms:modified>
  <cp:category/>
</cp:coreProperties>
</file>