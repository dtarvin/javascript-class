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JavaScript Week 5: JSON, fetch(), Callbacks, Promises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Asynchronous Programming &amp; API Interaction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 5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Focus: Working with JSON data and APIs</a:t>
            </a:r>
          </a:p>
          <a:p>
            <a:r>
              <a:t>Learn asynchronous programming with fetch(), callbacks, and promises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JSON?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JSON = JavaScript Object Notation</a:t>
            </a:r>
          </a:p>
          <a:p>
            <a:r>
              <a:t>Used for data exchange between client and server</a:t>
            </a:r>
          </a:p>
          <a:p>
            <a:r>
              <a:t>Looks like JavaScript object literals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with JSON in 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Convert to JS: JSON.parse(jsonString)</a:t>
            </a:r>
          </a:p>
          <a:p>
            <a:r>
              <a:t>Convert to JSON: JSON.stringify(jsObject)</a:t>
            </a:r>
          </a:p>
          <a:p>
            <a:r>
              <a:t>Must use double quotes in JSON format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 to APIs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API = Application Programming Interface</a:t>
            </a:r>
          </a:p>
          <a:p>
            <a:r>
              <a:t>Web APIs expose data or services over HTTP</a:t>
            </a:r>
          </a:p>
          <a:p>
            <a:r>
              <a:t>You interact using URLs, methods like GET or POST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fetch()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fetch(url) returns a Promise</a:t>
            </a:r>
          </a:p>
          <a:p>
            <a:r>
              <a:t>Use .then() to handle response</a:t>
            </a:r>
          </a:p>
          <a:p>
            <a:r>
              <a:t>Parse JSON using res.json()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Practice: Fetch API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fetch to get data from https://jsonplaceholder.typicode.com/posts</a:t>
            </a:r>
          </a:p>
          <a:p>
            <a:r>
              <a:t>Log title of first post</a:t>
            </a:r>
          </a:p>
          <a:p>
            <a:r>
              <a:t>Display titles in the DOM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Handling Errors with fetch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fetch only rejects on network failure</a:t>
            </a:r>
          </a:p>
          <a:p>
            <a:r>
              <a:t>Check res.ok and res.status manually</a:t>
            </a:r>
          </a:p>
          <a:p>
            <a:r>
              <a:t>Use .catch() to handle thrown errors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Callback?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function passed into another function</a:t>
            </a:r>
          </a:p>
          <a:p>
            <a:r>
              <a:t>Used for async control before promises existed</a:t>
            </a:r>
          </a:p>
          <a:p>
            <a:r>
              <a:t>Common in older libraries and event handling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Callback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function doThing(callback) { callback(); }</a:t>
            </a:r>
          </a:p>
          <a:p>
            <a:r>
              <a:t>setTimeout(() =&gt; { console.log('Done!'); }, 1000);</a:t>
            </a:r>
          </a:p>
          <a:p>
            <a:r>
              <a:t>Nested callbacks = callback hell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Promise?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Promise = a value that may be available now, later, or never</a:t>
            </a:r>
          </a:p>
          <a:p>
            <a:r>
              <a:t>States: pending → fulfilled or rejected</a:t>
            </a:r>
          </a:p>
          <a:p>
            <a:r>
              <a:t>Use .then() for success, .catch() for errors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Creating a Promise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let promise = new Promise((resolve, reject) =&gt; { ... })</a:t>
            </a:r>
          </a:p>
          <a:p>
            <a:r>
              <a:t>resolve(value) → success; reject(error) → failure</a:t>
            </a:r>
          </a:p>
          <a:p>
            <a:r>
              <a:t>Can chain multiple .then() calls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Chaining Promises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return from each .then() to pass values down</a:t>
            </a:r>
          </a:p>
          <a:p>
            <a:r>
              <a:t>Useful for sequences of dependent async tasks</a:t>
            </a:r>
          </a:p>
          <a:p>
            <a:r>
              <a:t>Always add .catch() at the 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Async/Await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Syntactic sugar for promises (covered fully in Week 7)</a:t>
            </a:r>
          </a:p>
          <a:p>
            <a:r>
              <a:t>Use await to pause for async result</a:t>
            </a:r>
          </a:p>
          <a:p>
            <a:r>
              <a:t>Cleaner and more readable than chaining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Practice: Fetch &amp; Display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Call API, use .then() to parse and log</a:t>
            </a:r>
          </a:p>
          <a:p>
            <a:r>
              <a:t>Display results in a &lt;ul&gt;</a:t>
            </a:r>
          </a:p>
          <a:p>
            <a:r>
              <a:t>Add error handling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Week 5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JSON is the lingua franca of web APIs</a:t>
            </a:r>
          </a:p>
          <a:p>
            <a:r>
              <a:t>fetch() returns a Promise</a:t>
            </a:r>
          </a:p>
          <a:p>
            <a:r>
              <a:t>Callbacks and Promises enable async logic</a:t>
            </a:r>
          </a:p>
          <a:p>
            <a:r>
              <a:t>Preview: Node.js and file I/O next week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