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2: Conditionals, Loops, and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Control Flow &amp; Code Reusability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Decision-making, repetition, and reusable logic</a:t>
            </a:r>
          </a:p>
          <a:p>
            <a:r>
              <a:t>Topics: Conditionals, Loops, Functions</a:t>
            </a:r>
          </a:p>
          <a:p>
            <a:r>
              <a:t>Practice integrated after each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flow determines what code runs and when</a:t>
            </a:r>
          </a:p>
          <a:p>
            <a:r>
              <a:t>JavaScript executes top to bottom unless directed otherwise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and else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conditional structure</a:t>
            </a:r>
          </a:p>
          <a:p>
            <a:r>
              <a:t>if (condition) { ... } else { ... }</a:t>
            </a:r>
          </a:p>
          <a:p>
            <a:r>
              <a:t>Blocks run only when condition is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else if and Nested Conditionals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branches with else if</a:t>
            </a:r>
          </a:p>
          <a:p>
            <a:r>
              <a:t>Be cautious of deep nesting — hard to read</a:t>
            </a:r>
          </a:p>
          <a:p>
            <a:r>
              <a:t>Consider switch for many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Truthy and Falsy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Falsy: false, 0, '', null, undefined, NaN</a:t>
            </a:r>
          </a:p>
          <a:p>
            <a:r>
              <a:t>All else is truthy</a:t>
            </a:r>
          </a:p>
          <a:p>
            <a:r>
              <a:t>Used to evaluate conditions implicitly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Alternative to chained if/else</a:t>
            </a:r>
          </a:p>
          <a:p>
            <a:r>
              <a:t>case + break, with optional default</a:t>
            </a:r>
          </a:p>
          <a:p>
            <a:r>
              <a:t>Only works with strict equality (===)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== vs ===</a:t>
            </a:r>
          </a:p>
          <a:p>
            <a:r>
              <a:t>&lt;, &gt;, &lt;=, &gt;=</a:t>
            </a:r>
          </a:p>
          <a:p>
            <a:r>
              <a:t>!== vs !=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&amp;&amp;, ||, !</a:t>
            </a:r>
          </a:p>
          <a:p>
            <a:r>
              <a:t>Short-circuit evaluation</a:t>
            </a:r>
          </a:p>
          <a:p>
            <a:r>
              <a:t>Common in complex conditions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Build a Grading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(score &gt;= 90) → A, else if → B, C, etc.</a:t>
            </a:r>
          </a:p>
          <a:p>
            <a:r>
              <a:t>Add support for invalid inputs (NaN, negatives)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Loops let you repeat code automatically</a:t>
            </a:r>
          </a:p>
          <a:p>
            <a:r>
              <a:t>Common types: for, while, do-while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(init; condition; update) { ... }</a:t>
            </a:r>
          </a:p>
          <a:p>
            <a:r>
              <a:t>Used when number of iterations is known</a:t>
            </a:r>
          </a:p>
          <a:p>
            <a:r>
              <a:t>Counter variables commonly used (i, j)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as long as condition is true</a:t>
            </a:r>
          </a:p>
          <a:p>
            <a:r>
              <a:t>Condition is checked before loop body</a:t>
            </a:r>
          </a:p>
          <a:p>
            <a:r>
              <a:t>Can cause infinite loop if not careful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do-while Loop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Executes once before checking condition</a:t>
            </a:r>
          </a:p>
          <a:p>
            <a:r>
              <a:t>Useful when at least one execution is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Control: 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break: exit the loop early</a:t>
            </a:r>
          </a:p>
          <a:p>
            <a:r>
              <a:t>continue: skip to next iteration</a:t>
            </a:r>
          </a:p>
          <a:p>
            <a:r>
              <a:t>Useful for conditional skipping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Sum Numbers 1–100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for loop to add numbers from 1 to 100</a:t>
            </a:r>
          </a:p>
          <a:p>
            <a:r>
              <a:t>Display result with console.log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group reusable code</a:t>
            </a:r>
          </a:p>
          <a:p>
            <a:r>
              <a:t>function name(params) { ... }</a:t>
            </a:r>
          </a:p>
          <a:p>
            <a:r>
              <a:t>Call with name(args)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Parameters and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parameters to pass in values</a:t>
            </a:r>
          </a:p>
          <a:p>
            <a:r>
              <a:t>Use return to send back results</a:t>
            </a:r>
          </a:p>
          <a:p>
            <a:r>
              <a:t>Can be called multiple times with different args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inside a function are local</a:t>
            </a:r>
          </a:p>
          <a:p>
            <a:r>
              <a:t>Cannot be accessed outside</a:t>
            </a:r>
          </a:p>
          <a:p>
            <a:r>
              <a:t>Avoid name collisions with global vars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Write a Greeting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greet(name) → 'Hello, name!'</a:t>
            </a:r>
          </a:p>
          <a:p>
            <a:r>
              <a:t>Test with multiple inputs</a:t>
            </a:r>
          </a:p>
          <a:p>
            <a:r>
              <a:t>Log return values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2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if/else vs switch</a:t>
            </a:r>
          </a:p>
          <a:p>
            <a:r>
              <a:t>for vs while vs do-while</a:t>
            </a:r>
          </a:p>
          <a:p>
            <a:r>
              <a:t>Function declarations and scope</a:t>
            </a:r>
          </a:p>
          <a:p>
            <a:r>
              <a:t>Prepare for Week 3: arrays and objects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