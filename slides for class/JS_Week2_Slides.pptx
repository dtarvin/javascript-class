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2"/>
  </p:normalViewPr>
  <p:slideViewPr>
    <p:cSldViewPr snapToGrid="0" snapToObjects="1">
      <p:cViewPr varScale="1">
        <p:scale>
          <a:sx n="108" d="100"/>
          <a:sy n="108" d="100"/>
        </p:scale>
        <p:origin x="168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1007534" y="0"/>
            <a:ext cx="5898825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6906359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58856" y="3428999"/>
            <a:ext cx="4138550" cy="2268559"/>
          </a:xfrm>
        </p:spPr>
        <p:txBody>
          <a:bodyPr anchor="t">
            <a:normAutofit/>
          </a:bodyPr>
          <a:lstStyle>
            <a:lvl1pPr algn="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31292" y="2268787"/>
            <a:ext cx="3966114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600" b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1641440" y="3262168"/>
            <a:ext cx="31172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2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2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124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651862" y="636541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6879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7405" y="3199028"/>
            <a:ext cx="5967420" cy="1372971"/>
          </a:xfrm>
        </p:spPr>
        <p:txBody>
          <a:bodyPr anchor="t">
            <a:normAutofit/>
          </a:bodyPr>
          <a:lstStyle>
            <a:lvl1pPr algn="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21131" y="2272143"/>
            <a:ext cx="5803294" cy="926885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6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1644924" y="3023993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9650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1426" y="805818"/>
            <a:ext cx="5882780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65406" y="2056800"/>
            <a:ext cx="2855547" cy="39931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4679" y="2056800"/>
            <a:ext cx="2859527" cy="39931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" name="TextBox 18"/>
          <p:cNvSpPr txBox="1"/>
          <p:nvPr/>
        </p:nvSpPr>
        <p:spPr>
          <a:xfrm>
            <a:off x="1651862" y="636541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9029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4" name="TextBox 23"/>
          <p:cNvSpPr txBox="1"/>
          <p:nvPr/>
        </p:nvSpPr>
        <p:spPr>
          <a:xfrm>
            <a:off x="1651862" y="636541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3589" y="805818"/>
            <a:ext cx="5880617" cy="10770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63589" y="2054563"/>
            <a:ext cx="2857364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 cap="none" baseline="0">
                <a:solidFill>
                  <a:schemeClr val="accent6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62510" y="2851330"/>
            <a:ext cx="2858443" cy="3198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84679" y="2054563"/>
            <a:ext cx="285952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 cap="none" baseline="0">
                <a:solidFill>
                  <a:schemeClr val="accent6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84680" y="2851330"/>
            <a:ext cx="2859526" cy="3198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63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TextBox 15"/>
          <p:cNvSpPr txBox="1"/>
          <p:nvPr/>
        </p:nvSpPr>
        <p:spPr>
          <a:xfrm>
            <a:off x="1651862" y="636541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129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03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2" name="TextBox 21"/>
          <p:cNvSpPr txBox="1"/>
          <p:nvPr/>
        </p:nvSpPr>
        <p:spPr>
          <a:xfrm>
            <a:off x="1179466" y="1127642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83" y="1296618"/>
            <a:ext cx="2120703" cy="1889075"/>
          </a:xfrm>
        </p:spPr>
        <p:txBody>
          <a:bodyPr anchor="b">
            <a:normAutofit/>
          </a:bodyPr>
          <a:lstStyle>
            <a:lvl1pPr algn="l"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8538" y="805818"/>
            <a:ext cx="375566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5982" y="3186155"/>
            <a:ext cx="2120703" cy="2386397"/>
          </a:xfrm>
        </p:spPr>
        <p:txBody>
          <a:bodyPr>
            <a:normAutofit/>
          </a:bodyPr>
          <a:lstStyle>
            <a:lvl1pPr marL="0" indent="0" algn="l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373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TextBox 12"/>
          <p:cNvSpPr txBox="1"/>
          <p:nvPr/>
        </p:nvSpPr>
        <p:spPr>
          <a:xfrm>
            <a:off x="1179466" y="1127642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82987" y="3229"/>
            <a:ext cx="3727769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6671" y="1296618"/>
            <a:ext cx="2603212" cy="1886308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5984" y="3182928"/>
            <a:ext cx="2603794" cy="2386394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849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TextBox 16"/>
          <p:cNvSpPr txBox="1"/>
          <p:nvPr/>
        </p:nvSpPr>
        <p:spPr>
          <a:xfrm>
            <a:off x="1651862" y="636541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8857" y="808057"/>
            <a:ext cx="5885350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20792" y="2049878"/>
            <a:ext cx="5723414" cy="40000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641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TextBox 22"/>
          <p:cNvSpPr txBox="1"/>
          <p:nvPr/>
        </p:nvSpPr>
        <p:spPr>
          <a:xfrm rot="5400000">
            <a:off x="7688343" y="480678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9317" y="805818"/>
            <a:ext cx="99488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64598" y="970410"/>
            <a:ext cx="4715441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919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060" y="2912532"/>
            <a:ext cx="7772939" cy="394546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998"/>
          <a:stretch/>
        </p:blipFill>
        <p:spPr>
          <a:xfrm>
            <a:off x="1" y="0"/>
            <a:ext cx="9143999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61317" y="808057"/>
            <a:ext cx="587801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26236" y="2049878"/>
            <a:ext cx="5713092" cy="4000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28294" y="5272451"/>
            <a:ext cx="2662729" cy="179188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58177" y="3658900"/>
            <a:ext cx="5885352" cy="183663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2136" y="164594"/>
            <a:ext cx="638312" cy="322850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1109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r" defTabSz="685800" rtl="0" eaLnBrk="1" latinLnBrk="0" hangingPunct="1">
        <a:lnSpc>
          <a:spcPct val="90000"/>
        </a:lnSpc>
        <a:spcBef>
          <a:spcPct val="0"/>
        </a:spcBef>
        <a:buNone/>
        <a:defRPr sz="28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58366" indent="-258366" algn="l" defTabSz="685800" rtl="0" eaLnBrk="1" latinLnBrk="0" hangingPunct="1">
        <a:lnSpc>
          <a:spcPct val="120000"/>
        </a:lnSpc>
        <a:spcBef>
          <a:spcPts val="750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96504" indent="-253604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944166" indent="-258366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82304" indent="-253604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629966" indent="-258366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975104" indent="-256032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1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40280" indent="-256032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1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670048" indent="-256032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1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017520" indent="-256032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1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JavaScript Week 2: Conditionals, Loops, and Functions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Control Flow &amp; Code Reusability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2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Focus: Decision-making, repetition, and reusable logic</a:t>
            </a:r>
          </a:p>
          <a:p>
            <a:r>
              <a:t>Topics: Conditionals, Loops, Functions</a:t>
            </a:r>
          </a:p>
          <a:p>
            <a:r>
              <a:t>Practice integrated after each 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 Flow in JavaScript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Control flow determines what code runs and when</a:t>
            </a:r>
          </a:p>
          <a:p>
            <a:r>
              <a:t>JavaScript executes top to bottom unless directed otherwise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if and else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Basic conditional structure</a:t>
            </a:r>
          </a:p>
          <a:p>
            <a:r>
              <a:t>if (condition) { ... } else { ... }</a:t>
            </a:r>
          </a:p>
          <a:p>
            <a:r>
              <a:t>Blocks run only when condition is true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else if and Nested Conditionals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Multiple branches with else if</a:t>
            </a:r>
          </a:p>
          <a:p>
            <a:r>
              <a:t>Be cautious of deep nesting — hard to read</a:t>
            </a:r>
          </a:p>
          <a:p>
            <a:r>
              <a:t>Consider switch for many cases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Truthy and Falsy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Falsy: false, 0, '', null, undefined, NaN</a:t>
            </a:r>
          </a:p>
          <a:p>
            <a:r>
              <a:t>All else is truthy</a:t>
            </a:r>
          </a:p>
          <a:p>
            <a:r>
              <a:t>Used to evaluate conditions implicitly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switch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Alternative to chained if/else</a:t>
            </a:r>
          </a:p>
          <a:p>
            <a:r>
              <a:t>case + break, with optional default</a:t>
            </a:r>
          </a:p>
          <a:p>
            <a:r>
              <a:t>Only works with strict equality (===)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== vs ===</a:t>
            </a:r>
          </a:p>
          <a:p>
            <a:r>
              <a:t>&lt;, &gt;, &lt;=, &gt;=</a:t>
            </a:r>
          </a:p>
          <a:p>
            <a:r>
              <a:t>!== vs !=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Logical Operators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&amp;&amp;, ||, !</a:t>
            </a:r>
          </a:p>
          <a:p>
            <a:r>
              <a:t>Short-circuit evaluation</a:t>
            </a:r>
          </a:p>
          <a:p>
            <a:r>
              <a:t>Common in complex conditions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Practice: Build a Grading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if (score &gt;= 90) → A, else if → B, C, etc.</a:t>
            </a:r>
          </a:p>
          <a:p>
            <a:r>
              <a:t>Add support for invalid inputs (NaN, negatives)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 to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Loops let you repeat code automatically</a:t>
            </a:r>
          </a:p>
          <a:p>
            <a:r>
              <a:t>Common types: for, while, do-while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 Loop Syntax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for (init; condition; update) { ... }</a:t>
            </a:r>
          </a:p>
          <a:p>
            <a:r>
              <a:t>Used when number of iterations is known</a:t>
            </a:r>
          </a:p>
          <a:p>
            <a:r>
              <a:t>Counter variables commonly used (i, j)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while Loop Syntax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Runs as long as condition is true</a:t>
            </a:r>
          </a:p>
          <a:p>
            <a:r>
              <a:t>Condition is checked before loop body</a:t>
            </a:r>
          </a:p>
          <a:p>
            <a:r>
              <a:t>Can cause infinite loop if not careful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do-while Loop Syntax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Executes once before checking condition</a:t>
            </a:r>
          </a:p>
          <a:p>
            <a:r>
              <a:t>Useful when at least one execution is needed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Loop Control: break and continue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break: exit the loop early</a:t>
            </a:r>
          </a:p>
          <a:p>
            <a:r>
              <a:t>continue: skip to next iteration</a:t>
            </a:r>
          </a:p>
          <a:p>
            <a:r>
              <a:t>Useful for conditional skipping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Practice: Sum Numbers 1–100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a for loop to add numbers from 1 to 100</a:t>
            </a:r>
          </a:p>
          <a:p>
            <a:r>
              <a:t>Display result with console.log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Functions group reusable code</a:t>
            </a:r>
          </a:p>
          <a:p>
            <a:r>
              <a:t>function name(params) { ... }</a:t>
            </a:r>
          </a:p>
          <a:p>
            <a:r>
              <a:t>Call with name(args)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 Parameters and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parameters to pass in values</a:t>
            </a:r>
          </a:p>
          <a:p>
            <a:r>
              <a:t>Use return to send back results</a:t>
            </a:r>
          </a:p>
          <a:p>
            <a:r>
              <a:t>Can be called multiple times with different args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Variables inside a function are local</a:t>
            </a:r>
          </a:p>
          <a:p>
            <a:r>
              <a:t>Cannot be accessed outside</a:t>
            </a:r>
          </a:p>
          <a:p>
            <a:r>
              <a:t>Avoid name collisions with global vars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Practice: Write a Greeting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 greet(name) → 'Hello, name!'</a:t>
            </a:r>
          </a:p>
          <a:p>
            <a:r>
              <a:t>Test with multiple inputs</a:t>
            </a:r>
          </a:p>
          <a:p>
            <a:r>
              <a:t>Log return values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Week 2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if/else vs switch</a:t>
            </a:r>
          </a:p>
          <a:p>
            <a:r>
              <a:t>for vs while vs do-while</a:t>
            </a:r>
          </a:p>
          <a:p>
            <a:r>
              <a:t>Function declarations and scope</a:t>
            </a:r>
          </a:p>
          <a:p>
            <a:r>
              <a:t>Prepare for Week 3: arrays and objects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{01AEE0A1-E277-B940-A793-ADECEF9B4206}tf16401378</Template>
  <TotalTime>7807</TotalTime>
  <Words>455</Words>
  <Application>Microsoft Macintosh PowerPoint</Application>
  <PresentationFormat>On-screen Show (4:3)</PresentationFormat>
  <Paragraphs>78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MS Shell Dlg 2</vt:lpstr>
      <vt:lpstr>Wingdings</vt:lpstr>
      <vt:lpstr>Wingdings 3</vt:lpstr>
      <vt:lpstr>Madison</vt:lpstr>
      <vt:lpstr>JavaScript Week 2: Conditionals, Loops, and Functions</vt:lpstr>
      <vt:lpstr>Week 2 Overview</vt:lpstr>
      <vt:lpstr>Control Flow in JavaScript</vt:lpstr>
      <vt:lpstr>if and else Statements</vt:lpstr>
      <vt:lpstr>else if and Nested Conditionals</vt:lpstr>
      <vt:lpstr>Truthy and Falsy Review</vt:lpstr>
      <vt:lpstr>switch Statement</vt:lpstr>
      <vt:lpstr>Comparison Operators</vt:lpstr>
      <vt:lpstr>Logical Operators Recap</vt:lpstr>
      <vt:lpstr>Practice: Build a Grading System</vt:lpstr>
      <vt:lpstr>Intro to Loops</vt:lpstr>
      <vt:lpstr>for Loop Syntax</vt:lpstr>
      <vt:lpstr>while Loop Syntax</vt:lpstr>
      <vt:lpstr>do-while Loop Syntax</vt:lpstr>
      <vt:lpstr>Loop Control: break and continue</vt:lpstr>
      <vt:lpstr>Practice: Sum Numbers 1–100</vt:lpstr>
      <vt:lpstr>Intro to Functions</vt:lpstr>
      <vt:lpstr>Function Parameters and Return</vt:lpstr>
      <vt:lpstr>Function Scope</vt:lpstr>
      <vt:lpstr>Practice: Write a Greeting Function</vt:lpstr>
      <vt:lpstr>End of Week 2 Review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Tarvin, David (drtarvin)</cp:lastModifiedBy>
  <cp:revision>2</cp:revision>
  <dcterms:created xsi:type="dcterms:W3CDTF">2013-01-27T09:14:16Z</dcterms:created>
  <dcterms:modified xsi:type="dcterms:W3CDTF">2025-10-02T11:08:37Z</dcterms:modified>
  <cp:category/>
</cp:coreProperties>
</file>