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JavaScript Week 7: Express Basics, Routing &amp; Async/Await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Building HTTP Servers with Node.js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7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Focus: Creating HTTP servers with Express.js</a:t>
            </a:r>
          </a:p>
          <a:p>
            <a:r>
              <a:t>Routing, middleware, and async/await for API development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Express?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Minimalist web framework for Node.js</a:t>
            </a:r>
          </a:p>
          <a:p>
            <a:r>
              <a:t>Simplifies server setup and route handling</a:t>
            </a:r>
          </a:p>
          <a:p>
            <a:r>
              <a:t>Used to build REST APIs and web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Installing Express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Run: npm init -y</a:t>
            </a:r>
          </a:p>
          <a:p>
            <a:r>
              <a:t>Install: npm install express</a:t>
            </a:r>
          </a:p>
          <a:p>
            <a:r>
              <a:t>Import: const express = require('express');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Basic Express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const app = express();</a:t>
            </a:r>
          </a:p>
          <a:p>
            <a:r>
              <a:t>app.get('/', (req, res) =&gt; res.send('Hello'))</a:t>
            </a:r>
          </a:p>
          <a:p>
            <a:r>
              <a:t>app.listen(3000, () =&gt; console.log('Server running'))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GET Requests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app.get(path, callback)</a:t>
            </a:r>
          </a:p>
          <a:p>
            <a:r>
              <a:t>Callback receives req and res objects</a:t>
            </a:r>
          </a:p>
          <a:p>
            <a:r>
              <a:t>Use res.send(), res.json(), or res.status().send()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Handling POST Requests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app.post(path, callback)</a:t>
            </a:r>
          </a:p>
          <a:p>
            <a:r>
              <a:t>Parse incoming JSON with express.json() middleware</a:t>
            </a:r>
          </a:p>
          <a:p>
            <a:r>
              <a:t>Access data with req.body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Request &amp; Response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req: parameters, query, body</a:t>
            </a:r>
          </a:p>
          <a:p>
            <a:r>
              <a:t>res: send response text or JSON</a:t>
            </a:r>
          </a:p>
          <a:p>
            <a:r>
              <a:t>res.status(code).json(data) for status codes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express.json() Middleware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Middleware runs before route handler</a:t>
            </a:r>
          </a:p>
          <a:p>
            <a:r>
              <a:t>app.use(express.json()) parses incoming JSON</a:t>
            </a:r>
          </a:p>
          <a:p>
            <a:r>
              <a:t>Required to handle POST body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Practice: Simple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GET /api/message returns { message: 'Hello' }</a:t>
            </a:r>
          </a:p>
          <a:p>
            <a:r>
              <a:t>POST /api/message accepts { name } and responds with personalized greeting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Route Parameters &amp; Query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Route params: /users/:id → req.params.id</a:t>
            </a:r>
          </a:p>
          <a:p>
            <a:r>
              <a:t>Query strings: /search?q=term → req.query.q</a:t>
            </a:r>
          </a:p>
          <a:p>
            <a:r>
              <a:t>Great for dynamic routes and filtering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 to Async/Await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Async functions return a Promise</a:t>
            </a:r>
          </a:p>
          <a:p>
            <a:r>
              <a:t>Use await to pause until Promise resolves</a:t>
            </a:r>
          </a:p>
          <a:p>
            <a:r>
              <a:t>Cleaner alternative to .then() chaining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Async/Await in Routes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Define route handler as async (req, res) =&gt; { ... }</a:t>
            </a:r>
          </a:p>
          <a:p>
            <a:r>
              <a:t>Use try/catch to handle errors</a:t>
            </a:r>
          </a:p>
          <a:p>
            <a:r>
              <a:t>Await external API or file read operations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Handling in Express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try/catch in async handlers</a:t>
            </a:r>
          </a:p>
          <a:p>
            <a:r>
              <a:t>Send error messages with res.status(500).json({ error })</a:t>
            </a:r>
          </a:p>
          <a:p>
            <a:r>
              <a:t>Add fallback middleware for 404 and server errors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Practice: Async API Route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GET /joke fetches random joke from external API using await</a:t>
            </a:r>
          </a:p>
          <a:p>
            <a:r>
              <a:t>Displays response as JSON</a:t>
            </a:r>
          </a:p>
          <a:p>
            <a:r>
              <a:t>Handles failure gracefully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 of Week 7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Express simplifies server creation and routing</a:t>
            </a:r>
          </a:p>
          <a:p>
            <a:r>
              <a:t>Middleware adds request processing power</a:t>
            </a:r>
          </a:p>
          <a:p>
            <a:r>
              <a:t>Async/await improves readability of async logic</a:t>
            </a:r>
          </a:p>
          <a:p>
            <a:r>
              <a:t>Preview: Building full REST APIs in Week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