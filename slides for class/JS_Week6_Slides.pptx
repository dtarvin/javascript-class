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Week 6: Intro to Node.js and File I/O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Server-Side JavaScript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6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Introduction to Node.js and working with the file system</a:t>
            </a:r>
          </a:p>
          <a:p>
            <a:r>
              <a:t>Learn about modules, the global object, and async I/O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Node.js?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JavaScript runtime built on Chrome's V8 engine</a:t>
            </a:r>
          </a:p>
          <a:p>
            <a:r>
              <a:t>Allows JavaScript to run outside the browser</a:t>
            </a:r>
          </a:p>
          <a:p>
            <a:r>
              <a:t>Used for building fast, scalable network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Node.js vs Browser 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DOM in Node</a:t>
            </a:r>
          </a:p>
          <a:p>
            <a:r>
              <a:t>Access to file system, network, OS</a:t>
            </a:r>
          </a:p>
          <a:p>
            <a:r>
              <a:t>CommonJS modules vs ES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Node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terminal/command line: node filename.js</a:t>
            </a:r>
          </a:p>
          <a:p>
            <a:r>
              <a:t>Use console.log() for output</a:t>
            </a:r>
          </a:p>
          <a:p>
            <a:r>
              <a:t>Check current directory with __dirname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 Global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(like window in browser)</a:t>
            </a:r>
          </a:p>
          <a:p>
            <a:r>
              <a:t>__dirname and __filename</a:t>
            </a:r>
          </a:p>
          <a:p>
            <a:r>
              <a:t>process and console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require()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built-in or custom modules</a:t>
            </a:r>
          </a:p>
          <a:p>
            <a:r>
              <a:t>Syntax: const fs = require('fs');</a:t>
            </a:r>
          </a:p>
          <a:p>
            <a:r>
              <a:t>Modular design for scalability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File System Module (fs)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fs.readFile() and fs.writeFile()</a:t>
            </a:r>
          </a:p>
          <a:p>
            <a:r>
              <a:t>Async and sync versions (e.g. readFileSync)</a:t>
            </a:r>
          </a:p>
          <a:p>
            <a:r>
              <a:t>Useful for reading config, saving data,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 File Asynchronously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fs.readFile('file.txt', 'utf8', (err, data) =&gt; { ... })</a:t>
            </a:r>
          </a:p>
          <a:p>
            <a:r>
              <a:t>Check for errors and handle content in callback</a:t>
            </a:r>
          </a:p>
          <a:p>
            <a:r>
              <a:t>Console output or process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a File Asynchronously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fs.writeFile('output.txt', 'Hello!', err =&gt; { ... })</a:t>
            </a:r>
          </a:p>
          <a:p>
            <a:r>
              <a:t>Creates or overwrites file</a:t>
            </a:r>
          </a:p>
          <a:p>
            <a:r>
              <a:t>Always check for 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Read and Write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file named message.txt</a:t>
            </a:r>
          </a:p>
          <a:p>
            <a:r>
              <a:t>Write a string to it using fs.writeFile()</a:t>
            </a:r>
          </a:p>
          <a:p>
            <a:r>
              <a:t>Read it back and log contents to console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Module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 file paths in a cross-platform way</a:t>
            </a:r>
          </a:p>
          <a:p>
            <a:r>
              <a:t>Use path.join(), path.resolve(), path.basename()</a:t>
            </a:r>
          </a:p>
          <a:p>
            <a:r>
              <a:t>Avoid hardcoding paths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if (err) inside fs callbacks</a:t>
            </a:r>
          </a:p>
          <a:p>
            <a:r>
              <a:t>Use try/catch for synchronous code</a:t>
            </a:r>
          </a:p>
          <a:p>
            <a:r>
              <a:t>Graceful failure improves reliability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require to Import Your Own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 code into separate .js files</a:t>
            </a:r>
          </a:p>
          <a:p>
            <a:r>
              <a:t>Export using module.exports = functionName</a:t>
            </a:r>
          </a:p>
          <a:p>
            <a:r>
              <a:t>Import with const fn = require('./file')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Create a Logging Utility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logToFile(message) writes to log.txt</a:t>
            </a:r>
          </a:p>
          <a:p>
            <a:r>
              <a:t>Use module.exports to share function</a:t>
            </a:r>
          </a:p>
          <a:p>
            <a:r>
              <a:t>Call it from your main script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Week 6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Node.js enables server-side JavaScript</a:t>
            </a:r>
          </a:p>
          <a:p>
            <a:r>
              <a:t>fs and path modules enable file I/O</a:t>
            </a:r>
          </a:p>
          <a:p>
            <a:r>
              <a:t>require() helps modularize your code</a:t>
            </a:r>
          </a:p>
          <a:p>
            <a:r>
              <a:t>Preview: Express.js and HTTP routing next 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