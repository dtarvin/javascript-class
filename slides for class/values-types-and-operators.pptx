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3"/>
    <p:restoredTop sz="94733"/>
  </p:normalViewPr>
  <p:slideViewPr>
    <p:cSldViewPr snapToGrid="0" showGuides="1">
      <p:cViewPr varScale="1">
        <p:scale>
          <a:sx n="109" d="100"/>
          <a:sy n="109" d="100"/>
        </p:scale>
        <p:origin x="76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3662F-E79C-B741-AA3D-98B7D958AA84}" type="datetimeFigureOut">
              <a:rPr lang="en-US" smtClean="0"/>
              <a:t>9/7/25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777E3-5D06-A841-8626-CBD89F0CF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3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Introduce the foundational role of values and operators in JavaScript programs. Mention that today’s content lays the groundwork for all future code.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777E3-5D06-A841-8626-CBD89F0CF4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95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Speaker Notes:</a:t>
            </a:r>
            <a:r>
              <a:rPr lang="en-US" dirty="0"/>
              <a:t> Emphasize the analogy of values as meaningful information extracted from a sea of bits  . https://</a:t>
            </a:r>
            <a:r>
              <a:rPr lang="en-US" dirty="0" err="1"/>
              <a:t>eloquentjavascript.net</a:t>
            </a:r>
            <a:r>
              <a:rPr lang="en-US" dirty="0"/>
              <a:t>/01_values.html?utm_source=</a:t>
            </a:r>
            <a:r>
              <a:rPr lang="en-US" dirty="0" err="1"/>
              <a:t>chatgpt.com</a:t>
            </a:r>
            <a:r>
              <a:rPr lang="en-US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777E3-5D06-A841-8626-CBD89F0CF4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37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Clarify each type briefly and note that Chapter 1 focuses on these primitive types   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777E3-5D06-A841-8626-CBD89F0CF4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01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6F28-7942-4A66-6EA0-4F04A7C03E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Values, Types, and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FC945-1EDB-8E85-55D3-CB30F7A474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Tarvin, AIM Code School</a:t>
            </a:r>
          </a:p>
        </p:txBody>
      </p:sp>
    </p:spTree>
    <p:extLst>
      <p:ext uri="{BB962C8B-B14F-4D97-AF65-F5344CB8AC3E}">
        <p14:creationId xmlns:p14="http://schemas.microsoft.com/office/powerpoint/2010/main" val="2418476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BCDBB-DD82-7D3A-D646-882F5EF1F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value?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2B7C9-AD98-927D-6FDF-EA2BAC289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in JavaScript is a value—a chunk of information.</a:t>
            </a:r>
          </a:p>
          <a:p>
            <a:r>
              <a:rPr lang="en-US" dirty="0"/>
              <a:t>Values are stored as bits—zeros and ones.</a:t>
            </a:r>
          </a:p>
          <a:p>
            <a:r>
              <a:rPr lang="en-US" dirty="0"/>
              <a:t>Types give meaning to these chunks (e.g., numbers, strings).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79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12C2-6DA3-D251-E1F1-55E3D3A6E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Value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81FE1-5E45-9BF2-447C-F09EEA3A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Numbers</a:t>
            </a:r>
            <a:r>
              <a:rPr lang="en-US" dirty="0"/>
              <a:t> (13, 3.14, Infinity, NaN)</a:t>
            </a:r>
          </a:p>
          <a:p>
            <a:r>
              <a:rPr lang="en-US" b="1" dirty="0"/>
              <a:t>Strings</a:t>
            </a:r>
            <a:r>
              <a:rPr lang="en-US" dirty="0"/>
              <a:t> ("hello", 'world')</a:t>
            </a:r>
          </a:p>
          <a:p>
            <a:r>
              <a:rPr lang="en-US" b="1" dirty="0"/>
              <a:t>Booleans</a:t>
            </a:r>
            <a:r>
              <a:rPr lang="en-US" dirty="0"/>
              <a:t> (true, false)</a:t>
            </a:r>
          </a:p>
          <a:p>
            <a:r>
              <a:rPr lang="en-US" b="1" dirty="0"/>
              <a:t>Undefined / null</a:t>
            </a:r>
            <a:r>
              <a:rPr lang="en-US" dirty="0"/>
              <a:t> – absence of meaningful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85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65EC-5682-8138-1B2C-4C3F78031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Arithmetic &amp; String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77389-4D79-B290-943D-EAC5E408E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operators: +, -, *, /, %</a:t>
            </a:r>
          </a:p>
          <a:p>
            <a:r>
              <a:rPr lang="en-US" dirty="0"/>
              <a:t>String concatenation: + joins text</a:t>
            </a:r>
          </a:p>
          <a:p>
            <a:r>
              <a:rPr lang="en-US" dirty="0"/>
              <a:t>Operator precedence follows familiar math rules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540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DF76B-C722-8841-A705-071C4C4C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and Logical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94E03-D0D2-2897-F682-70DDCD881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Comparison: ==, !=, ===, !==, &lt;, &gt;, &lt;=, &gt;=</a:t>
            </a:r>
          </a:p>
          <a:p>
            <a:r>
              <a:rPr lang="en-US"/>
              <a:t>Logic: &amp;&amp;, ||, and their short-circuit behavior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509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5651</TotalTime>
  <Words>212</Words>
  <Application>Microsoft Macintosh PowerPoint</Application>
  <PresentationFormat>Widescreen</PresentationFormat>
  <Paragraphs>24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Celestial</vt:lpstr>
      <vt:lpstr>Values, Types, and Operators</vt:lpstr>
      <vt:lpstr>What is a value?</vt:lpstr>
      <vt:lpstr>Core Value Types</vt:lpstr>
      <vt:lpstr>Arithmetic &amp; String Operators</vt:lpstr>
      <vt:lpstr>Comparison and Logical Operators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Tarvin, David (drtarvin)</dc:creator>
  <cp:lastModifiedBy>Tarvin, David (drtarvin)</cp:lastModifiedBy>
  <cp:revision>2</cp:revision>
  <dcterms:created xsi:type="dcterms:W3CDTF">2025-09-04T21:31:27Z</dcterms:created>
  <dcterms:modified xsi:type="dcterms:W3CDTF">2025-09-12T00:50:22Z</dcterms:modified>
</cp:coreProperties>
</file>