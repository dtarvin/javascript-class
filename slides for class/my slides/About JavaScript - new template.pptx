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61"/>
  </p:normalViewPr>
  <p:slideViewPr>
    <p:cSldViewPr snapToGrid="0" showGuides="1">
      <p:cViewPr varScale="1">
        <p:scale>
          <a:sx n="109" d="100"/>
          <a:sy n="109" d="100"/>
        </p:scale>
        <p:origin x="68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86A6-55DC-E435-6736-812E58F4CB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About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85E51-1F54-37D6-A23A-E7F2724838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Tarvin, AIM Code School</a:t>
            </a:r>
          </a:p>
        </p:txBody>
      </p:sp>
    </p:spTree>
    <p:extLst>
      <p:ext uri="{BB962C8B-B14F-4D97-AF65-F5344CB8AC3E}">
        <p14:creationId xmlns:p14="http://schemas.microsoft.com/office/powerpoint/2010/main" val="2428235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1C821-793B-F9F2-A812-EFD41737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JavaScript?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A9AD-28A1-E86A-C339-FC7C9E701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JavaScript is a scripting or programming language that allows one to implement complex features on web pages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Displaying timely content updates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Interactive maps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Animated 2D/3D graphics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Scrolling video jukeboxes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Countless others</a:t>
            </a:r>
          </a:p>
        </p:txBody>
      </p:sp>
    </p:spTree>
    <p:extLst>
      <p:ext uri="{BB962C8B-B14F-4D97-AF65-F5344CB8AC3E}">
        <p14:creationId xmlns:p14="http://schemas.microsoft.com/office/powerpoint/2010/main" val="152945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E639-BFCC-791D-61DA-B6F3C6402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what is it actually?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BC45C-4768-CD9B-78B3-1CCD269F3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JavaScript is a </a:t>
            </a:r>
            <a:r>
              <a:rPr lang="en-US" b="1" dirty="0"/>
              <a:t>lightweight</a:t>
            </a:r>
            <a:r>
              <a:rPr lang="en-US" dirty="0"/>
              <a:t>, </a:t>
            </a:r>
            <a:r>
              <a:rPr lang="en-US" b="1" dirty="0"/>
              <a:t>cross-platform</a:t>
            </a:r>
            <a:r>
              <a:rPr lang="en-US" dirty="0"/>
              <a:t>, </a:t>
            </a:r>
            <a:r>
              <a:rPr lang="en-US" b="1" dirty="0"/>
              <a:t>single-threaded</a:t>
            </a:r>
            <a:r>
              <a:rPr lang="en-US" dirty="0"/>
              <a:t>, and </a:t>
            </a:r>
            <a:r>
              <a:rPr lang="en-US" b="1" dirty="0"/>
              <a:t>interpreted</a:t>
            </a:r>
            <a:r>
              <a:rPr lang="en-US" dirty="0"/>
              <a:t> or </a:t>
            </a:r>
            <a:r>
              <a:rPr lang="en-US" b="1" dirty="0"/>
              <a:t>just-in-time compiled</a:t>
            </a:r>
            <a:r>
              <a:rPr lang="en-US" dirty="0"/>
              <a:t> programming language well-known for the development of web pages, as well as its use in many non-browser environments</a:t>
            </a:r>
          </a:p>
        </p:txBody>
      </p:sp>
    </p:spTree>
    <p:extLst>
      <p:ext uri="{BB962C8B-B14F-4D97-AF65-F5344CB8AC3E}">
        <p14:creationId xmlns:p14="http://schemas.microsoft.com/office/powerpoint/2010/main" val="3211464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C091-EA66-B7E7-A627-7A68C23C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lightweight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B384D-CBE1-EBD1-47EA-4DBFEE6C1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Lightweight programming languages</a:t>
            </a:r>
            <a:r>
              <a:rPr lang="en-US" dirty="0"/>
              <a:t> are those which are designed to: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Consume minimal memory resources when its code or an application is running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Ease the implementation across platforms such as web, mobile, desktop, etc.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Have a minimalist, semantic, simple syntax to help in learning quickly</a:t>
            </a:r>
          </a:p>
        </p:txBody>
      </p:sp>
    </p:spTree>
    <p:extLst>
      <p:ext uri="{BB962C8B-B14F-4D97-AF65-F5344CB8AC3E}">
        <p14:creationId xmlns:p14="http://schemas.microsoft.com/office/powerpoint/2010/main" val="3418385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60EB0-B012-9003-AC0D-B0152D36C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JavaScript lightweight?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C6445-4858-DA4D-9F48-B77B1C025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It makes applications consume fewer resources than other language implementations</a:t>
            </a:r>
          </a:p>
          <a:p>
            <a:pPr>
              <a:lnSpc>
                <a:spcPct val="150000"/>
              </a:lnSpc>
            </a:pPr>
            <a:r>
              <a:rPr lang="en-US" dirty="0"/>
              <a:t>It runs on browsers without any dependencies</a:t>
            </a:r>
          </a:p>
          <a:p>
            <a:pPr>
              <a:lnSpc>
                <a:spcPct val="150000"/>
              </a:lnSpc>
            </a:pPr>
            <a:r>
              <a:rPr lang="en-US" dirty="0"/>
              <a:t>New features are constantly added so users need not write any new code, making it leaner on resources</a:t>
            </a:r>
          </a:p>
          <a:p>
            <a:pPr>
              <a:lnSpc>
                <a:spcPct val="150000"/>
              </a:lnSpc>
            </a:pPr>
            <a:r>
              <a:rPr lang="en-US" dirty="0"/>
              <a:t>It has a minimal set of language constructs, which can be leveraged to handle any requirement for a given application</a:t>
            </a:r>
          </a:p>
          <a:p>
            <a:pPr>
              <a:lnSpc>
                <a:spcPct val="150000"/>
              </a:lnSpc>
            </a:pPr>
            <a:r>
              <a:rPr lang="en-US" dirty="0"/>
              <a:t>Learning the language does not require a great deal of effort</a:t>
            </a:r>
          </a:p>
        </p:txBody>
      </p:sp>
    </p:spTree>
    <p:extLst>
      <p:ext uri="{BB962C8B-B14F-4D97-AF65-F5344CB8AC3E}">
        <p14:creationId xmlns:p14="http://schemas.microsoft.com/office/powerpoint/2010/main" val="147082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DD09-1D9A-D7BA-1F97-2DC424D3E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JavaScript cross-platform?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A5ED8-B2FE-E1DB-55E6-A84300E52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Originally designed to run in the browser</a:t>
            </a:r>
          </a:p>
          <a:p>
            <a:pPr>
              <a:lnSpc>
                <a:spcPct val="150000"/>
              </a:lnSpc>
            </a:pPr>
            <a:r>
              <a:rPr lang="en-US" dirty="0"/>
              <a:t>Now used for things such as: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Native application development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Virtual reality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Building chat and voice-controlled bots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Games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Machine learning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Just about anything you can think up</a:t>
            </a:r>
          </a:p>
        </p:txBody>
      </p:sp>
    </p:spTree>
    <p:extLst>
      <p:ext uri="{BB962C8B-B14F-4D97-AF65-F5344CB8AC3E}">
        <p14:creationId xmlns:p14="http://schemas.microsoft.com/office/powerpoint/2010/main" val="3883939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B99E-AC2B-9881-B4C0-6DDE558F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thread?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5D110-047D-1D84-4978-616238115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Threads</a:t>
            </a:r>
            <a:r>
              <a:rPr lang="en-US" dirty="0"/>
              <a:t> are lightweight processes that run concurrently in a program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Each thread has a </a:t>
            </a:r>
            <a:r>
              <a:rPr lang="en-US" b="1" dirty="0"/>
              <a:t>stack</a:t>
            </a:r>
            <a:r>
              <a:rPr lang="en-US" dirty="0"/>
              <a:t> upon which is put tasks that need completed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Threads share resources such as memory, code, and data with other threads</a:t>
            </a:r>
          </a:p>
        </p:txBody>
      </p:sp>
    </p:spTree>
    <p:extLst>
      <p:ext uri="{BB962C8B-B14F-4D97-AF65-F5344CB8AC3E}">
        <p14:creationId xmlns:p14="http://schemas.microsoft.com/office/powerpoint/2010/main" val="3938863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F0EA7-5226-9E58-1383-4C0D6567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multi-threaded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E265-8DBB-0E7A-D41D-6E2BD02FC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Multithreading</a:t>
            </a:r>
            <a:r>
              <a:rPr lang="en-US" dirty="0"/>
              <a:t> allows a program to perform several tasks simultaneously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Useful for running heavy computations or handling multiple requests in a web application</a:t>
            </a:r>
          </a:p>
          <a:p>
            <a:pPr>
              <a:lnSpc>
                <a:spcPct val="150000"/>
              </a:lnSpc>
            </a:pPr>
            <a:r>
              <a:rPr lang="en-US" dirty="0"/>
              <a:t>Multi-threaded languages include Java, C, C++, C#, Python and Rust</a:t>
            </a:r>
          </a:p>
        </p:txBody>
      </p:sp>
    </p:spTree>
    <p:extLst>
      <p:ext uri="{BB962C8B-B14F-4D97-AF65-F5344CB8AC3E}">
        <p14:creationId xmlns:p14="http://schemas.microsoft.com/office/powerpoint/2010/main" val="359149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36528-8D94-85A9-0392-B8F06BF61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single-threaded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00633-4BDE-8D94-09DB-EC7E04BF4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</a:t>
            </a:r>
            <a:r>
              <a:rPr lang="en-US" b="1" dirty="0"/>
              <a:t>single-threaded</a:t>
            </a:r>
            <a:r>
              <a:rPr lang="en-US" dirty="0"/>
              <a:t> language is one that can execute only one task at a time</a:t>
            </a:r>
          </a:p>
          <a:p>
            <a:pPr>
              <a:lnSpc>
                <a:spcPct val="150000"/>
              </a:lnSpc>
            </a:pPr>
            <a:r>
              <a:rPr lang="en-US" dirty="0"/>
              <a:t>The program executes the tasks in sequence, and each task must complete before the next task starts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Long-running tasks can block the execution of other code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Can result in slow and unresponsive web pages</a:t>
            </a:r>
          </a:p>
        </p:txBody>
      </p:sp>
    </p:spTree>
    <p:extLst>
      <p:ext uri="{BB962C8B-B14F-4D97-AF65-F5344CB8AC3E}">
        <p14:creationId xmlns:p14="http://schemas.microsoft.com/office/powerpoint/2010/main" val="377151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1CE3-346D-F1B3-A01D-93C66AC9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JavaScript single-threaded?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08372-A8CB-1660-61B7-680A5271F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When JavaScript was invented, its primary use was in the browser to add interactivity to web pages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Computers were slower with limited processing power</a:t>
            </a:r>
          </a:p>
          <a:p>
            <a:pPr>
              <a:lnSpc>
                <a:spcPct val="150000"/>
              </a:lnSpc>
            </a:pPr>
            <a:r>
              <a:rPr lang="en-US" dirty="0"/>
              <a:t>JavaScript was made single-threaded to keep the language simple and efficient</a:t>
            </a:r>
          </a:p>
        </p:txBody>
      </p:sp>
    </p:spTree>
    <p:extLst>
      <p:ext uri="{BB962C8B-B14F-4D97-AF65-F5344CB8AC3E}">
        <p14:creationId xmlns:p14="http://schemas.microsoft.com/office/powerpoint/2010/main" val="2884470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6E6A-7A1D-8FFA-42F0-DCF184A52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around single-thread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3FF33-1E8F-EC53-53FD-632DDB2C9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Asynchronous Programming Techniques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Uses callbacks, promises, and async/await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Allows us to perform long-running tasks without blocking the execution of other code</a:t>
            </a:r>
          </a:p>
          <a:p>
            <a:pPr>
              <a:lnSpc>
                <a:spcPct val="150000"/>
              </a:lnSpc>
            </a:pPr>
            <a:r>
              <a:rPr lang="en-US" dirty="0"/>
              <a:t>Web workers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 type of JavaScript thread that runs in the background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Allows execution of heavy computations or I/O operations without blocking the main thread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Results in a more responsive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3303648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11A9-8133-0A1D-D123-B6A8A9B6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compiled language?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CD332-6ED0-6CAF-C885-78733F899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</a:t>
            </a:r>
            <a:r>
              <a:rPr lang="en-US" b="1" dirty="0"/>
              <a:t>compiled</a:t>
            </a:r>
            <a:r>
              <a:rPr lang="en-US" dirty="0"/>
              <a:t> language is a programming language that is converted from human-readable code into computer-readable machine code so that the computer’s CPU can execute it</a:t>
            </a:r>
          </a:p>
          <a:p>
            <a:pPr>
              <a:lnSpc>
                <a:spcPct val="150000"/>
              </a:lnSpc>
            </a:pPr>
            <a:r>
              <a:rPr lang="en-US" dirty="0"/>
              <a:t>Compiled languages include C, C++, and COBOL</a:t>
            </a:r>
          </a:p>
        </p:txBody>
      </p:sp>
    </p:spTree>
    <p:extLst>
      <p:ext uri="{BB962C8B-B14F-4D97-AF65-F5344CB8AC3E}">
        <p14:creationId xmlns:p14="http://schemas.microsoft.com/office/powerpoint/2010/main" val="381770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322A-5139-46E1-78CD-8FC739C4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96940-50BB-4F81-0B64-EDF5BACDE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Machine code</a:t>
            </a:r>
            <a:r>
              <a:rPr lang="en-US" dirty="0"/>
              <a:t> (</a:t>
            </a:r>
            <a:r>
              <a:rPr lang="en-US" b="1" dirty="0"/>
              <a:t>machine language</a:t>
            </a:r>
            <a:r>
              <a:rPr lang="en-US" dirty="0"/>
              <a:t>) is the elemental language of computers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Called a </a:t>
            </a:r>
            <a:r>
              <a:rPr lang="en-US" b="1" dirty="0"/>
              <a:t>low-level</a:t>
            </a:r>
            <a:r>
              <a:rPr lang="en-US" dirty="0"/>
              <a:t> language because it’s not readable by humans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Consists of binary or hexadecimal code read directly by the computer’s CPU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Allows direct control of the hardware of the computer</a:t>
            </a:r>
          </a:p>
        </p:txBody>
      </p:sp>
    </p:spTree>
    <p:extLst>
      <p:ext uri="{BB962C8B-B14F-4D97-AF65-F5344CB8AC3E}">
        <p14:creationId xmlns:p14="http://schemas.microsoft.com/office/powerpoint/2010/main" val="164399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B0090-7854-11D8-E7AC-626A77D71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interpreted language?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474D3-99C7-6EEE-6088-3962052A8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An </a:t>
            </a:r>
            <a:r>
              <a:rPr lang="en-US" b="1" dirty="0"/>
              <a:t>interpreted</a:t>
            </a:r>
            <a:r>
              <a:rPr lang="en-US" dirty="0"/>
              <a:t> language is one in which implementations perform instructions directly and easily without compiling a program into machine language instructions first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language interpreter reads the source file line by line and converts and executes it immediately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Interpreted languages are </a:t>
            </a:r>
            <a:r>
              <a:rPr lang="en-US" b="1" dirty="0"/>
              <a:t>high-level</a:t>
            </a:r>
            <a:r>
              <a:rPr lang="en-US" dirty="0"/>
              <a:t> because they are generally readable by humans (in English)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Interpreted languages include Python, JavaScript, Perl</a:t>
            </a:r>
          </a:p>
        </p:txBody>
      </p:sp>
    </p:spTree>
    <p:extLst>
      <p:ext uri="{BB962C8B-B14F-4D97-AF65-F5344CB8AC3E}">
        <p14:creationId xmlns:p14="http://schemas.microsoft.com/office/powerpoint/2010/main" val="7223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D0AFD-7D8E-91D4-6470-DC3175345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Compiled vs interpreted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978DE-B58B-655B-88D7-C3D955759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Compiled languages: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Run faster than interpreted languages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Can be executed directly by the CPU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Deliver better performance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Give more control over hardware aspects, like memory management and CPU usage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Require recompilation every time code is edited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Are platform-dependent of the generated binary code</a:t>
            </a:r>
          </a:p>
        </p:txBody>
      </p:sp>
    </p:spTree>
    <p:extLst>
      <p:ext uri="{BB962C8B-B14F-4D97-AF65-F5344CB8AC3E}">
        <p14:creationId xmlns:p14="http://schemas.microsoft.com/office/powerpoint/2010/main" val="1286556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A103-3D82-CA9B-9D45-2367C352D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Compiled vs interpreted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D289C-112F-3D45-0D10-E68FF25A2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/>
              <a:t>Interpreted languages: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Generally slower, but changing with just-in-time compilation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More flexible</a:t>
            </a:r>
          </a:p>
          <a:p>
            <a:pPr lvl="3">
              <a:lnSpc>
                <a:spcPct val="150000"/>
              </a:lnSpc>
            </a:pPr>
            <a:r>
              <a:rPr lang="en-US" dirty="0"/>
              <a:t>Developers can make changes to the code on the fly</a:t>
            </a:r>
          </a:p>
          <a:p>
            <a:pPr lvl="3">
              <a:lnSpc>
                <a:spcPct val="150000"/>
              </a:lnSpc>
            </a:pPr>
            <a:r>
              <a:rPr lang="en-US" dirty="0"/>
              <a:t>Language can adapt to runtime conditions in an automated way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Often offer features such as dynamic typing and smaller program size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Platform independent because interpreters execute the source code themselves</a:t>
            </a:r>
          </a:p>
        </p:txBody>
      </p:sp>
    </p:spTree>
    <p:extLst>
      <p:ext uri="{BB962C8B-B14F-4D97-AF65-F5344CB8AC3E}">
        <p14:creationId xmlns:p14="http://schemas.microsoft.com/office/powerpoint/2010/main" val="78150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89AB-3161-6A06-D986-4029124A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just-in-time compilation?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AAC7D-5E40-0C29-3881-CC5D79C96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While the interpreted language is being run, the </a:t>
            </a:r>
            <a:r>
              <a:rPr lang="en-US" b="1" dirty="0"/>
              <a:t>just-in-time compiler</a:t>
            </a:r>
            <a:r>
              <a:rPr lang="en-US" dirty="0"/>
              <a:t> determines the most frequently used code and compiles it to machine code</a:t>
            </a:r>
          </a:p>
          <a:p>
            <a:pPr>
              <a:lnSpc>
                <a:spcPct val="150000"/>
              </a:lnSpc>
            </a:pPr>
            <a:r>
              <a:rPr lang="en-US" dirty="0"/>
              <a:t>Done on just sections of the entire code</a:t>
            </a:r>
          </a:p>
          <a:p>
            <a:pPr>
              <a:lnSpc>
                <a:spcPct val="150000"/>
              </a:lnSpc>
            </a:pPr>
            <a:r>
              <a:rPr lang="en-US" dirty="0"/>
              <a:t>Result – interpreter doesn’t have to interpret bytecode every time a method is invoked</a:t>
            </a:r>
          </a:p>
          <a:p>
            <a:pPr>
              <a:lnSpc>
                <a:spcPct val="150000"/>
              </a:lnSpc>
            </a:pPr>
            <a:r>
              <a:rPr lang="en-US" dirty="0"/>
              <a:t>Done during the execution of the code as opposed to prior to execution</a:t>
            </a:r>
          </a:p>
          <a:p>
            <a:pPr>
              <a:lnSpc>
                <a:spcPct val="150000"/>
              </a:lnSpc>
            </a:pPr>
            <a:r>
              <a:rPr lang="en-US" dirty="0"/>
              <a:t>Because compilation takes place at runtime, the just-in-time compiler has access to dynamic runtime information which enables it to make better optimizations</a:t>
            </a:r>
          </a:p>
        </p:txBody>
      </p:sp>
    </p:spTree>
    <p:extLst>
      <p:ext uri="{BB962C8B-B14F-4D97-AF65-F5344CB8AC3E}">
        <p14:creationId xmlns:p14="http://schemas.microsoft.com/office/powerpoint/2010/main" val="1511092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BA14-E3E0-C394-114E-E0E63653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JavaScript to a web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F3F4A-8233-14B5-C75E-6CA89CF85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Two ways: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Adding it directly in HTML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Linking an external file to the web page</a:t>
            </a:r>
          </a:p>
        </p:txBody>
      </p:sp>
    </p:spTree>
    <p:extLst>
      <p:ext uri="{BB962C8B-B14F-4D97-AF65-F5344CB8AC3E}">
        <p14:creationId xmlns:p14="http://schemas.microsoft.com/office/powerpoint/2010/main" val="3295652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2DF8-F45E-6936-8A79-0C86CCBD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JavaScript directly in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969D6-50A4-CBE7-F0EC-E5467EA4E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Place JavaScript code between a pair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&lt;script&gt;</a:t>
            </a:r>
            <a:r>
              <a:rPr lang="en-US" dirty="0"/>
              <a:t> tags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1FBA8D-E94A-FAF6-A57C-588817DE7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2930769"/>
            <a:ext cx="71247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56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6AD3-08C2-54BF-D297-4AFEF16F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Linking an external JavaScript file to a web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B25D9-55D1-2D90-289E-CCE9E23A5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Still need a pair of &lt;script&gt; tags</a:t>
            </a:r>
          </a:p>
          <a:p>
            <a:pPr>
              <a:lnSpc>
                <a:spcPct val="150000"/>
              </a:lnSpc>
            </a:pPr>
            <a:r>
              <a:rPr lang="en-US" dirty="0"/>
              <a:t>Opening tag has src attribute whose value is the path to the external JavaScript file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048B75-AB02-D0CA-B658-7A730BFE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600" y="4045926"/>
            <a:ext cx="51308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379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DD929-7999-9A5E-3677-06BCB20E2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B59E-9853-36AA-CD5D-F5D552388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Placing &lt;script&gt;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055C-177D-3324-E70D-861820573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Can be placed in the HTML file within either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  <a:r>
              <a:rPr lang="en-US" dirty="0"/>
              <a:t> tags or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en-US" dirty="0"/>
              <a:t> tags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Best to put within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en-US" dirty="0"/>
              <a:t> tags as the last element in the body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Putting within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  <a:r>
              <a:rPr lang="en-US" dirty="0"/>
              <a:t> tags can cause JavaScript to run before the body of the web page is completely created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Can cause problems, errors, or unexpected results</a:t>
            </a:r>
          </a:p>
        </p:txBody>
      </p:sp>
    </p:spTree>
    <p:extLst>
      <p:ext uri="{BB962C8B-B14F-4D97-AF65-F5344CB8AC3E}">
        <p14:creationId xmlns:p14="http://schemas.microsoft.com/office/powerpoint/2010/main" val="3486579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5610-9C15-D0B8-A012-B3B7D7E9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JavaScript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C9B8C-A281-9B71-5ED8-41B3416F9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alert();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prompt();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console.log();</a:t>
            </a:r>
          </a:p>
        </p:txBody>
      </p:sp>
    </p:spTree>
    <p:extLst>
      <p:ext uri="{BB962C8B-B14F-4D97-AF65-F5344CB8AC3E}">
        <p14:creationId xmlns:p14="http://schemas.microsoft.com/office/powerpoint/2010/main" val="135844308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291</TotalTime>
  <Words>994</Words>
  <Application>Microsoft Macintosh PowerPoint</Application>
  <PresentationFormat>Widescreen</PresentationFormat>
  <Paragraphs>109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Courier New</vt:lpstr>
      <vt:lpstr>Vapor Trail</vt:lpstr>
      <vt:lpstr>About JavaScript</vt:lpstr>
      <vt:lpstr>What is JavaScript?</vt:lpstr>
      <vt:lpstr>But what is it actually?</vt:lpstr>
      <vt:lpstr>What does lightweight mean?</vt:lpstr>
      <vt:lpstr>How is JavaScript lightweight?</vt:lpstr>
      <vt:lpstr>What makes JavaScript cross-platform?</vt:lpstr>
      <vt:lpstr>What is a thread?</vt:lpstr>
      <vt:lpstr>What does multi-threaded mean?</vt:lpstr>
      <vt:lpstr>What does single-threaded mean?</vt:lpstr>
      <vt:lpstr>Why is JavaScript single-threaded?</vt:lpstr>
      <vt:lpstr>Ways around single-thread limitations</vt:lpstr>
      <vt:lpstr>What is a compiled language?</vt:lpstr>
      <vt:lpstr>What is machine code?</vt:lpstr>
      <vt:lpstr>What is an interpreted language?</vt:lpstr>
      <vt:lpstr>Compiled vs interpreted</vt:lpstr>
      <vt:lpstr>Compiled vs interpreted (cont’d)</vt:lpstr>
      <vt:lpstr>What is just-in-time compilation?</vt:lpstr>
      <vt:lpstr>Adding JavaScript to a web page</vt:lpstr>
      <vt:lpstr>Adding JavaScript directly in HTML</vt:lpstr>
      <vt:lpstr>Linking an external JavaScript file to a web page</vt:lpstr>
      <vt:lpstr>Placing &lt;script&gt; tags</vt:lpstr>
      <vt:lpstr>Useful JavaScript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Tarvin, David (drtarvin)</dc:creator>
  <cp:lastModifiedBy>Tarvin, David (drtarvin)</cp:lastModifiedBy>
  <cp:revision>1</cp:revision>
  <dcterms:created xsi:type="dcterms:W3CDTF">2025-07-13T16:27:07Z</dcterms:created>
  <dcterms:modified xsi:type="dcterms:W3CDTF">2025-07-13T21:18:33Z</dcterms:modified>
</cp:coreProperties>
</file>