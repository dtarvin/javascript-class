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2" r:id="rId1"/>
    <p:sldMasterId id="2147483673" r:id="rId2"/>
  </p:sldMasterIdLst>
  <p:notesMasterIdLst>
    <p:notesMasterId r:id="rId111"/>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360" r:id="rId20"/>
    <p:sldId id="361" r:id="rId21"/>
    <p:sldId id="362" r:id="rId22"/>
    <p:sldId id="363"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 id="327" r:id="rId78"/>
    <p:sldId id="328" r:id="rId79"/>
    <p:sldId id="329" r:id="rId80"/>
    <p:sldId id="330" r:id="rId81"/>
    <p:sldId id="331" r:id="rId82"/>
    <p:sldId id="332" r:id="rId83"/>
    <p:sldId id="333" r:id="rId84"/>
    <p:sldId id="334" r:id="rId85"/>
    <p:sldId id="335" r:id="rId86"/>
    <p:sldId id="336" r:id="rId87"/>
    <p:sldId id="337" r:id="rId88"/>
    <p:sldId id="338" r:id="rId89"/>
    <p:sldId id="339" r:id="rId90"/>
    <p:sldId id="340" r:id="rId91"/>
    <p:sldId id="341" r:id="rId92"/>
    <p:sldId id="342" r:id="rId93"/>
    <p:sldId id="343" r:id="rId94"/>
    <p:sldId id="344" r:id="rId95"/>
    <p:sldId id="345" r:id="rId96"/>
    <p:sldId id="346" r:id="rId97"/>
    <p:sldId id="347" r:id="rId98"/>
    <p:sldId id="348" r:id="rId99"/>
    <p:sldId id="349" r:id="rId100"/>
    <p:sldId id="350" r:id="rId101"/>
    <p:sldId id="351" r:id="rId102"/>
    <p:sldId id="352" r:id="rId103"/>
    <p:sldId id="353" r:id="rId104"/>
    <p:sldId id="354" r:id="rId105"/>
    <p:sldId id="355" r:id="rId106"/>
    <p:sldId id="356" r:id="rId107"/>
    <p:sldId id="357" r:id="rId108"/>
    <p:sldId id="358" r:id="rId109"/>
    <p:sldId id="359" r:id="rId110"/>
  </p:sldIdLst>
  <p:sldSz cx="9144000" cy="5143500" type="screen16x9"/>
  <p:notesSz cx="6858000" cy="9144000"/>
  <p:embeddedFontLst>
    <p:embeddedFont>
      <p:font typeface="Amatic SC" pitchFamily="2" charset="-79"/>
      <p:regular r:id="rId112"/>
      <p:bold r:id="rId113"/>
    </p:embeddedFont>
    <p:embeddedFont>
      <p:font typeface="Fira Code" panose="020B0809050000020004" pitchFamily="49" charset="0"/>
      <p:regular r:id="rId114"/>
      <p:bold r:id="rId115"/>
    </p:embeddedFont>
    <p:embeddedFont>
      <p:font typeface="Montserrat" pitchFamily="2" charset="77"/>
      <p:regular r:id="rId116"/>
      <p:bold r:id="rId117"/>
      <p:italic r:id="rId118"/>
      <p:boldItalic r:id="rId119"/>
    </p:embeddedFont>
    <p:embeddedFont>
      <p:font typeface="Proxima Nova" panose="02000506030000020004" pitchFamily="2" charset="0"/>
      <p:regular r:id="rId120"/>
      <p:bold r:id="rId121"/>
      <p:italic r:id="rId122"/>
      <p:boldItalic r:id="rId123"/>
    </p:embeddedFont>
    <p:embeddedFont>
      <p:font typeface="Proxima Nova Semibold" panose="02000506030000020004" pitchFamily="2" charset="0"/>
      <p:regular r:id="rId124"/>
      <p:bold r:id="rId125"/>
      <p:italic r:id="rId126"/>
      <p:boldItalic r:id="rId127"/>
    </p:embeddedFont>
    <p:embeddedFont>
      <p:font typeface="Roboto Medium" panose="020F0502020204030204" pitchFamily="34" charset="0"/>
      <p:regular r:id="rId128"/>
      <p:bold r:id="rId129"/>
      <p:italic r:id="rId130"/>
      <p:boldItalic r:id="rId131"/>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648">
          <p15:clr>
            <a:srgbClr val="747775"/>
          </p15:clr>
        </p15:guide>
        <p15:guide id="2" orient="horz" pos="936">
          <p15:clr>
            <a:srgbClr val="747775"/>
          </p15:clr>
        </p15:guide>
        <p15:guide id="3" orient="horz" pos="1152">
          <p15:clr>
            <a:srgbClr val="747775"/>
          </p15:clr>
        </p15:guide>
        <p15:guide id="4" orient="horz" pos="1436">
          <p15:clr>
            <a:srgbClr val="747775"/>
          </p15:clr>
        </p15:guide>
        <p15:guide id="5" orient="horz" pos="1650">
          <p15:clr>
            <a:srgbClr val="747775"/>
          </p15:clr>
        </p15:guide>
        <p15:guide id="6" orient="horz" pos="1953">
          <p15:clr>
            <a:srgbClr val="747775"/>
          </p15:clr>
        </p15:guide>
        <p15:guide id="7" orient="horz" pos="2304">
          <p15:clr>
            <a:srgbClr val="747775"/>
          </p15:clr>
        </p15:guide>
        <p15:guide id="8" orient="horz" pos="2592">
          <p15:clr>
            <a:srgbClr val="747775"/>
          </p15:clr>
        </p15:guide>
        <p15:guide id="9" pos="2304">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3D587759-9986-4914-98AE-49296307D1F9}">
  <a:tblStyle styleId="{3D587759-9986-4914-98AE-49296307D1F9}"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184"/>
    <p:restoredTop sz="94675"/>
  </p:normalViewPr>
  <p:slideViewPr>
    <p:cSldViewPr snapToGrid="0">
      <p:cViewPr>
        <p:scale>
          <a:sx n="120" d="100"/>
          <a:sy n="120" d="100"/>
        </p:scale>
        <p:origin x="1264" y="528"/>
      </p:cViewPr>
      <p:guideLst>
        <p:guide orient="horz" pos="648"/>
        <p:guide orient="horz" pos="936"/>
        <p:guide orient="horz" pos="1152"/>
        <p:guide orient="horz" pos="1436"/>
        <p:guide orient="horz" pos="1650"/>
        <p:guide orient="horz" pos="1953"/>
        <p:guide orient="horz" pos="2304"/>
        <p:guide orient="horz" pos="2592"/>
        <p:guide pos="2304"/>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font" Target="fonts/font6.fntdata"/><Relationship Id="rId21" Type="http://schemas.openxmlformats.org/officeDocument/2006/relationships/slide" Target="slides/slide19.xml"/><Relationship Id="rId42" Type="http://schemas.openxmlformats.org/officeDocument/2006/relationships/slide" Target="slides/slide40.xml"/><Relationship Id="rId63" Type="http://schemas.openxmlformats.org/officeDocument/2006/relationships/slide" Target="slides/slide61.xml"/><Relationship Id="rId84" Type="http://schemas.openxmlformats.org/officeDocument/2006/relationships/slide" Target="slides/slide82.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font" Target="fonts/font12.fntdata"/><Relationship Id="rId128" Type="http://schemas.openxmlformats.org/officeDocument/2006/relationships/font" Target="fonts/font17.fntdata"/><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font" Target="fonts/font2.fntdata"/><Relationship Id="rId118" Type="http://schemas.openxmlformats.org/officeDocument/2006/relationships/font" Target="fonts/font7.fntdata"/><Relationship Id="rId134" Type="http://schemas.openxmlformats.org/officeDocument/2006/relationships/theme" Target="theme/theme1.xml"/><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124" Type="http://schemas.openxmlformats.org/officeDocument/2006/relationships/font" Target="fonts/font13.fntdata"/><Relationship Id="rId129" Type="http://schemas.openxmlformats.org/officeDocument/2006/relationships/font" Target="fonts/font18.fntdata"/><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font" Target="fonts/font3.fntdata"/><Relationship Id="rId119" Type="http://schemas.openxmlformats.org/officeDocument/2006/relationships/font" Target="fonts/font8.fntdata"/><Relationship Id="rId44" Type="http://schemas.openxmlformats.org/officeDocument/2006/relationships/slide" Target="slides/slide42.xml"/><Relationship Id="rId60" Type="http://schemas.openxmlformats.org/officeDocument/2006/relationships/slide" Target="slides/slide58.xml"/><Relationship Id="rId65" Type="http://schemas.openxmlformats.org/officeDocument/2006/relationships/slide" Target="slides/slide63.xml"/><Relationship Id="rId81" Type="http://schemas.openxmlformats.org/officeDocument/2006/relationships/slide" Target="slides/slide79.xml"/><Relationship Id="rId86" Type="http://schemas.openxmlformats.org/officeDocument/2006/relationships/slide" Target="slides/slide84.xml"/><Relationship Id="rId130" Type="http://schemas.openxmlformats.org/officeDocument/2006/relationships/font" Target="fonts/font19.fntdata"/><Relationship Id="rId135" Type="http://schemas.openxmlformats.org/officeDocument/2006/relationships/tableStyles" Target="tableStyles.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font" Target="fonts/font9.fntdata"/><Relationship Id="rId125" Type="http://schemas.openxmlformats.org/officeDocument/2006/relationships/font" Target="fonts/font14.fntdata"/><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font" Target="fonts/font4.fntdata"/><Relationship Id="rId131" Type="http://schemas.openxmlformats.org/officeDocument/2006/relationships/font" Target="fonts/font20.fntdata"/><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font" Target="fonts/font15.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font" Target="fonts/font10.fntdata"/><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font" Target="fonts/font5.fntdata"/><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notesMaster" Target="notesMasters/notesMaster1.xml"/><Relationship Id="rId132" Type="http://schemas.openxmlformats.org/officeDocument/2006/relationships/presProps" Target="presProps.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27" Type="http://schemas.openxmlformats.org/officeDocument/2006/relationships/font" Target="fonts/font16.fntdata"/><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font" Target="fonts/font11.fntdata"/><Relationship Id="rId4" Type="http://schemas.openxmlformats.org/officeDocument/2006/relationships/slide" Target="slides/slide2.xml"/><Relationship Id="rId9" Type="http://schemas.openxmlformats.org/officeDocument/2006/relationships/slide" Target="slides/slide7.xml"/><Relationship Id="rId26" Type="http://schemas.openxmlformats.org/officeDocument/2006/relationships/slide" Target="slides/slide24.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font" Target="fonts/font1.fntdata"/><Relationship Id="rId133"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3" Type="http://schemas.openxmlformats.org/officeDocument/2006/relationships/hyperlink" Target="https://medium.com/@sinalotfi.cs/javascript-named-binding-scope-and-closure-de48cc629f64" TargetMode="External"/><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4"/>
        <p:cNvGrpSpPr/>
        <p:nvPr/>
      </p:nvGrpSpPr>
      <p:grpSpPr>
        <a:xfrm>
          <a:off x="0" y="0"/>
          <a:ext cx="0" cy="0"/>
          <a:chOff x="0" y="0"/>
          <a:chExt cx="0" cy="0"/>
        </a:xfrm>
      </p:grpSpPr>
      <p:sp>
        <p:nvSpPr>
          <p:cNvPr id="455" name="Google Shape;455;g27184bb5313_0_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6" name="Google Shape;456;g27184bb5313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1"/>
        <p:cNvGrpSpPr/>
        <p:nvPr/>
      </p:nvGrpSpPr>
      <p:grpSpPr>
        <a:xfrm>
          <a:off x="0" y="0"/>
          <a:ext cx="0" cy="0"/>
          <a:chOff x="0" y="0"/>
          <a:chExt cx="0" cy="0"/>
        </a:xfrm>
      </p:grpSpPr>
      <p:sp>
        <p:nvSpPr>
          <p:cNvPr id="462" name="Google Shape;462;g27184bb5313_0_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3" name="Google Shape;463;g27184bb5313_0_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p:cNvGrpSpPr/>
        <p:nvPr/>
      </p:nvGrpSpPr>
      <p:grpSpPr>
        <a:xfrm>
          <a:off x="0" y="0"/>
          <a:ext cx="0" cy="0"/>
          <a:chOff x="0" y="0"/>
          <a:chExt cx="0" cy="0"/>
        </a:xfrm>
      </p:grpSpPr>
      <p:sp>
        <p:nvSpPr>
          <p:cNvPr id="468" name="Google Shape;468;g271f2f285b2_0_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g271f2f285b2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3"/>
        <p:cNvGrpSpPr/>
        <p:nvPr/>
      </p:nvGrpSpPr>
      <p:grpSpPr>
        <a:xfrm>
          <a:off x="0" y="0"/>
          <a:ext cx="0" cy="0"/>
          <a:chOff x="0" y="0"/>
          <a:chExt cx="0" cy="0"/>
        </a:xfrm>
      </p:grpSpPr>
      <p:sp>
        <p:nvSpPr>
          <p:cNvPr id="474" name="Google Shape;474;g271f2f285b2_0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5" name="Google Shape;475;g271f2f285b2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9"/>
        <p:cNvGrpSpPr/>
        <p:nvPr/>
      </p:nvGrpSpPr>
      <p:grpSpPr>
        <a:xfrm>
          <a:off x="0" y="0"/>
          <a:ext cx="0" cy="0"/>
          <a:chOff x="0" y="0"/>
          <a:chExt cx="0" cy="0"/>
        </a:xfrm>
      </p:grpSpPr>
      <p:sp>
        <p:nvSpPr>
          <p:cNvPr id="480" name="Google Shape;480;g271f2f285b2_0_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1" name="Google Shape;481;g271f2f285b2_0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5"/>
        <p:cNvGrpSpPr/>
        <p:nvPr/>
      </p:nvGrpSpPr>
      <p:grpSpPr>
        <a:xfrm>
          <a:off x="0" y="0"/>
          <a:ext cx="0" cy="0"/>
          <a:chOff x="0" y="0"/>
          <a:chExt cx="0" cy="0"/>
        </a:xfrm>
      </p:grpSpPr>
      <p:sp>
        <p:nvSpPr>
          <p:cNvPr id="486" name="Google Shape;486;g271f2f285b2_0_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7" name="Google Shape;487;g271f2f285b2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1"/>
        <p:cNvGrpSpPr/>
        <p:nvPr/>
      </p:nvGrpSpPr>
      <p:grpSpPr>
        <a:xfrm>
          <a:off x="0" y="0"/>
          <a:ext cx="0" cy="0"/>
          <a:chOff x="0" y="0"/>
          <a:chExt cx="0" cy="0"/>
        </a:xfrm>
      </p:grpSpPr>
      <p:sp>
        <p:nvSpPr>
          <p:cNvPr id="492" name="Google Shape;492;g271f2f285b2_0_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3" name="Google Shape;493;g271f2f285b2_0_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7"/>
        <p:cNvGrpSpPr/>
        <p:nvPr/>
      </p:nvGrpSpPr>
      <p:grpSpPr>
        <a:xfrm>
          <a:off x="0" y="0"/>
          <a:ext cx="0" cy="0"/>
          <a:chOff x="0" y="0"/>
          <a:chExt cx="0" cy="0"/>
        </a:xfrm>
      </p:grpSpPr>
      <p:sp>
        <p:nvSpPr>
          <p:cNvPr id="498" name="Google Shape;498;g271f2f285b2_0_8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9" name="Google Shape;499;g271f2f285b2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3"/>
        <p:cNvGrpSpPr/>
        <p:nvPr/>
      </p:nvGrpSpPr>
      <p:grpSpPr>
        <a:xfrm>
          <a:off x="0" y="0"/>
          <a:ext cx="0" cy="0"/>
          <a:chOff x="0" y="0"/>
          <a:chExt cx="0" cy="0"/>
        </a:xfrm>
      </p:grpSpPr>
      <p:sp>
        <p:nvSpPr>
          <p:cNvPr id="504" name="Google Shape;504;g271f2f285b2_0_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5" name="Google Shape;505;g271f2f285b2_0_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9"/>
        <p:cNvGrpSpPr/>
        <p:nvPr/>
      </p:nvGrpSpPr>
      <p:grpSpPr>
        <a:xfrm>
          <a:off x="0" y="0"/>
          <a:ext cx="0" cy="0"/>
          <a:chOff x="0" y="0"/>
          <a:chExt cx="0" cy="0"/>
        </a:xfrm>
      </p:grpSpPr>
      <p:sp>
        <p:nvSpPr>
          <p:cNvPr id="510" name="Google Shape;510;g271f2f285b2_0_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1" name="Google Shape;511;g271f2f285b2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5"/>
        <p:cNvGrpSpPr/>
        <p:nvPr/>
      </p:nvGrpSpPr>
      <p:grpSpPr>
        <a:xfrm>
          <a:off x="0" y="0"/>
          <a:ext cx="0" cy="0"/>
          <a:chOff x="0" y="0"/>
          <a:chExt cx="0" cy="0"/>
        </a:xfrm>
      </p:grpSpPr>
      <p:sp>
        <p:nvSpPr>
          <p:cNvPr id="516" name="Google Shape;516;g271f2f285b2_0_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7" name="Google Shape;517;g271f2f285b2_0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1"/>
        <p:cNvGrpSpPr/>
        <p:nvPr/>
      </p:nvGrpSpPr>
      <p:grpSpPr>
        <a:xfrm>
          <a:off x="0" y="0"/>
          <a:ext cx="0" cy="0"/>
          <a:chOff x="0" y="0"/>
          <a:chExt cx="0" cy="0"/>
        </a:xfrm>
      </p:grpSpPr>
      <p:sp>
        <p:nvSpPr>
          <p:cNvPr id="522" name="Google Shape;522;g271f2f285b2_0_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3" name="Google Shape;523;g271f2f285b2_0_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7"/>
        <p:cNvGrpSpPr/>
        <p:nvPr/>
      </p:nvGrpSpPr>
      <p:grpSpPr>
        <a:xfrm>
          <a:off x="0" y="0"/>
          <a:ext cx="0" cy="0"/>
          <a:chOff x="0" y="0"/>
          <a:chExt cx="0" cy="0"/>
        </a:xfrm>
      </p:grpSpPr>
      <p:sp>
        <p:nvSpPr>
          <p:cNvPr id="528" name="Google Shape;528;g271f2f285b2_0_9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9" name="Google Shape;529;g271f2f285b2_0_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3"/>
        <p:cNvGrpSpPr/>
        <p:nvPr/>
      </p:nvGrpSpPr>
      <p:grpSpPr>
        <a:xfrm>
          <a:off x="0" y="0"/>
          <a:ext cx="0" cy="0"/>
          <a:chOff x="0" y="0"/>
          <a:chExt cx="0" cy="0"/>
        </a:xfrm>
      </p:grpSpPr>
      <p:sp>
        <p:nvSpPr>
          <p:cNvPr id="534" name="Google Shape;534;g271f2f285b2_0_4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5" name="Google Shape;535;g271f2f285b2_0_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9"/>
        <p:cNvGrpSpPr/>
        <p:nvPr/>
      </p:nvGrpSpPr>
      <p:grpSpPr>
        <a:xfrm>
          <a:off x="0" y="0"/>
          <a:ext cx="0" cy="0"/>
          <a:chOff x="0" y="0"/>
          <a:chExt cx="0" cy="0"/>
        </a:xfrm>
      </p:grpSpPr>
      <p:sp>
        <p:nvSpPr>
          <p:cNvPr id="540" name="Google Shape;540;g271f2f285b2_0_5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1" name="Google Shape;541;g271f2f285b2_0_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5"/>
        <p:cNvGrpSpPr/>
        <p:nvPr/>
      </p:nvGrpSpPr>
      <p:grpSpPr>
        <a:xfrm>
          <a:off x="0" y="0"/>
          <a:ext cx="0" cy="0"/>
          <a:chOff x="0" y="0"/>
          <a:chExt cx="0" cy="0"/>
        </a:xfrm>
      </p:grpSpPr>
      <p:sp>
        <p:nvSpPr>
          <p:cNvPr id="546" name="Google Shape;546;g271f2f285b2_0_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7" name="Google Shape;547;g271f2f285b2_0_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1"/>
        <p:cNvGrpSpPr/>
        <p:nvPr/>
      </p:nvGrpSpPr>
      <p:grpSpPr>
        <a:xfrm>
          <a:off x="0" y="0"/>
          <a:ext cx="0" cy="0"/>
          <a:chOff x="0" y="0"/>
          <a:chExt cx="0" cy="0"/>
        </a:xfrm>
      </p:grpSpPr>
      <p:sp>
        <p:nvSpPr>
          <p:cNvPr id="552" name="Google Shape;552;g271f2f285b2_0_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3" name="Google Shape;553;g271f2f285b2_0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7"/>
        <p:cNvGrpSpPr/>
        <p:nvPr/>
      </p:nvGrpSpPr>
      <p:grpSpPr>
        <a:xfrm>
          <a:off x="0" y="0"/>
          <a:ext cx="0" cy="0"/>
          <a:chOff x="0" y="0"/>
          <a:chExt cx="0" cy="0"/>
        </a:xfrm>
      </p:grpSpPr>
      <p:sp>
        <p:nvSpPr>
          <p:cNvPr id="558" name="Google Shape;558;g271f2f285b2_0_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9" name="Google Shape;559;g271f2f285b2_0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3"/>
        <p:cNvGrpSpPr/>
        <p:nvPr/>
      </p:nvGrpSpPr>
      <p:grpSpPr>
        <a:xfrm>
          <a:off x="0" y="0"/>
          <a:ext cx="0" cy="0"/>
          <a:chOff x="0" y="0"/>
          <a:chExt cx="0" cy="0"/>
        </a:xfrm>
      </p:grpSpPr>
      <p:sp>
        <p:nvSpPr>
          <p:cNvPr id="564" name="Google Shape;564;g271f2f285b2_0_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5" name="Google Shape;565;g271f2f285b2_0_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9"/>
        <p:cNvGrpSpPr/>
        <p:nvPr/>
      </p:nvGrpSpPr>
      <p:grpSpPr>
        <a:xfrm>
          <a:off x="0" y="0"/>
          <a:ext cx="0" cy="0"/>
          <a:chOff x="0" y="0"/>
          <a:chExt cx="0" cy="0"/>
        </a:xfrm>
      </p:grpSpPr>
      <p:sp>
        <p:nvSpPr>
          <p:cNvPr id="570" name="Google Shape;570;ge7b5133482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1" name="Google Shape;571;ge7b513348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0"/>
        <p:cNvGrpSpPr/>
        <p:nvPr/>
      </p:nvGrpSpPr>
      <p:grpSpPr>
        <a:xfrm>
          <a:off x="0" y="0"/>
          <a:ext cx="0" cy="0"/>
          <a:chOff x="0" y="0"/>
          <a:chExt cx="0" cy="0"/>
        </a:xfrm>
      </p:grpSpPr>
      <p:sp>
        <p:nvSpPr>
          <p:cNvPr id="581" name="Google Shape;581;g2cd0604b252_0_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2" name="Google Shape;582;g2cd0604b252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7"/>
        <p:cNvGrpSpPr/>
        <p:nvPr/>
      </p:nvGrpSpPr>
      <p:grpSpPr>
        <a:xfrm>
          <a:off x="0" y="0"/>
          <a:ext cx="0" cy="0"/>
          <a:chOff x="0" y="0"/>
          <a:chExt cx="0" cy="0"/>
        </a:xfrm>
      </p:grpSpPr>
      <p:sp>
        <p:nvSpPr>
          <p:cNvPr id="588" name="Google Shape;588;g2cd0604b252_0_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9" name="Google Shape;589;g2cd0604b252_0_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3"/>
        <p:cNvGrpSpPr/>
        <p:nvPr/>
      </p:nvGrpSpPr>
      <p:grpSpPr>
        <a:xfrm>
          <a:off x="0" y="0"/>
          <a:ext cx="0" cy="0"/>
          <a:chOff x="0" y="0"/>
          <a:chExt cx="0" cy="0"/>
        </a:xfrm>
      </p:grpSpPr>
      <p:sp>
        <p:nvSpPr>
          <p:cNvPr id="594" name="Google Shape;594;g2cd0604b252_0_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5" name="Google Shape;595;g2cd0604b252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9"/>
        <p:cNvGrpSpPr/>
        <p:nvPr/>
      </p:nvGrpSpPr>
      <p:grpSpPr>
        <a:xfrm>
          <a:off x="0" y="0"/>
          <a:ext cx="0" cy="0"/>
          <a:chOff x="0" y="0"/>
          <a:chExt cx="0" cy="0"/>
        </a:xfrm>
      </p:grpSpPr>
      <p:sp>
        <p:nvSpPr>
          <p:cNvPr id="600" name="Google Shape;600;g2cd0604b252_0_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1" name="Google Shape;601;g2cd0604b252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5"/>
        <p:cNvGrpSpPr/>
        <p:nvPr/>
      </p:nvGrpSpPr>
      <p:grpSpPr>
        <a:xfrm>
          <a:off x="0" y="0"/>
          <a:ext cx="0" cy="0"/>
          <a:chOff x="0" y="0"/>
          <a:chExt cx="0" cy="0"/>
        </a:xfrm>
      </p:grpSpPr>
      <p:sp>
        <p:nvSpPr>
          <p:cNvPr id="606" name="Google Shape;606;g270932d8950_0_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7" name="Google Shape;607;g270932d8950_0_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2"/>
        <p:cNvGrpSpPr/>
        <p:nvPr/>
      </p:nvGrpSpPr>
      <p:grpSpPr>
        <a:xfrm>
          <a:off x="0" y="0"/>
          <a:ext cx="0" cy="0"/>
          <a:chOff x="0" y="0"/>
          <a:chExt cx="0" cy="0"/>
        </a:xfrm>
      </p:grpSpPr>
      <p:sp>
        <p:nvSpPr>
          <p:cNvPr id="613" name="Google Shape;613;g2d03612ac4f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4" name="Google Shape;614;g2d03612ac4f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8"/>
        <p:cNvGrpSpPr/>
        <p:nvPr/>
      </p:nvGrpSpPr>
      <p:grpSpPr>
        <a:xfrm>
          <a:off x="0" y="0"/>
          <a:ext cx="0" cy="0"/>
          <a:chOff x="0" y="0"/>
          <a:chExt cx="0" cy="0"/>
        </a:xfrm>
      </p:grpSpPr>
      <p:sp>
        <p:nvSpPr>
          <p:cNvPr id="619" name="Google Shape;619;g2d03612ac4f_0_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0" name="Google Shape;620;g2d03612ac4f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Five different types of binding discussed here: </a:t>
            </a:r>
            <a:r>
              <a:rPr lang="en" u="sng">
                <a:solidFill>
                  <a:schemeClr val="hlink"/>
                </a:solidFill>
                <a:hlinkClick r:id="rId3"/>
              </a:rPr>
              <a:t>https://medium.com/@sinalotfi.cs/javascript-named-binding-scope-and-closure-de48cc629f64</a:t>
            </a:r>
            <a:r>
              <a:rPr lang="en"/>
              <a:t>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4"/>
        <p:cNvGrpSpPr/>
        <p:nvPr/>
      </p:nvGrpSpPr>
      <p:grpSpPr>
        <a:xfrm>
          <a:off x="0" y="0"/>
          <a:ext cx="0" cy="0"/>
          <a:chOff x="0" y="0"/>
          <a:chExt cx="0" cy="0"/>
        </a:xfrm>
      </p:grpSpPr>
      <p:sp>
        <p:nvSpPr>
          <p:cNvPr id="625" name="Google Shape;625;g27073b09462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6" name="Google Shape;626;g27073b0946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5"/>
        <p:cNvGrpSpPr/>
        <p:nvPr/>
      </p:nvGrpSpPr>
      <p:grpSpPr>
        <a:xfrm>
          <a:off x="0" y="0"/>
          <a:ext cx="0" cy="0"/>
          <a:chOff x="0" y="0"/>
          <a:chExt cx="0" cy="0"/>
        </a:xfrm>
      </p:grpSpPr>
      <p:sp>
        <p:nvSpPr>
          <p:cNvPr id="636" name="Google Shape;636;g2bc7beed1be_0_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7" name="Google Shape;637;g2bc7beed1be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2"/>
        <p:cNvGrpSpPr/>
        <p:nvPr/>
      </p:nvGrpSpPr>
      <p:grpSpPr>
        <a:xfrm>
          <a:off x="0" y="0"/>
          <a:ext cx="0" cy="0"/>
          <a:chOff x="0" y="0"/>
          <a:chExt cx="0" cy="0"/>
        </a:xfrm>
      </p:grpSpPr>
      <p:sp>
        <p:nvSpPr>
          <p:cNvPr id="643" name="Google Shape;643;g2bc7beed1be_0_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4" name="Google Shape;644;g2bc7beed1be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1"/>
        <p:cNvGrpSpPr/>
        <p:nvPr/>
      </p:nvGrpSpPr>
      <p:grpSpPr>
        <a:xfrm>
          <a:off x="0" y="0"/>
          <a:ext cx="0" cy="0"/>
          <a:chOff x="0" y="0"/>
          <a:chExt cx="0" cy="0"/>
        </a:xfrm>
      </p:grpSpPr>
      <p:sp>
        <p:nvSpPr>
          <p:cNvPr id="662" name="Google Shape;662;g2bc7beed1be_0_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3" name="Google Shape;663;g2bc7beed1be_0_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bc7beed1be_0_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0" name="Google Shape;670;g2bc7beed1be_0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70932d8950_0_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70932d8950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0"/>
        <p:cNvGrpSpPr/>
        <p:nvPr/>
      </p:nvGrpSpPr>
      <p:grpSpPr>
        <a:xfrm>
          <a:off x="0" y="0"/>
          <a:ext cx="0" cy="0"/>
          <a:chOff x="0" y="0"/>
          <a:chExt cx="0" cy="0"/>
        </a:xfrm>
      </p:grpSpPr>
      <p:sp>
        <p:nvSpPr>
          <p:cNvPr id="681" name="Google Shape;681;g270932d8950_0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2" name="Google Shape;682;g270932d8950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7"/>
        <p:cNvGrpSpPr/>
        <p:nvPr/>
      </p:nvGrpSpPr>
      <p:grpSpPr>
        <a:xfrm>
          <a:off x="0" y="0"/>
          <a:ext cx="0" cy="0"/>
          <a:chOff x="0" y="0"/>
          <a:chExt cx="0" cy="0"/>
        </a:xfrm>
      </p:grpSpPr>
      <p:sp>
        <p:nvSpPr>
          <p:cNvPr id="688" name="Google Shape;688;g270932d8950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9" name="Google Shape;689;g270932d895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3"/>
        <p:cNvGrpSpPr/>
        <p:nvPr/>
      </p:nvGrpSpPr>
      <p:grpSpPr>
        <a:xfrm>
          <a:off x="0" y="0"/>
          <a:ext cx="0" cy="0"/>
          <a:chOff x="0" y="0"/>
          <a:chExt cx="0" cy="0"/>
        </a:xfrm>
      </p:grpSpPr>
      <p:sp>
        <p:nvSpPr>
          <p:cNvPr id="694" name="Google Shape;694;g270932d8950_0_1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5" name="Google Shape;695;g270932d8950_0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9"/>
        <p:cNvGrpSpPr/>
        <p:nvPr/>
      </p:nvGrpSpPr>
      <p:grpSpPr>
        <a:xfrm>
          <a:off x="0" y="0"/>
          <a:ext cx="0" cy="0"/>
          <a:chOff x="0" y="0"/>
          <a:chExt cx="0" cy="0"/>
        </a:xfrm>
      </p:grpSpPr>
      <p:sp>
        <p:nvSpPr>
          <p:cNvPr id="700" name="Google Shape;700;g270932d8950_0_2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1" name="Google Shape;701;g270932d8950_0_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5"/>
        <p:cNvGrpSpPr/>
        <p:nvPr/>
      </p:nvGrpSpPr>
      <p:grpSpPr>
        <a:xfrm>
          <a:off x="0" y="0"/>
          <a:ext cx="0" cy="0"/>
          <a:chOff x="0" y="0"/>
          <a:chExt cx="0" cy="0"/>
        </a:xfrm>
      </p:grpSpPr>
      <p:sp>
        <p:nvSpPr>
          <p:cNvPr id="706" name="Google Shape;706;g2bc7beed1be_0_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7" name="Google Shape;707;g2bc7beed1be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1"/>
        <p:cNvGrpSpPr/>
        <p:nvPr/>
      </p:nvGrpSpPr>
      <p:grpSpPr>
        <a:xfrm>
          <a:off x="0" y="0"/>
          <a:ext cx="0" cy="0"/>
          <a:chOff x="0" y="0"/>
          <a:chExt cx="0" cy="0"/>
        </a:xfrm>
      </p:grpSpPr>
      <p:sp>
        <p:nvSpPr>
          <p:cNvPr id="712" name="Google Shape;712;g2cd0604b252_0_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3" name="Google Shape;713;g2cd0604b252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7"/>
        <p:cNvGrpSpPr/>
        <p:nvPr/>
      </p:nvGrpSpPr>
      <p:grpSpPr>
        <a:xfrm>
          <a:off x="0" y="0"/>
          <a:ext cx="0" cy="0"/>
          <a:chOff x="0" y="0"/>
          <a:chExt cx="0" cy="0"/>
        </a:xfrm>
      </p:grpSpPr>
      <p:sp>
        <p:nvSpPr>
          <p:cNvPr id="718" name="Google Shape;718;g270932d8950_0_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9" name="Google Shape;719;g270932d8950_0_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3"/>
        <p:cNvGrpSpPr/>
        <p:nvPr/>
      </p:nvGrpSpPr>
      <p:grpSpPr>
        <a:xfrm>
          <a:off x="0" y="0"/>
          <a:ext cx="0" cy="0"/>
          <a:chOff x="0" y="0"/>
          <a:chExt cx="0" cy="0"/>
        </a:xfrm>
      </p:grpSpPr>
      <p:sp>
        <p:nvSpPr>
          <p:cNvPr id="724" name="Google Shape;724;g2cd0604b252_0_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5" name="Google Shape;725;g2cd0604b252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9"/>
        <p:cNvGrpSpPr/>
        <p:nvPr/>
      </p:nvGrpSpPr>
      <p:grpSpPr>
        <a:xfrm>
          <a:off x="0" y="0"/>
          <a:ext cx="0" cy="0"/>
          <a:chOff x="0" y="0"/>
          <a:chExt cx="0" cy="0"/>
        </a:xfrm>
      </p:grpSpPr>
      <p:sp>
        <p:nvSpPr>
          <p:cNvPr id="730" name="Google Shape;730;g270932d8950_0_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1" name="Google Shape;731;g270932d8950_0_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5"/>
        <p:cNvGrpSpPr/>
        <p:nvPr/>
      </p:nvGrpSpPr>
      <p:grpSpPr>
        <a:xfrm>
          <a:off x="0" y="0"/>
          <a:ext cx="0" cy="0"/>
          <a:chOff x="0" y="0"/>
          <a:chExt cx="0" cy="0"/>
        </a:xfrm>
      </p:grpSpPr>
      <p:sp>
        <p:nvSpPr>
          <p:cNvPr id="736" name="Google Shape;736;g270932d8950_0_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7" name="Google Shape;737;g270932d8950_0_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1"/>
        <p:cNvGrpSpPr/>
        <p:nvPr/>
      </p:nvGrpSpPr>
      <p:grpSpPr>
        <a:xfrm>
          <a:off x="0" y="0"/>
          <a:ext cx="0" cy="0"/>
          <a:chOff x="0" y="0"/>
          <a:chExt cx="0" cy="0"/>
        </a:xfrm>
      </p:grpSpPr>
      <p:sp>
        <p:nvSpPr>
          <p:cNvPr id="742" name="Google Shape;742;g270932d8950_0_6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3" name="Google Shape;743;g270932d8950_0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7"/>
        <p:cNvGrpSpPr/>
        <p:nvPr/>
      </p:nvGrpSpPr>
      <p:grpSpPr>
        <a:xfrm>
          <a:off x="0" y="0"/>
          <a:ext cx="0" cy="0"/>
          <a:chOff x="0" y="0"/>
          <a:chExt cx="0" cy="0"/>
        </a:xfrm>
      </p:grpSpPr>
      <p:sp>
        <p:nvSpPr>
          <p:cNvPr id="748" name="Google Shape;748;g270932d8950_0_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9" name="Google Shape;749;g270932d8950_0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3"/>
        <p:cNvGrpSpPr/>
        <p:nvPr/>
      </p:nvGrpSpPr>
      <p:grpSpPr>
        <a:xfrm>
          <a:off x="0" y="0"/>
          <a:ext cx="0" cy="0"/>
          <a:chOff x="0" y="0"/>
          <a:chExt cx="0" cy="0"/>
        </a:xfrm>
      </p:grpSpPr>
      <p:sp>
        <p:nvSpPr>
          <p:cNvPr id="754" name="Google Shape;754;g270932d8950_0_3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5" name="Google Shape;755;g270932d8950_0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9"/>
        <p:cNvGrpSpPr/>
        <p:nvPr/>
      </p:nvGrpSpPr>
      <p:grpSpPr>
        <a:xfrm>
          <a:off x="0" y="0"/>
          <a:ext cx="0" cy="0"/>
          <a:chOff x="0" y="0"/>
          <a:chExt cx="0" cy="0"/>
        </a:xfrm>
      </p:grpSpPr>
      <p:sp>
        <p:nvSpPr>
          <p:cNvPr id="760" name="Google Shape;760;g270932d8950_0_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1" name="Google Shape;761;g270932d8950_0_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5"/>
        <p:cNvGrpSpPr/>
        <p:nvPr/>
      </p:nvGrpSpPr>
      <p:grpSpPr>
        <a:xfrm>
          <a:off x="0" y="0"/>
          <a:ext cx="0" cy="0"/>
          <a:chOff x="0" y="0"/>
          <a:chExt cx="0" cy="0"/>
        </a:xfrm>
      </p:grpSpPr>
      <p:sp>
        <p:nvSpPr>
          <p:cNvPr id="766" name="Google Shape;766;g270932d8950_0_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7" name="Google Shape;767;g270932d8950_0_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1"/>
        <p:cNvGrpSpPr/>
        <p:nvPr/>
      </p:nvGrpSpPr>
      <p:grpSpPr>
        <a:xfrm>
          <a:off x="0" y="0"/>
          <a:ext cx="0" cy="0"/>
          <a:chOff x="0" y="0"/>
          <a:chExt cx="0" cy="0"/>
        </a:xfrm>
      </p:grpSpPr>
      <p:sp>
        <p:nvSpPr>
          <p:cNvPr id="772" name="Google Shape;772;g270932d8950_0_7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3" name="Google Shape;773;g270932d8950_0_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7"/>
        <p:cNvGrpSpPr/>
        <p:nvPr/>
      </p:nvGrpSpPr>
      <p:grpSpPr>
        <a:xfrm>
          <a:off x="0" y="0"/>
          <a:ext cx="0" cy="0"/>
          <a:chOff x="0" y="0"/>
          <a:chExt cx="0" cy="0"/>
        </a:xfrm>
      </p:grpSpPr>
      <p:sp>
        <p:nvSpPr>
          <p:cNvPr id="778" name="Google Shape;778;g2bc7beed1be_0_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9" name="Google Shape;779;g2bc7beed1be_0_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3"/>
        <p:cNvGrpSpPr/>
        <p:nvPr/>
      </p:nvGrpSpPr>
      <p:grpSpPr>
        <a:xfrm>
          <a:off x="0" y="0"/>
          <a:ext cx="0" cy="0"/>
          <a:chOff x="0" y="0"/>
          <a:chExt cx="0" cy="0"/>
        </a:xfrm>
      </p:grpSpPr>
      <p:sp>
        <p:nvSpPr>
          <p:cNvPr id="784" name="Google Shape;784;g270932d8950_0_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5" name="Google Shape;785;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9"/>
        <p:cNvGrpSpPr/>
        <p:nvPr/>
      </p:nvGrpSpPr>
      <p:grpSpPr>
        <a:xfrm>
          <a:off x="0" y="0"/>
          <a:ext cx="0" cy="0"/>
          <a:chOff x="0" y="0"/>
          <a:chExt cx="0" cy="0"/>
        </a:xfrm>
      </p:grpSpPr>
      <p:sp>
        <p:nvSpPr>
          <p:cNvPr id="790" name="Google Shape;790;g2bc7beed1be_0_8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1" name="Google Shape;791;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5"/>
        <p:cNvGrpSpPr/>
        <p:nvPr/>
      </p:nvGrpSpPr>
      <p:grpSpPr>
        <a:xfrm>
          <a:off x="0" y="0"/>
          <a:ext cx="0" cy="0"/>
          <a:chOff x="0" y="0"/>
          <a:chExt cx="0" cy="0"/>
        </a:xfrm>
      </p:grpSpPr>
      <p:sp>
        <p:nvSpPr>
          <p:cNvPr id="796" name="Google Shape;796;g2bc7beed1be_0_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7" name="Google Shape;797;g2bc7beed1be_0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1"/>
        <p:cNvGrpSpPr/>
        <p:nvPr/>
      </p:nvGrpSpPr>
      <p:grpSpPr>
        <a:xfrm>
          <a:off x="0" y="0"/>
          <a:ext cx="0" cy="0"/>
          <a:chOff x="0" y="0"/>
          <a:chExt cx="0" cy="0"/>
        </a:xfrm>
      </p:grpSpPr>
      <p:sp>
        <p:nvSpPr>
          <p:cNvPr id="802" name="Google Shape;802;g2bc7beed1be_0_9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3" name="Google Shape;803;g2bc7beed1be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7"/>
        <p:cNvGrpSpPr/>
        <p:nvPr/>
      </p:nvGrpSpPr>
      <p:grpSpPr>
        <a:xfrm>
          <a:off x="0" y="0"/>
          <a:ext cx="0" cy="0"/>
          <a:chOff x="0" y="0"/>
          <a:chExt cx="0" cy="0"/>
        </a:xfrm>
      </p:grpSpPr>
      <p:sp>
        <p:nvSpPr>
          <p:cNvPr id="808" name="Google Shape;808;g2bc7beed1be_0_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9" name="Google Shape;809;g2bc7beed1be_0_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3"/>
        <p:cNvGrpSpPr/>
        <p:nvPr/>
      </p:nvGrpSpPr>
      <p:grpSpPr>
        <a:xfrm>
          <a:off x="0" y="0"/>
          <a:ext cx="0" cy="0"/>
          <a:chOff x="0" y="0"/>
          <a:chExt cx="0" cy="0"/>
        </a:xfrm>
      </p:grpSpPr>
      <p:sp>
        <p:nvSpPr>
          <p:cNvPr id="814" name="Google Shape;814;g27241a13e4a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5" name="Google Shape;815;g27241a13e4a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1"/>
        <p:cNvGrpSpPr/>
        <p:nvPr/>
      </p:nvGrpSpPr>
      <p:grpSpPr>
        <a:xfrm>
          <a:off x="0" y="0"/>
          <a:ext cx="0" cy="0"/>
          <a:chOff x="0" y="0"/>
          <a:chExt cx="0" cy="0"/>
        </a:xfrm>
      </p:grpSpPr>
      <p:sp>
        <p:nvSpPr>
          <p:cNvPr id="822" name="Google Shape;822;g2bc7beed1be_0_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3" name="Google Shape;823;g2bc7beed1be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7"/>
        <p:cNvGrpSpPr/>
        <p:nvPr/>
      </p:nvGrpSpPr>
      <p:grpSpPr>
        <a:xfrm>
          <a:off x="0" y="0"/>
          <a:ext cx="0" cy="0"/>
          <a:chOff x="0" y="0"/>
          <a:chExt cx="0" cy="0"/>
        </a:xfrm>
      </p:grpSpPr>
      <p:sp>
        <p:nvSpPr>
          <p:cNvPr id="828" name="Google Shape;828;g2bc7beed1be_0_6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9" name="Google Shape;829;g2bc7beed1be_0_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
        <p:cNvGrpSpPr/>
        <p:nvPr/>
      </p:nvGrpSpPr>
      <p:grpSpPr>
        <a:xfrm>
          <a:off x="0" y="0"/>
          <a:ext cx="0" cy="0"/>
          <a:chOff x="0" y="0"/>
          <a:chExt cx="0" cy="0"/>
        </a:xfrm>
      </p:grpSpPr>
      <p:sp>
        <p:nvSpPr>
          <p:cNvPr id="834" name="Google Shape;834;g2bc7beed1be_0_4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5" name="Google Shape;835;g2bc7beed1be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9"/>
        <p:cNvGrpSpPr/>
        <p:nvPr/>
      </p:nvGrpSpPr>
      <p:grpSpPr>
        <a:xfrm>
          <a:off x="0" y="0"/>
          <a:ext cx="0" cy="0"/>
          <a:chOff x="0" y="0"/>
          <a:chExt cx="0" cy="0"/>
        </a:xfrm>
      </p:grpSpPr>
      <p:sp>
        <p:nvSpPr>
          <p:cNvPr id="840" name="Google Shape;840;g2bc7beed1be_0_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1" name="Google Shape;841;g2bc7beed1be_0_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5"/>
        <p:cNvGrpSpPr/>
        <p:nvPr/>
      </p:nvGrpSpPr>
      <p:grpSpPr>
        <a:xfrm>
          <a:off x="0" y="0"/>
          <a:ext cx="0" cy="0"/>
          <a:chOff x="0" y="0"/>
          <a:chExt cx="0" cy="0"/>
        </a:xfrm>
      </p:grpSpPr>
      <p:sp>
        <p:nvSpPr>
          <p:cNvPr id="846" name="Google Shape;846;g2bc7beed1be_0_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7" name="Google Shape;847;g2bc7beed1be_0_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1"/>
        <p:cNvGrpSpPr/>
        <p:nvPr/>
      </p:nvGrpSpPr>
      <p:grpSpPr>
        <a:xfrm>
          <a:off x="0" y="0"/>
          <a:ext cx="0" cy="0"/>
          <a:chOff x="0" y="0"/>
          <a:chExt cx="0" cy="0"/>
        </a:xfrm>
      </p:grpSpPr>
      <p:sp>
        <p:nvSpPr>
          <p:cNvPr id="852" name="Google Shape;852;ge7f9c668d6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3" name="Google Shape;853;ge7f9c668d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0"/>
        <p:cNvGrpSpPr/>
        <p:nvPr/>
      </p:nvGrpSpPr>
      <p:grpSpPr>
        <a:xfrm>
          <a:off x="0" y="0"/>
          <a:ext cx="0" cy="0"/>
          <a:chOff x="0" y="0"/>
          <a:chExt cx="0" cy="0"/>
        </a:xfrm>
      </p:grpSpPr>
      <p:sp>
        <p:nvSpPr>
          <p:cNvPr id="861" name="Google Shape;861;ge7b3cc9d39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2" name="Google Shape;862;ge7b3cc9d39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0"/>
        <p:cNvGrpSpPr/>
        <p:nvPr/>
      </p:nvGrpSpPr>
      <p:grpSpPr>
        <a:xfrm>
          <a:off x="0" y="0"/>
          <a:ext cx="0" cy="0"/>
          <a:chOff x="0" y="0"/>
          <a:chExt cx="0" cy="0"/>
        </a:xfrm>
      </p:grpSpPr>
      <p:sp>
        <p:nvSpPr>
          <p:cNvPr id="881" name="Google Shape;881;ge7f9c668d6_0_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2" name="Google Shape;882;ge7f9c668d6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2"/>
        <p:cNvGrpSpPr/>
        <p:nvPr/>
      </p:nvGrpSpPr>
      <p:grpSpPr>
        <a:xfrm>
          <a:off x="0" y="0"/>
          <a:ext cx="0" cy="0"/>
          <a:chOff x="0" y="0"/>
          <a:chExt cx="0" cy="0"/>
        </a:xfrm>
      </p:grpSpPr>
      <p:sp>
        <p:nvSpPr>
          <p:cNvPr id="893" name="Google Shape;893;ge7f9c668d6_0_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4" name="Google Shape;894;ge7f9c668d6_0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1"/>
        <p:cNvGrpSpPr/>
        <p:nvPr/>
      </p:nvGrpSpPr>
      <p:grpSpPr>
        <a:xfrm>
          <a:off x="0" y="0"/>
          <a:ext cx="0" cy="0"/>
          <a:chOff x="0" y="0"/>
          <a:chExt cx="0" cy="0"/>
        </a:xfrm>
      </p:grpSpPr>
      <p:sp>
        <p:nvSpPr>
          <p:cNvPr id="942" name="Google Shape;942;ge7b3cc9d39_0_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3" name="Google Shape;943;ge7b3cc9d39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6"/>
        <p:cNvGrpSpPr/>
        <p:nvPr/>
      </p:nvGrpSpPr>
      <p:grpSpPr>
        <a:xfrm>
          <a:off x="0" y="0"/>
          <a:ext cx="0" cy="0"/>
          <a:chOff x="0" y="0"/>
          <a:chExt cx="0" cy="0"/>
        </a:xfrm>
      </p:grpSpPr>
      <p:sp>
        <p:nvSpPr>
          <p:cNvPr id="957" name="Google Shape;957;ge7f9c668d6_0_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8" name="Google Shape;958;ge7f9c668d6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4"/>
        <p:cNvGrpSpPr/>
        <p:nvPr/>
      </p:nvGrpSpPr>
      <p:grpSpPr>
        <a:xfrm>
          <a:off x="0" y="0"/>
          <a:ext cx="0" cy="0"/>
          <a:chOff x="0" y="0"/>
          <a:chExt cx="0" cy="0"/>
        </a:xfrm>
      </p:grpSpPr>
      <p:sp>
        <p:nvSpPr>
          <p:cNvPr id="1015" name="Google Shape;1015;ge7f9c668d6_0_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6" name="Google Shape;1016;ge7f9c668d6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0"/>
        <p:cNvGrpSpPr/>
        <p:nvPr/>
      </p:nvGrpSpPr>
      <p:grpSpPr>
        <a:xfrm>
          <a:off x="0" y="0"/>
          <a:ext cx="0" cy="0"/>
          <a:chOff x="0" y="0"/>
          <a:chExt cx="0" cy="0"/>
        </a:xfrm>
      </p:grpSpPr>
      <p:sp>
        <p:nvSpPr>
          <p:cNvPr id="1041" name="Google Shape;1041;ge7f9c668d6_0_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2" name="Google Shape;1042;ge7f9c668d6_0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2"/>
        <p:cNvGrpSpPr/>
        <p:nvPr/>
      </p:nvGrpSpPr>
      <p:grpSpPr>
        <a:xfrm>
          <a:off x="0" y="0"/>
          <a:ext cx="0" cy="0"/>
          <a:chOff x="0" y="0"/>
          <a:chExt cx="0" cy="0"/>
        </a:xfrm>
      </p:grpSpPr>
      <p:sp>
        <p:nvSpPr>
          <p:cNvPr id="1093" name="Google Shape;1093;ge7f9c668d6_0_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4" name="Google Shape;1094;ge7f9c668d6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2"/>
        <p:cNvGrpSpPr/>
        <p:nvPr/>
      </p:nvGrpSpPr>
      <p:grpSpPr>
        <a:xfrm>
          <a:off x="0" y="0"/>
          <a:ext cx="0" cy="0"/>
          <a:chOff x="0" y="0"/>
          <a:chExt cx="0" cy="0"/>
        </a:xfrm>
      </p:grpSpPr>
      <p:sp>
        <p:nvSpPr>
          <p:cNvPr id="1163" name="Google Shape;1163;ge7f9c668d6_0_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4" name="Google Shape;1164;ge7f9c668d6_0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8"/>
        <p:cNvGrpSpPr/>
        <p:nvPr/>
      </p:nvGrpSpPr>
      <p:grpSpPr>
        <a:xfrm>
          <a:off x="0" y="0"/>
          <a:ext cx="0" cy="0"/>
          <a:chOff x="0" y="0"/>
          <a:chExt cx="0" cy="0"/>
        </a:xfrm>
      </p:grpSpPr>
      <p:sp>
        <p:nvSpPr>
          <p:cNvPr id="1179" name="Google Shape;1179;ge7f9c668d6_0_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0" name="Google Shape;1180;ge7f9c668d6_0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4"/>
        <p:cNvGrpSpPr/>
        <p:nvPr/>
      </p:nvGrpSpPr>
      <p:grpSpPr>
        <a:xfrm>
          <a:off x="0" y="0"/>
          <a:ext cx="0" cy="0"/>
          <a:chOff x="0" y="0"/>
          <a:chExt cx="0" cy="0"/>
        </a:xfrm>
      </p:grpSpPr>
      <p:sp>
        <p:nvSpPr>
          <p:cNvPr id="1195" name="Google Shape;1195;ge7b3cc9d39_0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6" name="Google Shape;1196;ge7b3cc9d39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1"/>
        <p:cNvGrpSpPr/>
        <p:nvPr/>
      </p:nvGrpSpPr>
      <p:grpSpPr>
        <a:xfrm>
          <a:off x="0" y="0"/>
          <a:ext cx="0" cy="0"/>
          <a:chOff x="0" y="0"/>
          <a:chExt cx="0" cy="0"/>
        </a:xfrm>
      </p:grpSpPr>
      <p:sp>
        <p:nvSpPr>
          <p:cNvPr id="1202" name="Google Shape;1202;ge7f9c668d6_0_10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3" name="Google Shape;1203;ge7f9c668d6_0_10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1"/>
        <p:cNvGrpSpPr/>
        <p:nvPr/>
      </p:nvGrpSpPr>
      <p:grpSpPr>
        <a:xfrm>
          <a:off x="0" y="0"/>
          <a:ext cx="0" cy="0"/>
          <a:chOff x="0" y="0"/>
          <a:chExt cx="0" cy="0"/>
        </a:xfrm>
      </p:grpSpPr>
      <p:sp>
        <p:nvSpPr>
          <p:cNvPr id="1212" name="Google Shape;1212;ge7f9c668d6_0_10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3" name="Google Shape;1213;ge7f9c668d6_0_10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2"/>
        <p:cNvGrpSpPr/>
        <p:nvPr/>
      </p:nvGrpSpPr>
      <p:grpSpPr>
        <a:xfrm>
          <a:off x="0" y="0"/>
          <a:ext cx="0" cy="0"/>
          <a:chOff x="0" y="0"/>
          <a:chExt cx="0" cy="0"/>
        </a:xfrm>
      </p:grpSpPr>
      <p:sp>
        <p:nvSpPr>
          <p:cNvPr id="1233" name="Google Shape;1233;ge7f9c668d6_0_10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4" name="Google Shape;1234;ge7f9c668d6_0_10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5"/>
        <p:cNvGrpSpPr/>
        <p:nvPr/>
      </p:nvGrpSpPr>
      <p:grpSpPr>
        <a:xfrm>
          <a:off x="0" y="0"/>
          <a:ext cx="0" cy="0"/>
          <a:chOff x="0" y="0"/>
          <a:chExt cx="0" cy="0"/>
        </a:xfrm>
      </p:grpSpPr>
      <p:sp>
        <p:nvSpPr>
          <p:cNvPr id="1246" name="Google Shape;1246;ge7f9c668d6_0_10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7" name="Google Shape;1247;ge7f9c668d6_0_1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7"/>
        <p:cNvGrpSpPr/>
        <p:nvPr/>
      </p:nvGrpSpPr>
      <p:grpSpPr>
        <a:xfrm>
          <a:off x="0" y="0"/>
          <a:ext cx="0" cy="0"/>
          <a:chOff x="0" y="0"/>
          <a:chExt cx="0" cy="0"/>
        </a:xfrm>
      </p:grpSpPr>
      <p:sp>
        <p:nvSpPr>
          <p:cNvPr id="1258" name="Google Shape;1258;ge916184070_0_18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9" name="Google Shape;1259;ge916184070_0_18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6"/>
        <p:cNvGrpSpPr/>
        <p:nvPr/>
      </p:nvGrpSpPr>
      <p:grpSpPr>
        <a:xfrm>
          <a:off x="0" y="0"/>
          <a:ext cx="0" cy="0"/>
          <a:chOff x="0" y="0"/>
          <a:chExt cx="0" cy="0"/>
        </a:xfrm>
      </p:grpSpPr>
      <p:sp>
        <p:nvSpPr>
          <p:cNvPr id="1267" name="Google Shape;1267;ge7f9c668d6_0_103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8" name="Google Shape;1268;ge7f9c668d6_0_10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7"/>
        <p:cNvGrpSpPr/>
        <p:nvPr/>
      </p:nvGrpSpPr>
      <p:grpSpPr>
        <a:xfrm>
          <a:off x="0" y="0"/>
          <a:ext cx="0" cy="0"/>
          <a:chOff x="0" y="0"/>
          <a:chExt cx="0" cy="0"/>
        </a:xfrm>
      </p:grpSpPr>
      <p:sp>
        <p:nvSpPr>
          <p:cNvPr id="2858" name="Google Shape;2858;ge7f9c668d6_0_10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59" name="Google Shape;2859;ge7f9c668d6_0_10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79"/>
        <p:cNvGrpSpPr/>
        <p:nvPr/>
      </p:nvGrpSpPr>
      <p:grpSpPr>
        <a:xfrm>
          <a:off x="0" y="0"/>
          <a:ext cx="0" cy="0"/>
          <a:chOff x="0" y="0"/>
          <a:chExt cx="0" cy="0"/>
        </a:xfrm>
      </p:grpSpPr>
      <p:sp>
        <p:nvSpPr>
          <p:cNvPr id="2880" name="Google Shape;2880;ge7f9c668d6_0_10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81" name="Google Shape;2881;ge7f9c668d6_0_10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02"/>
        <p:cNvGrpSpPr/>
        <p:nvPr/>
      </p:nvGrpSpPr>
      <p:grpSpPr>
        <a:xfrm>
          <a:off x="0" y="0"/>
          <a:ext cx="0" cy="0"/>
          <a:chOff x="0" y="0"/>
          <a:chExt cx="0" cy="0"/>
        </a:xfrm>
      </p:grpSpPr>
      <p:sp>
        <p:nvSpPr>
          <p:cNvPr id="2903" name="Google Shape;2903;ge7f9c668d6_0_10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04" name="Google Shape;2904;ge7f9c668d6_0_10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24"/>
        <p:cNvGrpSpPr/>
        <p:nvPr/>
      </p:nvGrpSpPr>
      <p:grpSpPr>
        <a:xfrm>
          <a:off x="0" y="0"/>
          <a:ext cx="0" cy="0"/>
          <a:chOff x="0" y="0"/>
          <a:chExt cx="0" cy="0"/>
        </a:xfrm>
      </p:grpSpPr>
      <p:sp>
        <p:nvSpPr>
          <p:cNvPr id="2925" name="Google Shape;2925;ge7b3cc9d39_0_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26" name="Google Shape;2926;ge7b3cc9d39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60"/>
        <p:cNvGrpSpPr/>
        <p:nvPr/>
      </p:nvGrpSpPr>
      <p:grpSpPr>
        <a:xfrm>
          <a:off x="0" y="0"/>
          <a:ext cx="0" cy="0"/>
          <a:chOff x="0" y="0"/>
          <a:chExt cx="0" cy="0"/>
        </a:xfrm>
      </p:grpSpPr>
      <p:sp>
        <p:nvSpPr>
          <p:cNvPr id="2961" name="Google Shape;2961;ge7f9c668d6_0_13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62" name="Google Shape;2962;ge7f9c668d6_0_1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95"/>
        <p:cNvGrpSpPr/>
        <p:nvPr/>
      </p:nvGrpSpPr>
      <p:grpSpPr>
        <a:xfrm>
          <a:off x="0" y="0"/>
          <a:ext cx="0" cy="0"/>
          <a:chOff x="0" y="0"/>
          <a:chExt cx="0" cy="0"/>
        </a:xfrm>
      </p:grpSpPr>
      <p:sp>
        <p:nvSpPr>
          <p:cNvPr id="3496" name="Google Shape;3496;ge6b9cfce84_3_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97" name="Google Shape;3497;ge6b9cfce84_3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08"/>
        <p:cNvGrpSpPr/>
        <p:nvPr/>
      </p:nvGrpSpPr>
      <p:grpSpPr>
        <a:xfrm>
          <a:off x="0" y="0"/>
          <a:ext cx="0" cy="0"/>
          <a:chOff x="0" y="0"/>
          <a:chExt cx="0" cy="0"/>
        </a:xfrm>
      </p:grpSpPr>
      <p:sp>
        <p:nvSpPr>
          <p:cNvPr id="3509" name="Google Shape;3509;ge6b9cfce84_3_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10" name="Google Shape;3510;ge6b9cfce84_3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21"/>
        <p:cNvGrpSpPr/>
        <p:nvPr/>
      </p:nvGrpSpPr>
      <p:grpSpPr>
        <a:xfrm>
          <a:off x="0" y="0"/>
          <a:ext cx="0" cy="0"/>
          <a:chOff x="0" y="0"/>
          <a:chExt cx="0" cy="0"/>
        </a:xfrm>
      </p:grpSpPr>
      <p:sp>
        <p:nvSpPr>
          <p:cNvPr id="3522" name="Google Shape;3522;ge916184070_4_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23" name="Google Shape;3523;ge916184070_4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28"/>
        <p:cNvGrpSpPr/>
        <p:nvPr/>
      </p:nvGrpSpPr>
      <p:grpSpPr>
        <a:xfrm>
          <a:off x="0" y="0"/>
          <a:ext cx="0" cy="0"/>
          <a:chOff x="0" y="0"/>
          <a:chExt cx="0" cy="0"/>
        </a:xfrm>
      </p:grpSpPr>
      <p:sp>
        <p:nvSpPr>
          <p:cNvPr id="3529" name="Google Shape;3529;ge916184070_4_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30" name="Google Shape;3530;ge916184070_4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35"/>
        <p:cNvGrpSpPr/>
        <p:nvPr/>
      </p:nvGrpSpPr>
      <p:grpSpPr>
        <a:xfrm>
          <a:off x="0" y="0"/>
          <a:ext cx="0" cy="0"/>
          <a:chOff x="0" y="0"/>
          <a:chExt cx="0" cy="0"/>
        </a:xfrm>
      </p:grpSpPr>
      <p:sp>
        <p:nvSpPr>
          <p:cNvPr id="3536" name="Google Shape;3536;ge916184070_4_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37" name="Google Shape;3537;ge916184070_4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2"/>
        <p:cNvGrpSpPr/>
        <p:nvPr/>
      </p:nvGrpSpPr>
      <p:grpSpPr>
        <a:xfrm>
          <a:off x="0" y="0"/>
          <a:ext cx="0" cy="0"/>
          <a:chOff x="0" y="0"/>
          <a:chExt cx="0" cy="0"/>
        </a:xfrm>
      </p:grpSpPr>
      <p:sp>
        <p:nvSpPr>
          <p:cNvPr id="3563" name="Google Shape;3563;ge916184070_4_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4" name="Google Shape;3564;ge916184070_4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78"/>
        <p:cNvGrpSpPr/>
        <p:nvPr/>
      </p:nvGrpSpPr>
      <p:grpSpPr>
        <a:xfrm>
          <a:off x="0" y="0"/>
          <a:ext cx="0" cy="0"/>
          <a:chOff x="0" y="0"/>
          <a:chExt cx="0" cy="0"/>
        </a:xfrm>
      </p:grpSpPr>
      <p:sp>
        <p:nvSpPr>
          <p:cNvPr id="3579" name="Google Shape;3579;ge916184070_4_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80" name="Google Shape;3580;ge916184070_4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15"/>
        <p:cNvGrpSpPr/>
        <p:nvPr/>
      </p:nvGrpSpPr>
      <p:grpSpPr>
        <a:xfrm>
          <a:off x="0" y="0"/>
          <a:ext cx="0" cy="0"/>
          <a:chOff x="0" y="0"/>
          <a:chExt cx="0" cy="0"/>
        </a:xfrm>
      </p:grpSpPr>
      <p:sp>
        <p:nvSpPr>
          <p:cNvPr id="3916" name="Google Shape;3916;ge916184070_4_3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17" name="Google Shape;3917;ge916184070_4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15"/>
        <p:cNvGrpSpPr/>
        <p:nvPr/>
      </p:nvGrpSpPr>
      <p:grpSpPr>
        <a:xfrm>
          <a:off x="0" y="0"/>
          <a:ext cx="0" cy="0"/>
          <a:chOff x="0" y="0"/>
          <a:chExt cx="0" cy="0"/>
        </a:xfrm>
      </p:grpSpPr>
      <p:sp>
        <p:nvSpPr>
          <p:cNvPr id="10416" name="Google Shape;10416;ge916184070_4_68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17" name="Google Shape;10417;ge916184070_4_68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42"/>
        <p:cNvGrpSpPr/>
        <p:nvPr/>
      </p:nvGrpSpPr>
      <p:grpSpPr>
        <a:xfrm>
          <a:off x="0" y="0"/>
          <a:ext cx="0" cy="0"/>
          <a:chOff x="0" y="0"/>
          <a:chExt cx="0" cy="0"/>
        </a:xfrm>
      </p:grpSpPr>
      <p:sp>
        <p:nvSpPr>
          <p:cNvPr id="10843" name="Google Shape;10843;ge916184070_4_73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44" name="Google Shape;10844;ge916184070_4_73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05"/>
        <p:cNvGrpSpPr/>
        <p:nvPr/>
      </p:nvGrpSpPr>
      <p:grpSpPr>
        <a:xfrm>
          <a:off x="0" y="0"/>
          <a:ext cx="0" cy="0"/>
          <a:chOff x="0" y="0"/>
          <a:chExt cx="0" cy="0"/>
        </a:xfrm>
      </p:grpSpPr>
      <p:sp>
        <p:nvSpPr>
          <p:cNvPr id="11006" name="Google Shape;11006;ge916184070_4_748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07" name="Google Shape;11007;ge916184070_4_74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07"/>
        <p:cNvGrpSpPr/>
        <p:nvPr/>
      </p:nvGrpSpPr>
      <p:grpSpPr>
        <a:xfrm>
          <a:off x="0" y="0"/>
          <a:ext cx="0" cy="0"/>
          <a:chOff x="0" y="0"/>
          <a:chExt cx="0" cy="0"/>
        </a:xfrm>
      </p:grpSpPr>
      <p:sp>
        <p:nvSpPr>
          <p:cNvPr id="11408" name="Google Shape;11408;ge916184070_4_788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09" name="Google Shape;11409;ge916184070_4_78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78"/>
        <p:cNvGrpSpPr/>
        <p:nvPr/>
      </p:nvGrpSpPr>
      <p:grpSpPr>
        <a:xfrm>
          <a:off x="0" y="0"/>
          <a:ext cx="0" cy="0"/>
          <a:chOff x="0" y="0"/>
          <a:chExt cx="0" cy="0"/>
        </a:xfrm>
      </p:grpSpPr>
      <p:sp>
        <p:nvSpPr>
          <p:cNvPr id="11779" name="Google Shape;11779;ge916184070_4_825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80" name="Google Shape;11780;ge916184070_4_82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55"/>
        <p:cNvGrpSpPr/>
        <p:nvPr/>
      </p:nvGrpSpPr>
      <p:grpSpPr>
        <a:xfrm>
          <a:off x="0" y="0"/>
          <a:ext cx="0" cy="0"/>
          <a:chOff x="0" y="0"/>
          <a:chExt cx="0" cy="0"/>
        </a:xfrm>
      </p:grpSpPr>
      <p:sp>
        <p:nvSpPr>
          <p:cNvPr id="12156" name="Google Shape;12156;ge916184070_4_862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57" name="Google Shape;12157;ge916184070_4_86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86"/>
        <p:cNvGrpSpPr/>
        <p:nvPr/>
      </p:nvGrpSpPr>
      <p:grpSpPr>
        <a:xfrm>
          <a:off x="0" y="0"/>
          <a:ext cx="0" cy="0"/>
          <a:chOff x="0" y="0"/>
          <a:chExt cx="0" cy="0"/>
        </a:xfrm>
      </p:grpSpPr>
      <p:sp>
        <p:nvSpPr>
          <p:cNvPr id="12587" name="Google Shape;12587;ge916184070_4_90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88" name="Google Shape;12588;ge916184070_4_90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79"/>
        <p:cNvGrpSpPr/>
        <p:nvPr/>
      </p:nvGrpSpPr>
      <p:grpSpPr>
        <a:xfrm>
          <a:off x="0" y="0"/>
          <a:ext cx="0" cy="0"/>
          <a:chOff x="0" y="0"/>
          <a:chExt cx="0" cy="0"/>
        </a:xfrm>
      </p:grpSpPr>
      <p:sp>
        <p:nvSpPr>
          <p:cNvPr id="13380" name="Google Shape;13380;ge916184070_4_98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81" name="Google Shape;13381;ge916184070_4_98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20"/>
        <p:cNvGrpSpPr/>
        <p:nvPr/>
      </p:nvGrpSpPr>
      <p:grpSpPr>
        <a:xfrm>
          <a:off x="0" y="0"/>
          <a:ext cx="0" cy="0"/>
          <a:chOff x="0" y="0"/>
          <a:chExt cx="0" cy="0"/>
        </a:xfrm>
      </p:grpSpPr>
      <p:sp>
        <p:nvSpPr>
          <p:cNvPr id="14121" name="Google Shape;14121;ge916184070_4_1059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22" name="Google Shape;14122;ge916184070_4_105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13"/>
        <p:cNvGrpSpPr/>
        <p:nvPr/>
      </p:nvGrpSpPr>
      <p:grpSpPr>
        <a:xfrm>
          <a:off x="0" y="0"/>
          <a:ext cx="0" cy="0"/>
          <a:chOff x="0" y="0"/>
          <a:chExt cx="0" cy="0"/>
        </a:xfrm>
      </p:grpSpPr>
      <p:sp>
        <p:nvSpPr>
          <p:cNvPr id="14814" name="Google Shape;14814;ge916184070_4_1128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15" name="Google Shape;14815;ge916184070_4_112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15"/>
        <p:cNvGrpSpPr/>
        <p:nvPr/>
      </p:nvGrpSpPr>
      <p:grpSpPr>
        <a:xfrm>
          <a:off x="0" y="0"/>
          <a:ext cx="0" cy="0"/>
          <a:chOff x="0" y="0"/>
          <a:chExt cx="0" cy="0"/>
        </a:xfrm>
      </p:grpSpPr>
      <p:sp>
        <p:nvSpPr>
          <p:cNvPr id="15116" name="Google Shape;15116;ge916184070_4_115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17" name="Google Shape;15117;ge916184070_4_115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55"/>
        <p:cNvGrpSpPr/>
        <p:nvPr/>
      </p:nvGrpSpPr>
      <p:grpSpPr>
        <a:xfrm>
          <a:off x="0" y="0"/>
          <a:ext cx="0" cy="0"/>
          <a:chOff x="0" y="0"/>
          <a:chExt cx="0" cy="0"/>
        </a:xfrm>
      </p:grpSpPr>
      <p:sp>
        <p:nvSpPr>
          <p:cNvPr id="15756" name="Google Shape;15756;ge916184070_4_1422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57" name="Google Shape;15757;ge916184070_4_142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0" y="542575"/>
            <a:ext cx="9144000" cy="40584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p:nvPr/>
        </p:nvSpPr>
        <p:spPr>
          <a:xfrm>
            <a:off x="0" y="0"/>
            <a:ext cx="4572000" cy="5928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lvl1pPr lvl="0">
              <a:spcBef>
                <a:spcPts val="0"/>
              </a:spcBef>
              <a:spcAft>
                <a:spcPts val="0"/>
              </a:spcAft>
              <a:buSzPts val="5200"/>
              <a:buNone/>
              <a:defRPr sz="3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2" name="Google Shape;12;p2"/>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800"/>
              <a:buNone/>
              <a:defRPr sz="1800">
                <a:solidFill>
                  <a:schemeClr val="accent3"/>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3" name="Google Shape;13;p2"/>
          <p:cNvSpPr txBox="1">
            <a:spLocks noGrp="1"/>
          </p:cNvSpPr>
          <p:nvPr>
            <p:ph type="subTitle" idx="2"/>
          </p:nvPr>
        </p:nvSpPr>
        <p:spPr>
          <a:xfrm>
            <a:off x="1788725" y="1761800"/>
            <a:ext cx="5788800" cy="4608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0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4" name="Google Shape;14;p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5" name="Google Shape;15;p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6" name="Google Shape;16;p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 name="Google Shape;17;p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8" name="Google Shape;18;p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9" name="Google Shape;19;p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 name="Google Shape;20;p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1" name="Google Shape;21;p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 name="Google Shape;22;p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3" name="Google Shape;23;p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 name="Google Shape;24;p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 name="Google Shape;25;p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6" name="Google Shape;26;p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 name="Google Shape;27;p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8"/>
        <p:cNvGrpSpPr/>
        <p:nvPr/>
      </p:nvGrpSpPr>
      <p:grpSpPr>
        <a:xfrm>
          <a:off x="0" y="0"/>
          <a:ext cx="0" cy="0"/>
          <a:chOff x="0" y="0"/>
          <a:chExt cx="0" cy="0"/>
        </a:xfrm>
      </p:grpSpPr>
      <p:sp>
        <p:nvSpPr>
          <p:cNvPr id="29" name="Google Shape;29;p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3"/>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txBox="1">
            <a:spLocks noGrp="1"/>
          </p:cNvSpPr>
          <p:nvPr>
            <p:ph type="title" hasCustomPrompt="1"/>
          </p:nvPr>
        </p:nvSpPr>
        <p:spPr>
          <a:xfrm flipH="1">
            <a:off x="2054663" y="586975"/>
            <a:ext cx="1842300" cy="1104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0000"/>
            </a:lvl1pPr>
            <a:lvl2pPr lvl="1" algn="r" rtl="0">
              <a:spcBef>
                <a:spcPts val="0"/>
              </a:spcBef>
              <a:spcAft>
                <a:spcPts val="0"/>
              </a:spcAft>
              <a:buClr>
                <a:schemeClr val="dk1"/>
              </a:buClr>
              <a:buSzPts val="2500"/>
              <a:buNone/>
              <a:defRPr sz="2500">
                <a:solidFill>
                  <a:schemeClr val="dk1"/>
                </a:solidFill>
              </a:defRPr>
            </a:lvl2pPr>
            <a:lvl3pPr lvl="2" algn="r" rtl="0">
              <a:spcBef>
                <a:spcPts val="0"/>
              </a:spcBef>
              <a:spcAft>
                <a:spcPts val="0"/>
              </a:spcAft>
              <a:buClr>
                <a:schemeClr val="dk1"/>
              </a:buClr>
              <a:buSzPts val="2500"/>
              <a:buNone/>
              <a:defRPr sz="2500">
                <a:solidFill>
                  <a:schemeClr val="dk1"/>
                </a:solidFill>
              </a:defRPr>
            </a:lvl3pPr>
            <a:lvl4pPr lvl="3" algn="r" rtl="0">
              <a:spcBef>
                <a:spcPts val="0"/>
              </a:spcBef>
              <a:spcAft>
                <a:spcPts val="0"/>
              </a:spcAft>
              <a:buClr>
                <a:schemeClr val="dk1"/>
              </a:buClr>
              <a:buSzPts val="2500"/>
              <a:buNone/>
              <a:defRPr sz="2500">
                <a:solidFill>
                  <a:schemeClr val="dk1"/>
                </a:solidFill>
              </a:defRPr>
            </a:lvl4pPr>
            <a:lvl5pPr lvl="4" algn="r" rtl="0">
              <a:spcBef>
                <a:spcPts val="0"/>
              </a:spcBef>
              <a:spcAft>
                <a:spcPts val="0"/>
              </a:spcAft>
              <a:buClr>
                <a:schemeClr val="dk1"/>
              </a:buClr>
              <a:buSzPts val="2500"/>
              <a:buNone/>
              <a:defRPr sz="2500">
                <a:solidFill>
                  <a:schemeClr val="dk1"/>
                </a:solidFill>
              </a:defRPr>
            </a:lvl5pPr>
            <a:lvl6pPr lvl="5" algn="r" rtl="0">
              <a:spcBef>
                <a:spcPts val="0"/>
              </a:spcBef>
              <a:spcAft>
                <a:spcPts val="0"/>
              </a:spcAft>
              <a:buClr>
                <a:schemeClr val="dk1"/>
              </a:buClr>
              <a:buSzPts val="2500"/>
              <a:buNone/>
              <a:defRPr sz="2500">
                <a:solidFill>
                  <a:schemeClr val="dk1"/>
                </a:solidFill>
              </a:defRPr>
            </a:lvl6pPr>
            <a:lvl7pPr lvl="6" algn="r" rtl="0">
              <a:spcBef>
                <a:spcPts val="0"/>
              </a:spcBef>
              <a:spcAft>
                <a:spcPts val="0"/>
              </a:spcAft>
              <a:buClr>
                <a:schemeClr val="dk1"/>
              </a:buClr>
              <a:buSzPts val="2500"/>
              <a:buNone/>
              <a:defRPr sz="2500">
                <a:solidFill>
                  <a:schemeClr val="dk1"/>
                </a:solidFill>
              </a:defRPr>
            </a:lvl7pPr>
            <a:lvl8pPr lvl="7" algn="r" rtl="0">
              <a:spcBef>
                <a:spcPts val="0"/>
              </a:spcBef>
              <a:spcAft>
                <a:spcPts val="0"/>
              </a:spcAft>
              <a:buClr>
                <a:schemeClr val="dk1"/>
              </a:buClr>
              <a:buSzPts val="2500"/>
              <a:buNone/>
              <a:defRPr sz="2500">
                <a:solidFill>
                  <a:schemeClr val="dk1"/>
                </a:solidFill>
              </a:defRPr>
            </a:lvl8pPr>
            <a:lvl9pPr lvl="8" algn="r" rtl="0">
              <a:spcBef>
                <a:spcPts val="0"/>
              </a:spcBef>
              <a:spcAft>
                <a:spcPts val="0"/>
              </a:spcAft>
              <a:buClr>
                <a:schemeClr val="dk1"/>
              </a:buClr>
              <a:buSzPts val="2500"/>
              <a:buNone/>
              <a:defRPr sz="2500">
                <a:solidFill>
                  <a:schemeClr val="dk1"/>
                </a:solidFill>
              </a:defRPr>
            </a:lvl9pPr>
          </a:lstStyle>
          <a:p>
            <a:r>
              <a:t>xx%</a:t>
            </a:r>
          </a:p>
        </p:txBody>
      </p:sp>
      <p:sp>
        <p:nvSpPr>
          <p:cNvPr id="32" name="Google Shape;32;p3"/>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3000">
                <a:solidFill>
                  <a:schemeClr val="dk2"/>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3" name="Google Shape;33;p3"/>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00">
                <a:solidFill>
                  <a:schemeClr val="accent3"/>
                </a:solidFill>
              </a:defRPr>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34" name="Google Shape;34;p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5" name="Google Shape;35;p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 name="Google Shape;36;p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7" name="Google Shape;37;p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 name="Google Shape;38;p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9" name="Google Shape;39;p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 name="Google Shape;40;p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1" name="Google Shape;41;p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 name="Google Shape;42;p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3" name="Google Shape;43;p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 name="Google Shape;44;p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5" name="Google Shape;45;p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6" name="Google Shape;46;p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7" name="Google Shape;47;p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8"/>
        <p:cNvGrpSpPr/>
        <p:nvPr/>
      </p:nvGrpSpPr>
      <p:grpSpPr>
        <a:xfrm>
          <a:off x="0" y="0"/>
          <a:ext cx="0" cy="0"/>
          <a:chOff x="0" y="0"/>
          <a:chExt cx="0" cy="0"/>
        </a:xfrm>
      </p:grpSpPr>
      <p:sp>
        <p:nvSpPr>
          <p:cNvPr id="49" name="Google Shape;49;p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4"/>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52" name="Google Shape;52;p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000"/>
            </a:lvl1pPr>
            <a:lvl2pPr marL="914400" lvl="1" indent="-317500">
              <a:spcBef>
                <a:spcPts val="0"/>
              </a:spcBef>
              <a:spcAft>
                <a:spcPts val="0"/>
              </a:spcAft>
              <a:buSzPts val="1400"/>
              <a:buChar char="○"/>
              <a:defRPr/>
            </a:lvl2pPr>
            <a:lvl3pPr marL="1371600" lvl="2" indent="-317500">
              <a:spcBef>
                <a:spcPts val="0"/>
              </a:spcBef>
              <a:spcAft>
                <a:spcPts val="0"/>
              </a:spcAft>
              <a:buSzPts val="1400"/>
              <a:buChar char="■"/>
              <a:defRPr/>
            </a:lvl3pPr>
            <a:lvl4pPr marL="1828800" lvl="3" indent="-317500">
              <a:spcBef>
                <a:spcPts val="0"/>
              </a:spcBef>
              <a:spcAft>
                <a:spcPts val="0"/>
              </a:spcAft>
              <a:buSzPts val="1400"/>
              <a:buChar char="●"/>
              <a:defRPr/>
            </a:lvl4pPr>
            <a:lvl5pPr marL="2286000" lvl="4" indent="-317500">
              <a:spcBef>
                <a:spcPts val="0"/>
              </a:spcBef>
              <a:spcAft>
                <a:spcPts val="0"/>
              </a:spcAft>
              <a:buSzPts val="1400"/>
              <a:buChar char="○"/>
              <a:defRPr/>
            </a:lvl5pPr>
            <a:lvl6pPr marL="2743200" lvl="5" indent="-317500">
              <a:spcBef>
                <a:spcPts val="0"/>
              </a:spcBef>
              <a:spcAft>
                <a:spcPts val="0"/>
              </a:spcAft>
              <a:buSzPts val="1400"/>
              <a:buChar char="■"/>
              <a:defRPr/>
            </a:lvl6pPr>
            <a:lvl7pPr marL="3200400" lvl="6" indent="-317500">
              <a:spcBef>
                <a:spcPts val="0"/>
              </a:spcBef>
              <a:spcAft>
                <a:spcPts val="0"/>
              </a:spcAft>
              <a:buSzPts val="1400"/>
              <a:buChar char="●"/>
              <a:defRPr/>
            </a:lvl7pPr>
            <a:lvl8pPr marL="3657600" lvl="7" indent="-317500">
              <a:spcBef>
                <a:spcPts val="0"/>
              </a:spcBef>
              <a:spcAft>
                <a:spcPts val="0"/>
              </a:spcAft>
              <a:buSzPts val="1400"/>
              <a:buChar char="○"/>
              <a:defRPr/>
            </a:lvl8pPr>
            <a:lvl9pPr marL="4114800" lvl="8" indent="-317500">
              <a:spcBef>
                <a:spcPts val="0"/>
              </a:spcBef>
              <a:spcAft>
                <a:spcPts val="0"/>
              </a:spcAft>
              <a:buSzPts val="1400"/>
              <a:buChar char="■"/>
              <a:defRPr/>
            </a:lvl9pPr>
          </a:lstStyle>
          <a:p>
            <a:endParaRPr/>
          </a:p>
        </p:txBody>
      </p:sp>
      <p:sp>
        <p:nvSpPr>
          <p:cNvPr id="53" name="Google Shape;53;p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54" name="Google Shape;54;p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55" name="Google Shape;55;p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56" name="Google Shape;56;p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57" name="Google Shape;57;p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58" name="Google Shape;58;p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59" name="Google Shape;59;p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60" name="Google Shape;60;p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61" name="Google Shape;61;p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62" name="Google Shape;62;p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63" name="Google Shape;63;p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64" name="Google Shape;64;p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65" name="Google Shape;65;p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66" name="Google Shape;66;p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7"/>
        <p:cNvGrpSpPr/>
        <p:nvPr/>
      </p:nvGrpSpPr>
      <p:grpSpPr>
        <a:xfrm>
          <a:off x="0" y="0"/>
          <a:ext cx="0" cy="0"/>
          <a:chOff x="0" y="0"/>
          <a:chExt cx="0" cy="0"/>
        </a:xfrm>
      </p:grpSpPr>
      <p:sp>
        <p:nvSpPr>
          <p:cNvPr id="68" name="Google Shape;68;p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5"/>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5"/>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1" name="Google Shape;71;p5"/>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2" name="Google Shape;72;p5"/>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8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73" name="Google Shape;73;p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74" name="Google Shape;74;p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75" name="Google Shape;75;p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76" name="Google Shape;76;p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77" name="Google Shape;77;p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78" name="Google Shape;78;p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79" name="Google Shape;79;p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80" name="Google Shape;80;p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81" name="Google Shape;81;p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82" name="Google Shape;82;p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83" name="Google Shape;83;p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84" name="Google Shape;84;p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85" name="Google Shape;85;p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86" name="Google Shape;86;p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87" name="Google Shape;87;p5"/>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88"/>
        <p:cNvGrpSpPr/>
        <p:nvPr/>
      </p:nvGrpSpPr>
      <p:grpSpPr>
        <a:xfrm>
          <a:off x="0" y="0"/>
          <a:ext cx="0" cy="0"/>
          <a:chOff x="0" y="0"/>
          <a:chExt cx="0" cy="0"/>
        </a:xfrm>
      </p:grpSpPr>
      <p:sp>
        <p:nvSpPr>
          <p:cNvPr id="89" name="Google Shape;89;p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6"/>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92" name="Google Shape;92;p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93" name="Google Shape;93;p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94" name="Google Shape;94;p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95" name="Google Shape;95;p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96" name="Google Shape;96;p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97" name="Google Shape;97;p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98" name="Google Shape;98;p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99" name="Google Shape;99;p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00" name="Google Shape;100;p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01" name="Google Shape;101;p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02" name="Google Shape;102;p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03" name="Google Shape;103;p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04" name="Google Shape;104;p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105" name="Google Shape;105;p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06"/>
        <p:cNvGrpSpPr/>
        <p:nvPr/>
      </p:nvGrpSpPr>
      <p:grpSpPr>
        <a:xfrm>
          <a:off x="0" y="0"/>
          <a:ext cx="0" cy="0"/>
          <a:chOff x="0" y="0"/>
          <a:chExt cx="0" cy="0"/>
        </a:xfrm>
      </p:grpSpPr>
      <p:sp>
        <p:nvSpPr>
          <p:cNvPr id="107" name="Google Shape;107;p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7"/>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7"/>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110" name="Google Shape;110;p7"/>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1" name="Google Shape;111;p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12" name="Google Shape;112;p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13" name="Google Shape;113;p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14" name="Google Shape;114;p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15" name="Google Shape;115;p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16" name="Google Shape;116;p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17" name="Google Shape;117;p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18" name="Google Shape;118;p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19" name="Google Shape;119;p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20" name="Google Shape;120;p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21" name="Google Shape;121;p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22" name="Google Shape;122;p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23" name="Google Shape;123;p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24" name="Google Shape;124;p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25"/>
        <p:cNvGrpSpPr/>
        <p:nvPr/>
      </p:nvGrpSpPr>
      <p:grpSpPr>
        <a:xfrm>
          <a:off x="0" y="0"/>
          <a:ext cx="0" cy="0"/>
          <a:chOff x="0" y="0"/>
          <a:chExt cx="0" cy="0"/>
        </a:xfrm>
      </p:grpSpPr>
      <p:sp>
        <p:nvSpPr>
          <p:cNvPr id="126" name="Google Shape;126;p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8"/>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8"/>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129" name="Google Shape;129;p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30" name="Google Shape;130;p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31" name="Google Shape;131;p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32" name="Google Shape;132;p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33" name="Google Shape;133;p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34" name="Google Shape;134;p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35" name="Google Shape;135;p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36" name="Google Shape;136;p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37" name="Google Shape;137;p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38" name="Google Shape;138;p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39" name="Google Shape;139;p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40" name="Google Shape;140;p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41" name="Google Shape;141;p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42" name="Google Shape;142;p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43"/>
        <p:cNvGrpSpPr/>
        <p:nvPr/>
      </p:nvGrpSpPr>
      <p:grpSpPr>
        <a:xfrm>
          <a:off x="0" y="0"/>
          <a:ext cx="0" cy="0"/>
          <a:chOff x="0" y="0"/>
          <a:chExt cx="0" cy="0"/>
        </a:xfrm>
      </p:grpSpPr>
      <p:sp>
        <p:nvSpPr>
          <p:cNvPr id="144" name="Google Shape;144;p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9"/>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9"/>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147" name="Google Shape;147;p9"/>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148" name="Google Shape;148;p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49" name="Google Shape;149;p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50" name="Google Shape;150;p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51" name="Google Shape;151;p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52" name="Google Shape;152;p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53" name="Google Shape;153;p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54" name="Google Shape;154;p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55" name="Google Shape;155;p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56" name="Google Shape;156;p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57" name="Google Shape;157;p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58" name="Google Shape;158;p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59" name="Google Shape;159;p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60" name="Google Shape;160;p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61" name="Google Shape;161;p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62"/>
        <p:cNvGrpSpPr/>
        <p:nvPr/>
      </p:nvGrpSpPr>
      <p:grpSpPr>
        <a:xfrm>
          <a:off x="0" y="0"/>
          <a:ext cx="0" cy="0"/>
          <a:chOff x="0" y="0"/>
          <a:chExt cx="0" cy="0"/>
        </a:xfrm>
      </p:grpSpPr>
      <p:sp>
        <p:nvSpPr>
          <p:cNvPr id="163" name="Google Shape;163;p10"/>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lvl1pPr lvl="0" rtl="0">
              <a:spcBef>
                <a:spcPts val="0"/>
              </a:spcBef>
              <a:spcAft>
                <a:spcPts val="0"/>
              </a:spcAft>
              <a:buSzPts val="4200"/>
              <a:buNone/>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64"/>
        <p:cNvGrpSpPr/>
        <p:nvPr/>
      </p:nvGrpSpPr>
      <p:grpSpPr>
        <a:xfrm>
          <a:off x="0" y="0"/>
          <a:ext cx="0" cy="0"/>
          <a:chOff x="0" y="0"/>
          <a:chExt cx="0" cy="0"/>
        </a:xfrm>
      </p:grpSpPr>
      <p:sp>
        <p:nvSpPr>
          <p:cNvPr id="165" name="Google Shape;165;p1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1"/>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1"/>
          <p:cNvSpPr txBox="1">
            <a:spLocks noGrp="1"/>
          </p:cNvSpPr>
          <p:nvPr>
            <p:ph type="title" hasCustomPrompt="1"/>
          </p:nvPr>
        </p:nvSpPr>
        <p:spPr>
          <a:xfrm>
            <a:off x="1084225" y="1311425"/>
            <a:ext cx="6379200" cy="1018500"/>
          </a:xfrm>
          <a:prstGeom prst="rect">
            <a:avLst/>
          </a:prstGeom>
        </p:spPr>
        <p:txBody>
          <a:bodyPr spcFirstLastPara="1" wrap="square" lIns="91425" tIns="91425" rIns="91425" bIns="91425" anchor="ctr" anchorCtr="0">
            <a:noAutofit/>
          </a:bodyPr>
          <a:lstStyle>
            <a:lvl1pPr lvl="0">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68" name="Google Shape;168;p11"/>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800">
                <a:solidFill>
                  <a:schemeClr val="accent3"/>
                </a:solidFill>
              </a:defRPr>
            </a:lvl1pPr>
            <a:lvl2pPr marL="914400" lvl="1" indent="-317500" algn="ctr">
              <a:spcBef>
                <a:spcPts val="0"/>
              </a:spcBef>
              <a:spcAft>
                <a:spcPts val="0"/>
              </a:spcAft>
              <a:buSzPts val="1400"/>
              <a:buChar char="○"/>
              <a:defRPr/>
            </a:lvl2pPr>
            <a:lvl3pPr marL="1371600" lvl="2" indent="-317500" algn="ctr">
              <a:spcBef>
                <a:spcPts val="0"/>
              </a:spcBef>
              <a:spcAft>
                <a:spcPts val="0"/>
              </a:spcAft>
              <a:buSzPts val="1400"/>
              <a:buChar char="■"/>
              <a:defRPr/>
            </a:lvl3pPr>
            <a:lvl4pPr marL="1828800" lvl="3" indent="-317500" algn="ctr">
              <a:spcBef>
                <a:spcPts val="0"/>
              </a:spcBef>
              <a:spcAft>
                <a:spcPts val="0"/>
              </a:spcAft>
              <a:buSzPts val="1400"/>
              <a:buChar char="●"/>
              <a:defRPr/>
            </a:lvl4pPr>
            <a:lvl5pPr marL="2286000" lvl="4" indent="-317500" algn="ctr">
              <a:spcBef>
                <a:spcPts val="0"/>
              </a:spcBef>
              <a:spcAft>
                <a:spcPts val="0"/>
              </a:spcAft>
              <a:buSzPts val="1400"/>
              <a:buChar char="○"/>
              <a:defRPr/>
            </a:lvl5pPr>
            <a:lvl6pPr marL="2743200" lvl="5" indent="-317500" algn="ctr">
              <a:spcBef>
                <a:spcPts val="0"/>
              </a:spcBef>
              <a:spcAft>
                <a:spcPts val="0"/>
              </a:spcAft>
              <a:buSzPts val="1400"/>
              <a:buChar char="■"/>
              <a:defRPr/>
            </a:lvl6pPr>
            <a:lvl7pPr marL="3200400" lvl="6" indent="-317500" algn="ctr">
              <a:spcBef>
                <a:spcPts val="0"/>
              </a:spcBef>
              <a:spcAft>
                <a:spcPts val="0"/>
              </a:spcAft>
              <a:buSzPts val="1400"/>
              <a:buChar char="●"/>
              <a:defRPr/>
            </a:lvl7pPr>
            <a:lvl8pPr marL="3657600" lvl="7" indent="-317500" algn="ctr">
              <a:spcBef>
                <a:spcPts val="0"/>
              </a:spcBef>
              <a:spcAft>
                <a:spcPts val="0"/>
              </a:spcAft>
              <a:buSzPts val="1400"/>
              <a:buChar char="○"/>
              <a:defRPr/>
            </a:lvl8pPr>
            <a:lvl9pPr marL="4114800" lvl="8" indent="-317500" algn="ctr">
              <a:spcBef>
                <a:spcPts val="0"/>
              </a:spcBef>
              <a:spcAft>
                <a:spcPts val="0"/>
              </a:spcAft>
              <a:buSzPts val="1400"/>
              <a:buChar char="■"/>
              <a:defRPr/>
            </a:lvl9pPr>
          </a:lstStyle>
          <a:p>
            <a:endParaRPr/>
          </a:p>
        </p:txBody>
      </p:sp>
      <p:sp>
        <p:nvSpPr>
          <p:cNvPr id="169" name="Google Shape;169;p1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70" name="Google Shape;170;p1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71" name="Google Shape;171;p1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2" name="Google Shape;172;p1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73" name="Google Shape;173;p1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74" name="Google Shape;174;p1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75" name="Google Shape;175;p1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76" name="Google Shape;176;p1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77" name="Google Shape;177;p1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78" name="Google Shape;178;p1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79" name="Google Shape;179;p1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80" name="Google Shape;180;p1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81" name="Google Shape;181;p1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82" name="Google Shape;182;p1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6"/>
        </a:solidFill>
        <a:effectLst/>
      </p:bgPr>
    </p:bg>
    <p:spTree>
      <p:nvGrpSpPr>
        <p:cNvPr id="1" name="Shape 18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184"/>
        <p:cNvGrpSpPr/>
        <p:nvPr/>
      </p:nvGrpSpPr>
      <p:grpSpPr>
        <a:xfrm>
          <a:off x="0" y="0"/>
          <a:ext cx="0" cy="0"/>
          <a:chOff x="0" y="0"/>
          <a:chExt cx="0" cy="0"/>
        </a:xfrm>
      </p:grpSpPr>
      <p:sp>
        <p:nvSpPr>
          <p:cNvPr id="185" name="Google Shape;185;p1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1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13"/>
          <p:cNvSpPr txBox="1">
            <a:spLocks noGrp="1"/>
          </p:cNvSpPr>
          <p:nvPr>
            <p:ph type="title" hasCustomPrompt="1"/>
          </p:nvPr>
        </p:nvSpPr>
        <p:spPr>
          <a:xfrm flipH="1">
            <a:off x="1460450" y="1436713"/>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88" name="Google Shape;188;p13"/>
          <p:cNvSpPr txBox="1">
            <a:spLocks noGrp="1"/>
          </p:cNvSpPr>
          <p:nvPr>
            <p:ph type="subTitle" idx="1"/>
          </p:nvPr>
        </p:nvSpPr>
        <p:spPr>
          <a:xfrm>
            <a:off x="2332550" y="177511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89" name="Google Shape;189;p13"/>
          <p:cNvSpPr txBox="1">
            <a:spLocks noGrp="1"/>
          </p:cNvSpPr>
          <p:nvPr>
            <p:ph type="subTitle" idx="2"/>
          </p:nvPr>
        </p:nvSpPr>
        <p:spPr>
          <a:xfrm>
            <a:off x="2332550" y="1436725"/>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accent1"/>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0" name="Google Shape;190;p13"/>
          <p:cNvSpPr txBox="1">
            <a:spLocks noGrp="1"/>
          </p:cNvSpPr>
          <p:nvPr>
            <p:ph type="title" idx="3" hasCustomPrompt="1"/>
          </p:nvPr>
        </p:nvSpPr>
        <p:spPr>
          <a:xfrm flipH="1">
            <a:off x="2850125" y="241986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1" name="Google Shape;191;p13"/>
          <p:cNvSpPr txBox="1">
            <a:spLocks noGrp="1"/>
          </p:cNvSpPr>
          <p:nvPr>
            <p:ph type="subTitle" idx="4"/>
          </p:nvPr>
        </p:nvSpPr>
        <p:spPr>
          <a:xfrm>
            <a:off x="3722225" y="275546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2" name="Google Shape;192;p13"/>
          <p:cNvSpPr txBox="1">
            <a:spLocks noGrp="1"/>
          </p:cNvSpPr>
          <p:nvPr>
            <p:ph type="subTitle" idx="5"/>
          </p:nvPr>
        </p:nvSpPr>
        <p:spPr>
          <a:xfrm>
            <a:off x="3722225" y="241985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lt2"/>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3" name="Google Shape;193;p13"/>
          <p:cNvSpPr txBox="1">
            <a:spLocks noGrp="1"/>
          </p:cNvSpPr>
          <p:nvPr>
            <p:ph type="title" idx="6" hasCustomPrompt="1"/>
          </p:nvPr>
        </p:nvSpPr>
        <p:spPr>
          <a:xfrm flipH="1">
            <a:off x="4242875" y="340021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4" name="Google Shape;194;p13"/>
          <p:cNvSpPr txBox="1">
            <a:spLocks noGrp="1"/>
          </p:cNvSpPr>
          <p:nvPr>
            <p:ph type="subTitle" idx="7"/>
          </p:nvPr>
        </p:nvSpPr>
        <p:spPr>
          <a:xfrm>
            <a:off x="5114975" y="373859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5" name="Google Shape;195;p13"/>
          <p:cNvSpPr txBox="1">
            <a:spLocks noGrp="1"/>
          </p:cNvSpPr>
          <p:nvPr>
            <p:ph type="subTitle" idx="8"/>
          </p:nvPr>
        </p:nvSpPr>
        <p:spPr>
          <a:xfrm>
            <a:off x="5114975" y="340020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6" name="Google Shape;196;p1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97" name="Google Shape;197;p1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98" name="Google Shape;198;p1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99" name="Google Shape;199;p1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00" name="Google Shape;200;p1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01" name="Google Shape;201;p1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2" name="Google Shape;202;p1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03" name="Google Shape;203;p1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04" name="Google Shape;204;p1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05" name="Google Shape;205;p1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06" name="Google Shape;206;p1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07" name="Google Shape;207;p1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08" name="Google Shape;208;p1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09" name="Google Shape;209;p1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10" name="Google Shape;210;p13"/>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CUSTOM_2">
    <p:spTree>
      <p:nvGrpSpPr>
        <p:cNvPr id="1" name="Shape 211"/>
        <p:cNvGrpSpPr/>
        <p:nvPr/>
      </p:nvGrpSpPr>
      <p:grpSpPr>
        <a:xfrm>
          <a:off x="0" y="0"/>
          <a:ext cx="0" cy="0"/>
          <a:chOff x="0" y="0"/>
          <a:chExt cx="0" cy="0"/>
        </a:xfrm>
      </p:grpSpPr>
      <p:sp>
        <p:nvSpPr>
          <p:cNvPr id="212" name="Google Shape;212;p1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14"/>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1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4200"/>
              <a:buNone/>
              <a:defRPr sz="1800">
                <a:solidFill>
                  <a:schemeClr val="dk2"/>
                </a:solidFill>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215" name="Google Shape;215;p1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100"/>
              <a:buNone/>
              <a:defRPr sz="2000">
                <a:solidFill>
                  <a:schemeClr val="accent3"/>
                </a:solidFill>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216" name="Google Shape;216;p1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17" name="Google Shape;217;p1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18" name="Google Shape;218;p1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19" name="Google Shape;219;p1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20" name="Google Shape;220;p1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21" name="Google Shape;221;p1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22" name="Google Shape;222;p1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23" name="Google Shape;223;p1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4" name="Google Shape;224;p1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25" name="Google Shape;225;p1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26" name="Google Shape;226;p1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27" name="Google Shape;227;p1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28" name="Google Shape;228;p1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29" name="Google Shape;229;p1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hree columns">
  <p:cSld name="CUSTOM_4">
    <p:spTree>
      <p:nvGrpSpPr>
        <p:cNvPr id="1" name="Shape 230"/>
        <p:cNvGrpSpPr/>
        <p:nvPr/>
      </p:nvGrpSpPr>
      <p:grpSpPr>
        <a:xfrm>
          <a:off x="0" y="0"/>
          <a:ext cx="0" cy="0"/>
          <a:chOff x="0" y="0"/>
          <a:chExt cx="0" cy="0"/>
        </a:xfrm>
      </p:grpSpPr>
      <p:sp>
        <p:nvSpPr>
          <p:cNvPr id="231" name="Google Shape;231;p1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15"/>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1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4" name="Google Shape;234;p1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5" name="Google Shape;235;p1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6" name="Google Shape;236;p1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7" name="Google Shape;237;p1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8" name="Google Shape;238;p1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9" name="Google Shape;239;p1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40" name="Google Shape;240;p1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41" name="Google Shape;241;p1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42" name="Google Shape;242;p1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43" name="Google Shape;243;p1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44" name="Google Shape;244;p1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45" name="Google Shape;245;p1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46" name="Google Shape;246;p1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47" name="Google Shape;247;p1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48" name="Google Shape;248;p1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9" name="Google Shape;249;p1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0" name="Google Shape;250;p1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51" name="Google Shape;251;p1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52" name="Google Shape;252;p1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53" name="Google Shape;253;p1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54"/>
        <p:cNvGrpSpPr/>
        <p:nvPr/>
      </p:nvGrpSpPr>
      <p:grpSpPr>
        <a:xfrm>
          <a:off x="0" y="0"/>
          <a:ext cx="0" cy="0"/>
          <a:chOff x="0" y="0"/>
          <a:chExt cx="0" cy="0"/>
        </a:xfrm>
      </p:grpSpPr>
      <p:sp>
        <p:nvSpPr>
          <p:cNvPr id="255" name="Google Shape;255;p1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16"/>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1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8" name="Google Shape;258;p1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9" name="Google Shape;259;p1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0" name="Google Shape;260;p1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1" name="Google Shape;261;p1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2" name="Google Shape;262;p1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3" name="Google Shape;263;p1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4" name="Google Shape;264;p1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5" name="Google Shape;265;p1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66" name="Google Shape;266;p1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67" name="Google Shape;267;p1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68" name="Google Shape;268;p1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69" name="Google Shape;269;p1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70" name="Google Shape;270;p1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71" name="Google Shape;271;p1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72" name="Google Shape;272;p1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73" name="Google Shape;273;p1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74" name="Google Shape;274;p1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75" name="Google Shape;275;p1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76" name="Google Shape;276;p1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77" name="Google Shape;277;p1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8" name="Google Shape;278;p1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79" name="Google Shape;279;p1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six columns">
  <p:cSld name="CUSTOM_6">
    <p:spTree>
      <p:nvGrpSpPr>
        <p:cNvPr id="1" name="Shape 280"/>
        <p:cNvGrpSpPr/>
        <p:nvPr/>
      </p:nvGrpSpPr>
      <p:grpSpPr>
        <a:xfrm>
          <a:off x="0" y="0"/>
          <a:ext cx="0" cy="0"/>
          <a:chOff x="0" y="0"/>
          <a:chExt cx="0" cy="0"/>
        </a:xfrm>
      </p:grpSpPr>
      <p:sp>
        <p:nvSpPr>
          <p:cNvPr id="281" name="Google Shape;281;p1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7"/>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1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4" name="Google Shape;284;p1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5" name="Google Shape;285;p1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6" name="Google Shape;286;p1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7" name="Google Shape;287;p1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8" name="Google Shape;288;p1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9" name="Google Shape;289;p1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0" name="Google Shape;290;p1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1" name="Google Shape;291;p1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2" name="Google Shape;292;p1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3" name="Google Shape;293;p1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4" name="Google Shape;294;p1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5" name="Google Shape;295;p1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96" name="Google Shape;296;p1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97" name="Google Shape;297;p1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98" name="Google Shape;298;p1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99" name="Google Shape;299;p1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00" name="Google Shape;300;p1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01" name="Google Shape;301;p1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02" name="Google Shape;302;p1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03" name="Google Shape;303;p1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04" name="Google Shape;304;p1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05" name="Google Shape;305;p1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06" name="Google Shape;306;p1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07" name="Google Shape;307;p1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08" name="Google Shape;308;p1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09" name="Google Shape;309;p1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Numbers and text">
  <p:cSld name="CUSTOM_7">
    <p:spTree>
      <p:nvGrpSpPr>
        <p:cNvPr id="1" name="Shape 310"/>
        <p:cNvGrpSpPr/>
        <p:nvPr/>
      </p:nvGrpSpPr>
      <p:grpSpPr>
        <a:xfrm>
          <a:off x="0" y="0"/>
          <a:ext cx="0" cy="0"/>
          <a:chOff x="0" y="0"/>
          <a:chExt cx="0" cy="0"/>
        </a:xfrm>
      </p:grpSpPr>
      <p:sp>
        <p:nvSpPr>
          <p:cNvPr id="311" name="Google Shape;311;p1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18"/>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8"/>
          <p:cNvSpPr txBox="1">
            <a:spLocks noGrp="1"/>
          </p:cNvSpPr>
          <p:nvPr>
            <p:ph type="title" hasCustomPrompt="1"/>
          </p:nvPr>
        </p:nvSpPr>
        <p:spPr>
          <a:xfrm>
            <a:off x="1134200" y="686250"/>
            <a:ext cx="5341200" cy="6375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5000">
                <a:solidFill>
                  <a:schemeClr val="dk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14" name="Google Shape;314;p1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8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15" name="Google Shape;315;p1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16" name="Google Shape;316;p1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17" name="Google Shape;317;p1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18" name="Google Shape;318;p1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19" name="Google Shape;319;p1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20" name="Google Shape;320;p1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21" name="Google Shape;321;p1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22" name="Google Shape;322;p1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23" name="Google Shape;323;p1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24" name="Google Shape;324;p1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25" name="Google Shape;325;p1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26" name="Google Shape;326;p1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27" name="Google Shape;327;p1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28" name="Google Shape;328;p1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29" name="Google Shape;329;p18"/>
          <p:cNvSpPr txBox="1">
            <a:spLocks noGrp="1"/>
          </p:cNvSpPr>
          <p:nvPr>
            <p:ph type="title" idx="2" hasCustomPrompt="1"/>
          </p:nvPr>
        </p:nvSpPr>
        <p:spPr>
          <a:xfrm>
            <a:off x="2100875" y="2016175"/>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0" name="Google Shape;330;p1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31" name="Google Shape;331;p18"/>
          <p:cNvSpPr txBox="1">
            <a:spLocks noGrp="1"/>
          </p:cNvSpPr>
          <p:nvPr>
            <p:ph type="title" idx="4" hasCustomPrompt="1"/>
          </p:nvPr>
        </p:nvSpPr>
        <p:spPr>
          <a:xfrm>
            <a:off x="2100875" y="3013959"/>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1"/>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2" name="Google Shape;332;p18"/>
          <p:cNvSpPr txBox="1">
            <a:spLocks noGrp="1"/>
          </p:cNvSpPr>
          <p:nvPr>
            <p:ph type="subTitle" idx="5"/>
          </p:nvPr>
        </p:nvSpPr>
        <p:spPr>
          <a:xfrm>
            <a:off x="2100875" y="3504150"/>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CUSTOM_8">
    <p:spTree>
      <p:nvGrpSpPr>
        <p:cNvPr id="1" name="Shape 333"/>
        <p:cNvGrpSpPr/>
        <p:nvPr/>
      </p:nvGrpSpPr>
      <p:grpSpPr>
        <a:xfrm>
          <a:off x="0" y="0"/>
          <a:ext cx="0" cy="0"/>
          <a:chOff x="0" y="0"/>
          <a:chExt cx="0" cy="0"/>
        </a:xfrm>
      </p:grpSpPr>
      <p:sp>
        <p:nvSpPr>
          <p:cNvPr id="334" name="Google Shape;334;p1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19"/>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9"/>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37" name="Google Shape;337;p1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38" name="Google Shape;338;p1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39" name="Google Shape;339;p1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40" name="Google Shape;340;p1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41" name="Google Shape;341;p1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42" name="Google Shape;342;p1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43" name="Google Shape;343;p1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44" name="Google Shape;344;p1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45" name="Google Shape;345;p1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46" name="Google Shape;346;p1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47" name="Google Shape;347;p1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48" name="Google Shape;348;p1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49" name="Google Shape;349;p1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50" name="Google Shape;350;p1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51" name="Google Shape;351;p1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52" name="Google Shape;352;p19"/>
          <p:cNvSpPr txBox="1">
            <a:spLocks noGrp="1"/>
          </p:cNvSpPr>
          <p:nvPr>
            <p:ph type="title" idx="2" hasCustomPrompt="1"/>
          </p:nvPr>
        </p:nvSpPr>
        <p:spPr>
          <a:xfrm flipH="1">
            <a:off x="2091200" y="2372263"/>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3" name="Google Shape;353;p19"/>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54" name="Google Shape;354;p19"/>
          <p:cNvSpPr txBox="1">
            <a:spLocks noGrp="1"/>
          </p:cNvSpPr>
          <p:nvPr>
            <p:ph type="title" idx="4" hasCustomPrompt="1"/>
          </p:nvPr>
        </p:nvSpPr>
        <p:spPr>
          <a:xfrm flipH="1">
            <a:off x="2524600" y="3309175"/>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5" name="Google Shape;355;p19"/>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CUSTOM_9_1">
    <p:spTree>
      <p:nvGrpSpPr>
        <p:cNvPr id="1" name="Shape 356"/>
        <p:cNvGrpSpPr/>
        <p:nvPr/>
      </p:nvGrpSpPr>
      <p:grpSpPr>
        <a:xfrm>
          <a:off x="0" y="0"/>
          <a:ext cx="0" cy="0"/>
          <a:chOff x="0" y="0"/>
          <a:chExt cx="0" cy="0"/>
        </a:xfrm>
      </p:grpSpPr>
      <p:sp>
        <p:nvSpPr>
          <p:cNvPr id="357" name="Google Shape;357;p20"/>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0"/>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0"/>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sz="1600">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360" name="Google Shape;360;p20"/>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61" name="Google Shape;361;p20"/>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62" name="Google Shape;362;p20"/>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3" name="Google Shape;363;p20"/>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64" name="Google Shape;364;p20"/>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65" name="Google Shape;365;p20"/>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66" name="Google Shape;366;p20"/>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67" name="Google Shape;367;p20"/>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68" name="Google Shape;368;p20"/>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69" name="Google Shape;369;p20"/>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70" name="Google Shape;370;p20"/>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71" name="Google Shape;371;p20"/>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72" name="Google Shape;372;p20"/>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73" name="Google Shape;373;p20"/>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74" name="Google Shape;374;p20"/>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2">
  <p:cSld name="CUSTOM_9_1_1">
    <p:spTree>
      <p:nvGrpSpPr>
        <p:cNvPr id="1" name="Shape 375"/>
        <p:cNvGrpSpPr/>
        <p:nvPr/>
      </p:nvGrpSpPr>
      <p:grpSpPr>
        <a:xfrm>
          <a:off x="0" y="0"/>
          <a:ext cx="0" cy="0"/>
          <a:chOff x="0" y="0"/>
          <a:chExt cx="0" cy="0"/>
        </a:xfrm>
      </p:grpSpPr>
      <p:sp>
        <p:nvSpPr>
          <p:cNvPr id="376" name="Google Shape;376;p2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1"/>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79" name="Google Shape;379;p2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80" name="Google Shape;380;p2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81" name="Google Shape;381;p2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2" name="Google Shape;382;p2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83" name="Google Shape;383;p2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84" name="Google Shape;384;p2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85" name="Google Shape;385;p2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86" name="Google Shape;386;p2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87" name="Google Shape;387;p2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88" name="Google Shape;388;p2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89" name="Google Shape;389;p2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90" name="Google Shape;390;p2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91" name="Google Shape;391;p2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92" name="Google Shape;392;p2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3"/>
              </a:buClr>
              <a:buSzPts val="1400"/>
              <a:buChar char="∗"/>
              <a:defRPr sz="2000">
                <a:solidFill>
                  <a:schemeClr val="accent3"/>
                </a:solidFill>
              </a:defRPr>
            </a:lvl1pPr>
            <a:lvl2pPr marL="914400" lvl="1" indent="-330200" rtl="0">
              <a:lnSpc>
                <a:spcPct val="100000"/>
              </a:lnSpc>
              <a:spcBef>
                <a:spcPts val="0"/>
              </a:spcBef>
              <a:spcAft>
                <a:spcPts val="0"/>
              </a:spcAft>
              <a:buClr>
                <a:schemeClr val="accent3"/>
              </a:buClr>
              <a:buSzPts val="1600"/>
              <a:buFont typeface="Montserrat"/>
              <a:buChar char="○"/>
              <a:defRPr sz="1200">
                <a:solidFill>
                  <a:schemeClr val="accent3"/>
                </a:solidFill>
              </a:defRPr>
            </a:lvl2pPr>
            <a:lvl3pPr marL="1371600" lvl="2" indent="-330200" rtl="0">
              <a:spcBef>
                <a:spcPts val="0"/>
              </a:spcBef>
              <a:spcAft>
                <a:spcPts val="0"/>
              </a:spcAft>
              <a:buClr>
                <a:schemeClr val="accent3"/>
              </a:buClr>
              <a:buSzPts val="1600"/>
              <a:buFont typeface="Montserrat"/>
              <a:buChar char="■"/>
              <a:defRPr>
                <a:solidFill>
                  <a:schemeClr val="accent3"/>
                </a:solidFill>
              </a:defRPr>
            </a:lvl3pPr>
            <a:lvl4pPr marL="1828800" lvl="3" indent="-330200" rtl="0">
              <a:spcBef>
                <a:spcPts val="0"/>
              </a:spcBef>
              <a:spcAft>
                <a:spcPts val="0"/>
              </a:spcAft>
              <a:buClr>
                <a:schemeClr val="accent3"/>
              </a:buClr>
              <a:buSzPts val="1600"/>
              <a:buFont typeface="Montserrat"/>
              <a:buChar char="●"/>
              <a:defRPr>
                <a:solidFill>
                  <a:schemeClr val="accent3"/>
                </a:solidFill>
              </a:defRPr>
            </a:lvl4pPr>
            <a:lvl5pPr marL="2286000" lvl="4" indent="-330200" rtl="0">
              <a:spcBef>
                <a:spcPts val="0"/>
              </a:spcBef>
              <a:spcAft>
                <a:spcPts val="0"/>
              </a:spcAft>
              <a:buClr>
                <a:schemeClr val="accent3"/>
              </a:buClr>
              <a:buSzPts val="1600"/>
              <a:buFont typeface="Montserrat"/>
              <a:buChar char="○"/>
              <a:defRPr>
                <a:solidFill>
                  <a:schemeClr val="accent3"/>
                </a:solidFill>
              </a:defRPr>
            </a:lvl5pPr>
            <a:lvl6pPr marL="2743200" lvl="5" indent="-330200" rtl="0">
              <a:spcBef>
                <a:spcPts val="0"/>
              </a:spcBef>
              <a:spcAft>
                <a:spcPts val="0"/>
              </a:spcAft>
              <a:buClr>
                <a:schemeClr val="accent3"/>
              </a:buClr>
              <a:buSzPts val="1600"/>
              <a:buFont typeface="Montserrat"/>
              <a:buChar char="■"/>
              <a:defRPr>
                <a:solidFill>
                  <a:schemeClr val="accent3"/>
                </a:solidFill>
              </a:defRPr>
            </a:lvl6pPr>
            <a:lvl7pPr marL="3200400" lvl="6" indent="-330200" rtl="0">
              <a:spcBef>
                <a:spcPts val="0"/>
              </a:spcBef>
              <a:spcAft>
                <a:spcPts val="0"/>
              </a:spcAft>
              <a:buClr>
                <a:schemeClr val="accent3"/>
              </a:buClr>
              <a:buSzPts val="1600"/>
              <a:buFont typeface="Montserrat"/>
              <a:buChar char="●"/>
              <a:defRPr>
                <a:solidFill>
                  <a:schemeClr val="accent3"/>
                </a:solidFill>
              </a:defRPr>
            </a:lvl7pPr>
            <a:lvl8pPr marL="3657600" lvl="7" indent="-330200" rtl="0">
              <a:spcBef>
                <a:spcPts val="0"/>
              </a:spcBef>
              <a:spcAft>
                <a:spcPts val="0"/>
              </a:spcAft>
              <a:buClr>
                <a:schemeClr val="accent3"/>
              </a:buClr>
              <a:buSzPts val="1600"/>
              <a:buFont typeface="Montserrat"/>
              <a:buChar char="○"/>
              <a:defRPr>
                <a:solidFill>
                  <a:schemeClr val="accent3"/>
                </a:solidFill>
              </a:defRPr>
            </a:lvl8pPr>
            <a:lvl9pPr marL="4114800" lvl="8" indent="-330200" rtl="0">
              <a:spcBef>
                <a:spcPts val="0"/>
              </a:spcBef>
              <a:spcAft>
                <a:spcPts val="0"/>
              </a:spcAft>
              <a:buClr>
                <a:schemeClr val="accent3"/>
              </a:buClr>
              <a:buSzPts val="1600"/>
              <a:buFont typeface="Montserrat"/>
              <a:buChar char="■"/>
              <a:defRPr>
                <a:solidFill>
                  <a:schemeClr val="accent3"/>
                </a:solidFill>
              </a:defRPr>
            </a:lvl9pPr>
          </a:lstStyle>
          <a:p>
            <a:endParaRPr/>
          </a:p>
        </p:txBody>
      </p:sp>
      <p:sp>
        <p:nvSpPr>
          <p:cNvPr id="393" name="Google Shape;393;p2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2000"/>
              <a:buNone/>
              <a:defRPr>
                <a:solidFill>
                  <a:schemeClr val="accent3"/>
                </a:solidFill>
              </a:defRPr>
            </a:lvl1pPr>
            <a:lvl2pPr lvl="1" algn="ctr" rtl="0">
              <a:lnSpc>
                <a:spcPct val="100000"/>
              </a:lnSpc>
              <a:spcBef>
                <a:spcPts val="0"/>
              </a:spcBef>
              <a:spcAft>
                <a:spcPts val="0"/>
              </a:spcAft>
              <a:buClr>
                <a:schemeClr val="accent3"/>
              </a:buClr>
              <a:buSzPts val="2000"/>
              <a:buNone/>
              <a:defRPr sz="2000" b="1">
                <a:solidFill>
                  <a:schemeClr val="accent3"/>
                </a:solidFill>
              </a:defRPr>
            </a:lvl2pPr>
            <a:lvl3pPr lvl="2" algn="ctr" rtl="0">
              <a:lnSpc>
                <a:spcPct val="100000"/>
              </a:lnSpc>
              <a:spcBef>
                <a:spcPts val="0"/>
              </a:spcBef>
              <a:spcAft>
                <a:spcPts val="0"/>
              </a:spcAft>
              <a:buClr>
                <a:schemeClr val="accent3"/>
              </a:buClr>
              <a:buSzPts val="2000"/>
              <a:buNone/>
              <a:defRPr sz="2000" b="1">
                <a:solidFill>
                  <a:schemeClr val="accent3"/>
                </a:solidFill>
              </a:defRPr>
            </a:lvl3pPr>
            <a:lvl4pPr lvl="3" algn="ctr" rtl="0">
              <a:lnSpc>
                <a:spcPct val="100000"/>
              </a:lnSpc>
              <a:spcBef>
                <a:spcPts val="0"/>
              </a:spcBef>
              <a:spcAft>
                <a:spcPts val="0"/>
              </a:spcAft>
              <a:buClr>
                <a:schemeClr val="accent3"/>
              </a:buClr>
              <a:buSzPts val="2000"/>
              <a:buNone/>
              <a:defRPr sz="2000" b="1">
                <a:solidFill>
                  <a:schemeClr val="accent3"/>
                </a:solidFill>
              </a:defRPr>
            </a:lvl4pPr>
            <a:lvl5pPr lvl="4" algn="ctr" rtl="0">
              <a:lnSpc>
                <a:spcPct val="100000"/>
              </a:lnSpc>
              <a:spcBef>
                <a:spcPts val="0"/>
              </a:spcBef>
              <a:spcAft>
                <a:spcPts val="0"/>
              </a:spcAft>
              <a:buClr>
                <a:schemeClr val="accent3"/>
              </a:buClr>
              <a:buSzPts val="2000"/>
              <a:buNone/>
              <a:defRPr sz="2000" b="1">
                <a:solidFill>
                  <a:schemeClr val="accent3"/>
                </a:solidFill>
              </a:defRPr>
            </a:lvl5pPr>
            <a:lvl6pPr lvl="5" algn="ctr" rtl="0">
              <a:lnSpc>
                <a:spcPct val="100000"/>
              </a:lnSpc>
              <a:spcBef>
                <a:spcPts val="0"/>
              </a:spcBef>
              <a:spcAft>
                <a:spcPts val="0"/>
              </a:spcAft>
              <a:buClr>
                <a:schemeClr val="accent3"/>
              </a:buClr>
              <a:buSzPts val="2000"/>
              <a:buNone/>
              <a:defRPr sz="2000" b="1">
                <a:solidFill>
                  <a:schemeClr val="accent3"/>
                </a:solidFill>
              </a:defRPr>
            </a:lvl6pPr>
            <a:lvl7pPr lvl="6" algn="ctr" rtl="0">
              <a:lnSpc>
                <a:spcPct val="100000"/>
              </a:lnSpc>
              <a:spcBef>
                <a:spcPts val="0"/>
              </a:spcBef>
              <a:spcAft>
                <a:spcPts val="0"/>
              </a:spcAft>
              <a:buClr>
                <a:schemeClr val="accent3"/>
              </a:buClr>
              <a:buSzPts val="2000"/>
              <a:buNone/>
              <a:defRPr sz="2000" b="1">
                <a:solidFill>
                  <a:schemeClr val="accent3"/>
                </a:solidFill>
              </a:defRPr>
            </a:lvl7pPr>
            <a:lvl8pPr lvl="7" algn="ctr" rtl="0">
              <a:lnSpc>
                <a:spcPct val="100000"/>
              </a:lnSpc>
              <a:spcBef>
                <a:spcPts val="0"/>
              </a:spcBef>
              <a:spcAft>
                <a:spcPts val="0"/>
              </a:spcAft>
              <a:buClr>
                <a:schemeClr val="accent3"/>
              </a:buClr>
              <a:buSzPts val="2000"/>
              <a:buNone/>
              <a:defRPr sz="2000" b="1">
                <a:solidFill>
                  <a:schemeClr val="accent3"/>
                </a:solidFill>
              </a:defRPr>
            </a:lvl8pPr>
            <a:lvl9pPr lvl="8" algn="ctr" rtl="0">
              <a:lnSpc>
                <a:spcPct val="100000"/>
              </a:lnSpc>
              <a:spcBef>
                <a:spcPts val="0"/>
              </a:spcBef>
              <a:spcAft>
                <a:spcPts val="0"/>
              </a:spcAft>
              <a:buClr>
                <a:schemeClr val="accent3"/>
              </a:buClr>
              <a:buSzPts val="2000"/>
              <a:buNone/>
              <a:defRPr sz="2000" b="1">
                <a:solidFill>
                  <a:schemeClr val="accent3"/>
                </a:solidFill>
              </a:defRPr>
            </a:lvl9pPr>
          </a:lstStyle>
          <a:p>
            <a:endParaRPr/>
          </a:p>
        </p:txBody>
      </p:sp>
      <p:sp>
        <p:nvSpPr>
          <p:cNvPr id="394" name="Google Shape;394;p2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1">
    <p:spTree>
      <p:nvGrpSpPr>
        <p:cNvPr id="1" name="Shape 395"/>
        <p:cNvGrpSpPr/>
        <p:nvPr/>
      </p:nvGrpSpPr>
      <p:grpSpPr>
        <a:xfrm>
          <a:off x="0" y="0"/>
          <a:ext cx="0" cy="0"/>
          <a:chOff x="0" y="0"/>
          <a:chExt cx="0" cy="0"/>
        </a:xfrm>
      </p:grpSpPr>
      <p:sp>
        <p:nvSpPr>
          <p:cNvPr id="396" name="Google Shape;396;p22"/>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2"/>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2"/>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2"/>
              </a:buClr>
              <a:buSzPts val="5200"/>
              <a:buNone/>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399" name="Google Shape;399;p22"/>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0" name="Google Shape;400;p22"/>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sz="2000">
                <a:solidFill>
                  <a:schemeClr val="accent2"/>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1" name="Google Shape;401;p2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02" name="Google Shape;402;p2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03" name="Google Shape;403;p2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04" name="Google Shape;404;p2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05" name="Google Shape;405;p2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06" name="Google Shape;406;p2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7" name="Google Shape;407;p2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08" name="Google Shape;408;p2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09" name="Google Shape;409;p2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10" name="Google Shape;410;p2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11" name="Google Shape;411;p2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12" name="Google Shape;412;p2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13" name="Google Shape;413;p2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14" name="Google Shape;414;p2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415" name="Google Shape;415;p22"/>
          <p:cNvSpPr txBox="1"/>
          <p:nvPr/>
        </p:nvSpPr>
        <p:spPr>
          <a:xfrm>
            <a:off x="2912425" y="3087263"/>
            <a:ext cx="4418100" cy="6384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 sz="1200">
                <a:solidFill>
                  <a:schemeClr val="accent3"/>
                </a:solidFill>
                <a:latin typeface="Fira Code"/>
                <a:ea typeface="Fira Code"/>
                <a:cs typeface="Fira Code"/>
                <a:sym typeface="Fira Code"/>
              </a:rPr>
              <a:t>CREDITS: This presentation template was created by </a:t>
            </a:r>
            <a:r>
              <a:rPr lang="en" sz="1200" b="1">
                <a:solidFill>
                  <a:schemeClr val="accent3"/>
                </a:solidFill>
                <a:uFill>
                  <a:noFill/>
                </a:uFill>
                <a:latin typeface="Fira Code"/>
                <a:ea typeface="Fira Code"/>
                <a:cs typeface="Fira Code"/>
                <a:sym typeface="Fira Code"/>
                <a:hlinkClick r:id="rId2">
                  <a:extLst>
                    <a:ext uri="{A12FA001-AC4F-418D-AE19-62706E023703}">
                      <ahyp:hlinkClr xmlns:ahyp="http://schemas.microsoft.com/office/drawing/2018/hyperlinkcolor" val="tx"/>
                    </a:ext>
                  </a:extLst>
                </a:hlinkClick>
              </a:rPr>
              <a:t>Slidesgo</a:t>
            </a:r>
            <a:r>
              <a:rPr lang="en" sz="1200">
                <a:solidFill>
                  <a:schemeClr val="accent3"/>
                </a:solidFill>
                <a:latin typeface="Fira Code"/>
                <a:ea typeface="Fira Code"/>
                <a:cs typeface="Fira Code"/>
                <a:sym typeface="Fira Code"/>
              </a:rPr>
              <a:t>, including icons by </a:t>
            </a:r>
            <a:r>
              <a:rPr lang="en" sz="1200" b="1">
                <a:solidFill>
                  <a:schemeClr val="accent3"/>
                </a:solidFill>
                <a:uFill>
                  <a:noFill/>
                </a:uFill>
                <a:latin typeface="Fira Code"/>
                <a:ea typeface="Fira Code"/>
                <a:cs typeface="Fira Code"/>
                <a:sym typeface="Fira Code"/>
                <a:hlinkClick r:id="rId3">
                  <a:extLst>
                    <a:ext uri="{A12FA001-AC4F-418D-AE19-62706E023703}">
                      <ahyp:hlinkClr xmlns:ahyp="http://schemas.microsoft.com/office/drawing/2018/hyperlinkcolor" val="tx"/>
                    </a:ext>
                  </a:extLst>
                </a:hlinkClick>
              </a:rPr>
              <a:t>Flaticon</a:t>
            </a:r>
            <a:r>
              <a:rPr lang="en" sz="1200">
                <a:solidFill>
                  <a:schemeClr val="accent3"/>
                </a:solidFill>
                <a:latin typeface="Fira Code"/>
                <a:ea typeface="Fira Code"/>
                <a:cs typeface="Fira Code"/>
                <a:sym typeface="Fira Code"/>
              </a:rPr>
              <a:t>, and infographics &amp; images by </a:t>
            </a:r>
            <a:r>
              <a:rPr lang="en" sz="1200" b="1">
                <a:solidFill>
                  <a:schemeClr val="accent3"/>
                </a:solidFill>
                <a:uFill>
                  <a:noFill/>
                </a:uFill>
                <a:latin typeface="Fira Code"/>
                <a:ea typeface="Fira Code"/>
                <a:cs typeface="Fira Code"/>
                <a:sym typeface="Fira Code"/>
                <a:hlinkClick r:id="rId4">
                  <a:extLst>
                    <a:ext uri="{A12FA001-AC4F-418D-AE19-62706E023703}">
                      <ahyp:hlinkClr xmlns:ahyp="http://schemas.microsoft.com/office/drawing/2018/hyperlinkcolor" val="tx"/>
                    </a:ext>
                  </a:extLst>
                </a:hlinkClick>
              </a:rPr>
              <a:t>Freepik</a:t>
            </a:r>
            <a:endParaRPr sz="1200" b="1" u="sng">
              <a:solidFill>
                <a:schemeClr val="accent3"/>
              </a:solidFill>
              <a:latin typeface="Fira Code"/>
              <a:ea typeface="Fira Code"/>
              <a:cs typeface="Fira Code"/>
              <a:sym typeface="Fira Code"/>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
  <p:cSld name="CUSTOM_9">
    <p:spTree>
      <p:nvGrpSpPr>
        <p:cNvPr id="1" name="Shape 416"/>
        <p:cNvGrpSpPr/>
        <p:nvPr/>
      </p:nvGrpSpPr>
      <p:grpSpPr>
        <a:xfrm>
          <a:off x="0" y="0"/>
          <a:ext cx="0" cy="0"/>
          <a:chOff x="0" y="0"/>
          <a:chExt cx="0" cy="0"/>
        </a:xfrm>
      </p:grpSpPr>
      <p:sp>
        <p:nvSpPr>
          <p:cNvPr id="417" name="Google Shape;417;p2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20" name="Google Shape;420;p2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21" name="Google Shape;421;p2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22" name="Google Shape;422;p2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23" name="Google Shape;423;p2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24" name="Google Shape;424;p2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25" name="Google Shape;425;p2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26" name="Google Shape;426;p2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7" name="Google Shape;427;p2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28" name="Google Shape;428;p2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29" name="Google Shape;429;p2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30" name="Google Shape;430;p2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31" name="Google Shape;431;p2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32" name="Google Shape;432;p2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2">
    <p:spTree>
      <p:nvGrpSpPr>
        <p:cNvPr id="1" name="Shape 433"/>
        <p:cNvGrpSpPr/>
        <p:nvPr/>
      </p:nvGrpSpPr>
      <p:grpSpPr>
        <a:xfrm>
          <a:off x="0" y="0"/>
          <a:ext cx="0" cy="0"/>
          <a:chOff x="0" y="0"/>
          <a:chExt cx="0" cy="0"/>
        </a:xfrm>
      </p:grpSpPr>
      <p:sp>
        <p:nvSpPr>
          <p:cNvPr id="434" name="Google Shape;434;p2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4"/>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37" name="Google Shape;437;p2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38" name="Google Shape;438;p2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39" name="Google Shape;439;p2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40" name="Google Shape;440;p2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41" name="Google Shape;441;p2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42" name="Google Shape;442;p2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43" name="Google Shape;443;p2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44" name="Google Shape;444;p2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45" name="Google Shape;445;p2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6" name="Google Shape;446;p2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47" name="Google Shape;447;p2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48" name="Google Shape;448;p2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49" name="Google Shape;449;p2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45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5"/>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lt1"/>
              </a:buClr>
              <a:buSzPts val="2800"/>
              <a:buFont typeface="Fira Code"/>
              <a:buNone/>
              <a:defRPr sz="2800">
                <a:solidFill>
                  <a:schemeClr val="lt1"/>
                </a:solidFill>
                <a:latin typeface="Fira Code"/>
                <a:ea typeface="Fira Code"/>
                <a:cs typeface="Fira Code"/>
                <a:sym typeface="Fira Code"/>
              </a:defRPr>
            </a:lvl1pPr>
            <a:lvl2pPr lvl="1">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2pPr>
            <a:lvl3pPr lvl="2">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3pPr>
            <a:lvl4pPr lvl="3">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4pPr>
            <a:lvl5pPr lvl="4">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5pPr>
            <a:lvl6pPr lvl="5">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6pPr>
            <a:lvl7pPr lvl="6">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7pPr>
            <a:lvl8pPr lvl="7">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8pPr>
            <a:lvl9pPr lvl="8">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ctr" anchorCtr="0">
            <a:noAutofit/>
          </a:bodyPr>
          <a:lstStyle>
            <a:lvl1pPr marL="457200" lvl="0"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1pPr>
            <a:lvl2pPr marL="914400" lvl="1"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2pPr>
            <a:lvl3pPr marL="1371600" lvl="2"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3pPr>
            <a:lvl4pPr marL="1828800" lvl="3"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4pPr>
            <a:lvl5pPr marL="2286000" lvl="4"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5pPr>
            <a:lvl6pPr marL="2743200" lvl="5"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6pPr>
            <a:lvl7pPr marL="3200400" lvl="6"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7pPr>
            <a:lvl8pPr marL="3657600" lvl="7"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8pPr>
            <a:lvl9pPr marL="4114800" lvl="8"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450"/>
        <p:cNvGrpSpPr/>
        <p:nvPr/>
      </p:nvGrpSpPr>
      <p:grpSpPr>
        <a:xfrm>
          <a:off x="0" y="0"/>
          <a:ext cx="0" cy="0"/>
          <a:chOff x="0" y="0"/>
          <a:chExt cx="0" cy="0"/>
        </a:xfrm>
      </p:grpSpPr>
      <p:sp>
        <p:nvSpPr>
          <p:cNvPr id="451" name="Google Shape;451;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452" name="Google Shape;452;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3" Type="http://schemas.openxmlformats.org/officeDocument/2006/relationships/hyperlink" Target="https://developer.mozilla.org/en-US/docs/Learn/JavaScript/First_steps/What_is_JavaScript" TargetMode="External"/><Relationship Id="rId7" Type="http://schemas.openxmlformats.org/officeDocument/2006/relationships/hyperlink" Target="https://groovetechnology.com/blog/why-javascript-is-single-threaded/#:~:text=JavaScript%20was%20designed%20to%20be,interactivity%20to%20static%20web%20pages" TargetMode="External"/><Relationship Id="rId2" Type="http://schemas.openxmlformats.org/officeDocument/2006/relationships/notesSlide" Target="../notesSlides/notesSlide18.xml"/><Relationship Id="rId1" Type="http://schemas.openxmlformats.org/officeDocument/2006/relationships/slideLayout" Target="../slideLayouts/slideLayout3.xml"/><Relationship Id="rId6" Type="http://schemas.openxmlformats.org/officeDocument/2006/relationships/hyperlink" Target="https://www.freecodecamp.org/news/compiled-versus-interpreted-languages/" TargetMode="External"/><Relationship Id="rId5" Type="http://schemas.openxmlformats.org/officeDocument/2006/relationships/hyperlink" Target="https://www.geeksforgeeks.org/introduction-to-javascript/" TargetMode="External"/><Relationship Id="rId4" Type="http://schemas.openxmlformats.org/officeDocument/2006/relationships/hyperlink" Target="https://javascript.plainenglish.io/why-javascript-is-called-lightweight-5a1996db9ef6" TargetMode="External"/></Relationships>
</file>

<file path=ppt/slides/_rels/slide23.xml.rels><?xml version="1.0" encoding="UTF-8" standalone="yes"?>
<Relationships xmlns="http://schemas.openxmlformats.org/package/2006/relationships"><Relationship Id="rId3" Type="http://schemas.openxmlformats.org/officeDocument/2006/relationships/hyperlink" Target="https://www.freecodecamp.org/news/just-in-time-compilation-explained/" TargetMode="External"/><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6.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4.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8" Type="http://schemas.openxmlformats.org/officeDocument/2006/relationships/slide" Target="slide90.xml"/><Relationship Id="rId13" Type="http://schemas.openxmlformats.org/officeDocument/2006/relationships/slide" Target="slide95.xml"/><Relationship Id="rId3" Type="http://schemas.openxmlformats.org/officeDocument/2006/relationships/hyperlink" Target="http://bit.ly/2Tynxth" TargetMode="External"/><Relationship Id="rId7" Type="http://schemas.openxmlformats.org/officeDocument/2006/relationships/slide" Target="slide87.xml"/><Relationship Id="rId12" Type="http://schemas.openxmlformats.org/officeDocument/2006/relationships/hyperlink" Target="https://storyset.com/?utm_source=slidesgo_template&amp;utm_medium=referral-link&amp;utm_campaign=slidesgo_contents_of_this_template&amp;utm_term=storyset&amp;utm_content=storyset" TargetMode="External"/><Relationship Id="rId2" Type="http://schemas.openxmlformats.org/officeDocument/2006/relationships/notesSlide" Target="../notesSlides/notesSlide62.xml"/><Relationship Id="rId1" Type="http://schemas.openxmlformats.org/officeDocument/2006/relationships/slideLayout" Target="../slideLayouts/slideLayout3.xml"/><Relationship Id="rId6" Type="http://schemas.openxmlformats.org/officeDocument/2006/relationships/slide" Target="slide89.xml"/><Relationship Id="rId11" Type="http://schemas.openxmlformats.org/officeDocument/2006/relationships/slide" Target="slide94.xml"/><Relationship Id="rId5" Type="http://schemas.openxmlformats.org/officeDocument/2006/relationships/hyperlink" Target="http://bit.ly/33VAFh3" TargetMode="External"/><Relationship Id="rId10" Type="http://schemas.openxmlformats.org/officeDocument/2006/relationships/slide" Target="slide93.xml"/><Relationship Id="rId4" Type="http://schemas.openxmlformats.org/officeDocument/2006/relationships/hyperlink" Target="http://bit.ly/30B07Gq" TargetMode="External"/><Relationship Id="rId9" Type="http://schemas.openxmlformats.org/officeDocument/2006/relationships/slide" Target="slide91.xml"/><Relationship Id="rId14" Type="http://schemas.openxmlformats.org/officeDocument/2006/relationships/slide" Target="slide101.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8.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5.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5.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4.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5.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8.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7.xml"/></Relationships>
</file>

<file path=ppt/slides/_rels/slide77.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73.xml"/><Relationship Id="rId1" Type="http://schemas.openxmlformats.org/officeDocument/2006/relationships/slideLayout" Target="../slideLayouts/slideLayout9.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3" Type="http://schemas.openxmlformats.org/officeDocument/2006/relationships/hyperlink" Target="https://docs.google.com/spreadsheets/d/1TLE99EgLRE6WyC091HlDA5Bb_giY0U68E4eKuiK0Gz4/copy#gid=1654711040" TargetMode="External"/><Relationship Id="rId2" Type="http://schemas.openxmlformats.org/officeDocument/2006/relationships/notesSlide" Target="../notesSlides/notesSlide75.xml"/><Relationship Id="rId1" Type="http://schemas.openxmlformats.org/officeDocument/2006/relationships/slideLayout" Target="../slideLayouts/slideLayout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5.png"/></Relationships>
</file>

<file path=ppt/slides/_rels/slide8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76.xml"/><Relationship Id="rId1" Type="http://schemas.openxmlformats.org/officeDocument/2006/relationships/slideLayout" Target="../slideLayouts/slideLayout6.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10.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13.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5.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5.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6.xml"/></Relationships>
</file>

<file path=ppt/slides/_rels/slide8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82.xml"/><Relationship Id="rId1" Type="http://schemas.openxmlformats.org/officeDocument/2006/relationships/slideLayout" Target="../slideLayouts/slideLayout19.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1.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5.xml"/></Relationships>
</file>

<file path=ppt/slides/_rels/slide89.xml.rels><?xml version="1.0" encoding="UTF-8" standalone="yes"?>
<Relationships xmlns="http://schemas.openxmlformats.org/package/2006/relationships"><Relationship Id="rId3" Type="http://schemas.openxmlformats.org/officeDocument/2006/relationships/hyperlink" Target="https://www.freepik.com/free-photo/portrait-hacker_4474742.htm#page=1&amp;query=FREEPIK%20hacker&amp;position=42/?utm_source=slidesgo_template&amp;utm_medium=referral-link&amp;utm_campaign=sg_resources&amp;utm_content=freepik" TargetMode="External"/><Relationship Id="rId2" Type="http://schemas.openxmlformats.org/officeDocument/2006/relationships/notesSlide" Target="../notesSlides/notesSlide85.xml"/><Relationship Id="rId1" Type="http://schemas.openxmlformats.org/officeDocument/2006/relationships/slideLayout" Target="../slideLayouts/slideLayout20.xml"/><Relationship Id="rId4" Type="http://schemas.openxmlformats.org/officeDocument/2006/relationships/hyperlink" Target="https://www.freepik.com/free-photo/portrait-hacker_4474758.htm#page=1&amp;query=FREEPIK%20hacker&amp;position=33/?utm_source=slidesgo_template&amp;utm_medium=referral-link&amp;utm_campaign=sg_resources&amp;utm_content=freepik" TargetMode="External"/></Relationships>
</file>

<file path=ppt/slides/_rels/slide90.xml.rels><?xml version="1.0" encoding="UTF-8" standalone="yes"?>
<Relationships xmlns="http://schemas.openxmlformats.org/package/2006/relationships"><Relationship Id="rId3" Type="http://schemas.openxmlformats.org/officeDocument/2006/relationships/hyperlink" Target="https://www.freepik.com/free-photo/close-up-hacker_4474746.htm/?utm_source=slidesgo_template&amp;utm_medium=referral-link&amp;utm_campaign=sg_resources&amp;utm_content=freepik" TargetMode="External"/><Relationship Id="rId2" Type="http://schemas.openxmlformats.org/officeDocument/2006/relationships/notesSlide" Target="../notesSlides/notesSlide86.xml"/><Relationship Id="rId1" Type="http://schemas.openxmlformats.org/officeDocument/2006/relationships/slideLayout" Target="../slideLayouts/slideLayout20.xml"/><Relationship Id="rId5" Type="http://schemas.openxmlformats.org/officeDocument/2006/relationships/hyperlink" Target="https://www.flaticon.es/packs/web-design-62?word=web%20design&amp;k=1628502920865/?utm_source=slidesgo_template&amp;utm_medium=referral-link&amp;utm_campaign=sg_resources&amp;utm_content=flaticon" TargetMode="External"/><Relationship Id="rId4" Type="http://schemas.openxmlformats.org/officeDocument/2006/relationships/hyperlink" Target="https://www.freepik.com/free-photo/medium-shot-woman-working-computer_15479647.htm#page=1&amp;query=FREEPIK%20computer&amp;position=2/?utm_source=slidesgo_template&amp;utm_medium=referral-link&amp;utm_campaign=sg_resources&amp;utm_content=freepik" TargetMode="External"/></Relationships>
</file>

<file path=ppt/slides/_rels/slide9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87.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87.xml"/></Relationships>
</file>

<file path=ppt/slides/_rels/slide9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88.xml"/><Relationship Id="rId1" Type="http://schemas.openxmlformats.org/officeDocument/2006/relationships/slideLayout" Target="../slideLayouts/slideLayout24.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93.xml.rels><?xml version="1.0" encoding="UTF-8" standalone="yes"?>
<Relationships xmlns="http://schemas.openxmlformats.org/package/2006/relationships"><Relationship Id="rId3" Type="http://schemas.openxmlformats.org/officeDocument/2006/relationships/hyperlink" Target="https://fonts.google.com/specimen/Fira+Code" TargetMode="External"/><Relationship Id="rId2" Type="http://schemas.openxmlformats.org/officeDocument/2006/relationships/notesSlide" Target="../notesSlides/notesSlide89.xml"/><Relationship Id="rId1" Type="http://schemas.openxmlformats.org/officeDocument/2006/relationships/slideLayout" Target="../slideLayouts/slideLayout24.xml"/></Relationships>
</file>

<file path=ppt/slides/_rels/slide94.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2.gif"/><Relationship Id="rId2" Type="http://schemas.openxmlformats.org/officeDocument/2006/relationships/notesSlide" Target="../notesSlides/notesSlide90.xml"/><Relationship Id="rId1" Type="http://schemas.openxmlformats.org/officeDocument/2006/relationships/slideLayout" Target="../slideLayouts/slideLayout2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1.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0.gif"/><Relationship Id="rId4" Type="http://schemas.openxmlformats.org/officeDocument/2006/relationships/image" Target="../media/image8.gif"/><Relationship Id="rId9" Type="http://schemas.openxmlformats.org/officeDocument/2006/relationships/image" Target="../media/image9.gif"/></Relationships>
</file>

<file path=ppt/slides/_rels/slide95.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91.xml"/><Relationship Id="rId1" Type="http://schemas.openxmlformats.org/officeDocument/2006/relationships/slideLayout" Target="../slideLayouts/slideLayout24.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4.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4.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4.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4.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4.xml"/></Relationships>
</file>

<file path=ppt/slides/_rels/slide101.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97.xml"/><Relationship Id="rId1" Type="http://schemas.openxmlformats.org/officeDocument/2006/relationships/slideLayout" Target="../slideLayouts/slideLayout24.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4.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4.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4.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4.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4.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4.xml"/></Relationships>
</file>

<file path=ppt/slides/_rels/slide10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04.xml"/><Relationship Id="rId1" Type="http://schemas.openxmlformats.org/officeDocument/2006/relationships/slideLayout" Target="../slideLayouts/slideLayout24.xml"/><Relationship Id="rId4" Type="http://schemas.openxmlformats.org/officeDocument/2006/relationships/image" Target="../media/image1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57"/>
        <p:cNvGrpSpPr/>
        <p:nvPr/>
      </p:nvGrpSpPr>
      <p:grpSpPr>
        <a:xfrm>
          <a:off x="0" y="0"/>
          <a:ext cx="0" cy="0"/>
          <a:chOff x="0" y="0"/>
          <a:chExt cx="0" cy="0"/>
        </a:xfrm>
      </p:grpSpPr>
      <p:sp>
        <p:nvSpPr>
          <p:cNvPr id="458" name="Google Shape;458;p27"/>
          <p:cNvSpPr txBox="1">
            <a:spLocks noGrp="1"/>
          </p:cNvSpPr>
          <p:nvPr>
            <p:ph type="title"/>
          </p:nvPr>
        </p:nvSpPr>
        <p:spPr>
          <a:xfrm flipH="1">
            <a:off x="2054663" y="586975"/>
            <a:ext cx="1842300" cy="11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59" name="Google Shape;459;p27"/>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a:solidFill>
                  <a:srgbClr val="72D9F0"/>
                </a:solidFill>
              </a:rPr>
              <a:t>About JavaScript</a:t>
            </a:r>
            <a:endParaRPr/>
          </a:p>
        </p:txBody>
      </p:sp>
      <p:sp>
        <p:nvSpPr>
          <p:cNvPr id="460" name="Google Shape;460;p27"/>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E7E7E7"/>
                </a:solidFill>
              </a:rPr>
              <a:t>David Tarvin, AIM Code School</a:t>
            </a:r>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64"/>
        <p:cNvGrpSpPr/>
        <p:nvPr/>
      </p:nvGrpSpPr>
      <p:grpSpPr>
        <a:xfrm>
          <a:off x="0" y="0"/>
          <a:ext cx="0" cy="0"/>
          <a:chOff x="0" y="0"/>
          <a:chExt cx="0" cy="0"/>
        </a:xfrm>
      </p:grpSpPr>
      <p:sp>
        <p:nvSpPr>
          <p:cNvPr id="465" name="Google Shape;465;p2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rgbClr val="FF5858"/>
                </a:solidFill>
              </a:rPr>
              <a:t>What is JavaScript?</a:t>
            </a:r>
            <a:endParaRPr dirty="0"/>
          </a:p>
        </p:txBody>
      </p:sp>
      <p:sp>
        <p:nvSpPr>
          <p:cNvPr id="466" name="Google Shape;466;p2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2700" lvl="0" indent="0" algn="l" rtl="0">
              <a:lnSpc>
                <a:spcPct val="115000"/>
              </a:lnSpc>
              <a:spcBef>
                <a:spcPts val="0"/>
              </a:spcBef>
              <a:spcAft>
                <a:spcPts val="0"/>
              </a:spcAft>
              <a:buNone/>
            </a:pPr>
            <a:r>
              <a:rPr lang="en" sz="1800">
                <a:solidFill>
                  <a:srgbClr val="72D9F0"/>
                </a:solidFill>
              </a:rPr>
              <a:t>JavaScript is a scripting or programming language that allows one to implement complex features on web pages</a:t>
            </a:r>
            <a:endParaRPr sz="1800">
              <a:solidFill>
                <a:srgbClr val="72D9F0"/>
              </a:solidFill>
            </a:endParaRPr>
          </a:p>
          <a:p>
            <a:pPr marL="457200" lvl="0" indent="-330200" algn="l" rtl="0">
              <a:lnSpc>
                <a:spcPct val="115000"/>
              </a:lnSpc>
              <a:spcBef>
                <a:spcPts val="1000"/>
              </a:spcBef>
              <a:spcAft>
                <a:spcPts val="0"/>
              </a:spcAft>
              <a:buClr>
                <a:srgbClr val="72D9F0"/>
              </a:buClr>
              <a:buSzPts val="1600"/>
              <a:buChar char="-"/>
            </a:pPr>
            <a:r>
              <a:rPr lang="en" sz="1600">
                <a:solidFill>
                  <a:srgbClr val="72D9F0"/>
                </a:solidFill>
              </a:rPr>
              <a:t>displaying timely content updates</a:t>
            </a:r>
            <a:endParaRPr sz="1600">
              <a:solidFill>
                <a:srgbClr val="72D9F0"/>
              </a:solidFill>
            </a:endParaRPr>
          </a:p>
          <a:p>
            <a:pPr marL="457200" lvl="0" indent="-330200" algn="l" rtl="0">
              <a:lnSpc>
                <a:spcPct val="115000"/>
              </a:lnSpc>
              <a:spcBef>
                <a:spcPts val="1000"/>
              </a:spcBef>
              <a:spcAft>
                <a:spcPts val="0"/>
              </a:spcAft>
              <a:buClr>
                <a:srgbClr val="72D9F0"/>
              </a:buClr>
              <a:buSzPts val="1600"/>
              <a:buChar char="-"/>
            </a:pPr>
            <a:r>
              <a:rPr lang="en" sz="1600">
                <a:solidFill>
                  <a:srgbClr val="72D9F0"/>
                </a:solidFill>
              </a:rPr>
              <a:t>Interactive maps</a:t>
            </a:r>
            <a:endParaRPr sz="1600">
              <a:solidFill>
                <a:srgbClr val="72D9F0"/>
              </a:solidFill>
            </a:endParaRPr>
          </a:p>
          <a:p>
            <a:pPr marL="457200" lvl="0" indent="-330200" algn="l" rtl="0">
              <a:lnSpc>
                <a:spcPct val="115000"/>
              </a:lnSpc>
              <a:spcBef>
                <a:spcPts val="1000"/>
              </a:spcBef>
              <a:spcAft>
                <a:spcPts val="0"/>
              </a:spcAft>
              <a:buClr>
                <a:srgbClr val="72D9F0"/>
              </a:buClr>
              <a:buSzPts val="1600"/>
              <a:buChar char="-"/>
            </a:pPr>
            <a:r>
              <a:rPr lang="en" sz="1600">
                <a:solidFill>
                  <a:srgbClr val="72D9F0"/>
                </a:solidFill>
              </a:rPr>
              <a:t>Animated 2D/3D graphics</a:t>
            </a:r>
            <a:endParaRPr sz="1600">
              <a:solidFill>
                <a:srgbClr val="72D9F0"/>
              </a:solidFill>
            </a:endParaRPr>
          </a:p>
          <a:p>
            <a:pPr marL="457200" lvl="0" indent="-330200" algn="l" rtl="0">
              <a:lnSpc>
                <a:spcPct val="115000"/>
              </a:lnSpc>
              <a:spcBef>
                <a:spcPts val="1000"/>
              </a:spcBef>
              <a:spcAft>
                <a:spcPts val="0"/>
              </a:spcAft>
              <a:buClr>
                <a:srgbClr val="72D9F0"/>
              </a:buClr>
              <a:buSzPts val="1600"/>
              <a:buChar char="-"/>
            </a:pPr>
            <a:r>
              <a:rPr lang="en" sz="1600">
                <a:solidFill>
                  <a:srgbClr val="72D9F0"/>
                </a:solidFill>
              </a:rPr>
              <a:t>Scrolling video jukeboxes</a:t>
            </a:r>
            <a:endParaRPr sz="1600">
              <a:solidFill>
                <a:srgbClr val="72D9F0"/>
              </a:solidFill>
            </a:endParaRPr>
          </a:p>
          <a:p>
            <a:pPr marL="457200" lvl="0" indent="-330200" algn="l" rtl="0">
              <a:lnSpc>
                <a:spcPct val="115000"/>
              </a:lnSpc>
              <a:spcBef>
                <a:spcPts val="1000"/>
              </a:spcBef>
              <a:spcAft>
                <a:spcPts val="0"/>
              </a:spcAft>
              <a:buClr>
                <a:srgbClr val="72D9F0"/>
              </a:buClr>
              <a:buSzPts val="1600"/>
              <a:buChar char="-"/>
            </a:pPr>
            <a:r>
              <a:rPr lang="en" sz="1600">
                <a:solidFill>
                  <a:srgbClr val="72D9F0"/>
                </a:solidFill>
              </a:rPr>
              <a:t>Countless others</a:t>
            </a:r>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70"/>
        <p:cNvGrpSpPr/>
        <p:nvPr/>
      </p:nvGrpSpPr>
      <p:grpSpPr>
        <a:xfrm>
          <a:off x="0" y="0"/>
          <a:ext cx="0" cy="0"/>
          <a:chOff x="0" y="0"/>
          <a:chExt cx="0" cy="0"/>
        </a:xfrm>
      </p:grpSpPr>
      <p:sp>
        <p:nvSpPr>
          <p:cNvPr id="471" name="Google Shape;471;p2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FF5858"/>
                </a:solidFill>
              </a:rPr>
              <a:t>But what is it actually?</a:t>
            </a:r>
            <a:endParaRPr/>
          </a:p>
        </p:txBody>
      </p:sp>
      <p:sp>
        <p:nvSpPr>
          <p:cNvPr id="472" name="Google Shape;472;p2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39700" lvl="0" indent="0" algn="l" rtl="0">
              <a:lnSpc>
                <a:spcPct val="115000"/>
              </a:lnSpc>
              <a:spcBef>
                <a:spcPts val="0"/>
              </a:spcBef>
              <a:spcAft>
                <a:spcPts val="0"/>
              </a:spcAft>
              <a:buNone/>
            </a:pPr>
            <a:r>
              <a:rPr lang="en" sz="2000">
                <a:solidFill>
                  <a:srgbClr val="72D9F0"/>
                </a:solidFill>
              </a:rPr>
              <a:t>JavaScript is a lightweight, cross-platform, single-threaded, and interpreted or just-in-time compiled programming language well-known for the development of web pages, as well as its use in many non-browser environments</a:t>
            </a:r>
            <a:endParaRPr sz="2000">
              <a:solidFill>
                <a:srgbClr val="72D9F0"/>
              </a:solidFill>
            </a:endParaRPr>
          </a:p>
          <a:p>
            <a:pPr marL="0" lvl="0" indent="0" algn="l" rtl="0">
              <a:spcBef>
                <a:spcPts val="0"/>
              </a:spcBef>
              <a:spcAft>
                <a:spcPts val="1200"/>
              </a:spcAft>
              <a:buNone/>
            </a:pP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476"/>
        <p:cNvGrpSpPr/>
        <p:nvPr/>
      </p:nvGrpSpPr>
      <p:grpSpPr>
        <a:xfrm>
          <a:off x="0" y="0"/>
          <a:ext cx="0" cy="0"/>
          <a:chOff x="0" y="0"/>
          <a:chExt cx="0" cy="0"/>
        </a:xfrm>
      </p:grpSpPr>
      <p:sp>
        <p:nvSpPr>
          <p:cNvPr id="477" name="Google Shape;477;p3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FF5858"/>
                </a:solidFill>
              </a:rPr>
              <a:t>What does lightweight mean?</a:t>
            </a:r>
            <a:endParaRPr/>
          </a:p>
        </p:txBody>
      </p:sp>
      <p:sp>
        <p:nvSpPr>
          <p:cNvPr id="478" name="Google Shape;478;p3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2700" lvl="0" indent="0" algn="l" rtl="0">
              <a:lnSpc>
                <a:spcPct val="115000"/>
              </a:lnSpc>
              <a:spcBef>
                <a:spcPts val="0"/>
              </a:spcBef>
              <a:spcAft>
                <a:spcPts val="0"/>
              </a:spcAft>
              <a:buNone/>
            </a:pPr>
            <a:r>
              <a:rPr lang="en" sz="1800">
                <a:solidFill>
                  <a:srgbClr val="72D9F0"/>
                </a:solidFill>
              </a:rPr>
              <a:t>Lightweight programming languages are those which are designed:</a:t>
            </a:r>
            <a:endParaRPr sz="1800">
              <a:solidFill>
                <a:srgbClr val="72D9F0"/>
              </a:solidFill>
            </a:endParaRPr>
          </a:p>
          <a:p>
            <a:pPr marL="457200" lvl="0" indent="-330200" algn="l" rtl="0">
              <a:lnSpc>
                <a:spcPct val="115000"/>
              </a:lnSpc>
              <a:spcBef>
                <a:spcPts val="1000"/>
              </a:spcBef>
              <a:spcAft>
                <a:spcPts val="0"/>
              </a:spcAft>
              <a:buClr>
                <a:srgbClr val="72D9F0"/>
              </a:buClr>
              <a:buSzPts val="1600"/>
              <a:buChar char="-"/>
            </a:pPr>
            <a:r>
              <a:rPr lang="en" sz="1600">
                <a:solidFill>
                  <a:srgbClr val="72D9F0"/>
                </a:solidFill>
              </a:rPr>
              <a:t>To consume minimal memory resources when its code or an application is running</a:t>
            </a:r>
            <a:endParaRPr sz="1600">
              <a:solidFill>
                <a:srgbClr val="72D9F0"/>
              </a:solidFill>
            </a:endParaRPr>
          </a:p>
          <a:p>
            <a:pPr marL="457200" lvl="0" indent="-330200" algn="l" rtl="0">
              <a:lnSpc>
                <a:spcPct val="115000"/>
              </a:lnSpc>
              <a:spcBef>
                <a:spcPts val="1000"/>
              </a:spcBef>
              <a:spcAft>
                <a:spcPts val="0"/>
              </a:spcAft>
              <a:buClr>
                <a:srgbClr val="72D9F0"/>
              </a:buClr>
              <a:buSzPts val="1600"/>
              <a:buChar char="-"/>
            </a:pPr>
            <a:r>
              <a:rPr lang="en" sz="1600">
                <a:solidFill>
                  <a:srgbClr val="72D9F0"/>
                </a:solidFill>
              </a:rPr>
              <a:t>To ease the implementation across platforms such as web, mobile, desktop, etc.</a:t>
            </a:r>
            <a:endParaRPr sz="1600">
              <a:solidFill>
                <a:srgbClr val="72D9F0"/>
              </a:solidFill>
            </a:endParaRPr>
          </a:p>
          <a:p>
            <a:pPr marL="457200" lvl="0" indent="-330200" algn="l" rtl="0">
              <a:lnSpc>
                <a:spcPct val="115000"/>
              </a:lnSpc>
              <a:spcBef>
                <a:spcPts val="1000"/>
              </a:spcBef>
              <a:spcAft>
                <a:spcPts val="0"/>
              </a:spcAft>
              <a:buClr>
                <a:srgbClr val="72D9F0"/>
              </a:buClr>
              <a:buSzPts val="1600"/>
              <a:buChar char="-"/>
            </a:pPr>
            <a:r>
              <a:rPr lang="en" sz="1600">
                <a:solidFill>
                  <a:srgbClr val="72D9F0"/>
                </a:solidFill>
              </a:rPr>
              <a:t>To have a minimalist, simple syntax, semantics to help in learning quickly</a:t>
            </a:r>
            <a:endParaRPr sz="1600">
              <a:solidFill>
                <a:srgbClr val="72D9F0"/>
              </a:solidFill>
            </a:endParaRPr>
          </a:p>
          <a:p>
            <a:pPr marL="0" lvl="0" indent="0" algn="l" rtl="0">
              <a:spcBef>
                <a:spcPts val="0"/>
              </a:spcBef>
              <a:spcAft>
                <a:spcPts val="1200"/>
              </a:spcAft>
              <a:buNone/>
            </a:pP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482"/>
        <p:cNvGrpSpPr/>
        <p:nvPr/>
      </p:nvGrpSpPr>
      <p:grpSpPr>
        <a:xfrm>
          <a:off x="0" y="0"/>
          <a:ext cx="0" cy="0"/>
          <a:chOff x="0" y="0"/>
          <a:chExt cx="0" cy="0"/>
        </a:xfrm>
      </p:grpSpPr>
      <p:sp>
        <p:nvSpPr>
          <p:cNvPr id="483" name="Google Shape;483;p3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How is JavaScript lightweight?</a:t>
            </a:r>
            <a:endParaRPr/>
          </a:p>
        </p:txBody>
      </p:sp>
      <p:sp>
        <p:nvSpPr>
          <p:cNvPr id="484" name="Google Shape;484;p3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42900" algn="l" rtl="0">
              <a:spcBef>
                <a:spcPts val="0"/>
              </a:spcBef>
              <a:spcAft>
                <a:spcPts val="0"/>
              </a:spcAft>
              <a:buSzPts val="1800"/>
              <a:buChar char="-"/>
            </a:pPr>
            <a:r>
              <a:rPr lang="en" sz="1400" dirty="0"/>
              <a:t>It makes applications consume fewer resources than other language implementations</a:t>
            </a:r>
            <a:endParaRPr sz="1400" dirty="0"/>
          </a:p>
          <a:p>
            <a:pPr marL="457200" lvl="0" indent="-342900" algn="l" rtl="0">
              <a:spcBef>
                <a:spcPts val="1000"/>
              </a:spcBef>
              <a:spcAft>
                <a:spcPts val="0"/>
              </a:spcAft>
              <a:buSzPts val="1800"/>
              <a:buChar char="-"/>
            </a:pPr>
            <a:r>
              <a:rPr lang="en" sz="1400" dirty="0"/>
              <a:t>It runs on browsers without any dependencies</a:t>
            </a:r>
            <a:endParaRPr sz="1400" dirty="0"/>
          </a:p>
          <a:p>
            <a:pPr marL="457200" lvl="0" indent="-342900" algn="l" rtl="0">
              <a:spcBef>
                <a:spcPts val="1000"/>
              </a:spcBef>
              <a:spcAft>
                <a:spcPts val="0"/>
              </a:spcAft>
              <a:buSzPts val="1800"/>
              <a:buChar char="-"/>
            </a:pPr>
            <a:r>
              <a:rPr lang="en" sz="1400" dirty="0"/>
              <a:t>New features are constantly added so users need not write any new code, making it leaner on resources</a:t>
            </a:r>
            <a:endParaRPr sz="1400" dirty="0"/>
          </a:p>
          <a:p>
            <a:pPr marL="457200" lvl="0" indent="-342900" algn="l" rtl="0">
              <a:spcBef>
                <a:spcPts val="1000"/>
              </a:spcBef>
              <a:spcAft>
                <a:spcPts val="0"/>
              </a:spcAft>
              <a:buSzPts val="1800"/>
              <a:buChar char="-"/>
            </a:pPr>
            <a:r>
              <a:rPr lang="en" sz="1400" dirty="0"/>
              <a:t>It has a minimal set of language constructs, which can be leveraged to handle any requirement for a given application</a:t>
            </a:r>
            <a:endParaRPr sz="1400" dirty="0"/>
          </a:p>
          <a:p>
            <a:pPr marL="457200" lvl="0" indent="-342900" algn="l" rtl="0">
              <a:spcBef>
                <a:spcPts val="1000"/>
              </a:spcBef>
              <a:spcAft>
                <a:spcPts val="1000"/>
              </a:spcAft>
              <a:buSzPts val="1800"/>
              <a:buChar char="-"/>
            </a:pPr>
            <a:r>
              <a:rPr lang="en" sz="1400" dirty="0"/>
              <a:t>Learning the language does not require a great deal of effort</a:t>
            </a:r>
            <a:endParaRPr sz="1400" dirty="0"/>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488"/>
        <p:cNvGrpSpPr/>
        <p:nvPr/>
      </p:nvGrpSpPr>
      <p:grpSpPr>
        <a:xfrm>
          <a:off x="0" y="0"/>
          <a:ext cx="0" cy="0"/>
          <a:chOff x="0" y="0"/>
          <a:chExt cx="0" cy="0"/>
        </a:xfrm>
      </p:grpSpPr>
      <p:sp>
        <p:nvSpPr>
          <p:cNvPr id="489" name="Google Shape;489;p3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a:solidFill>
                  <a:srgbClr val="FF5858"/>
                </a:solidFill>
              </a:rPr>
              <a:t>What makes JavaScript cross-platform?</a:t>
            </a:r>
            <a:endParaRPr/>
          </a:p>
        </p:txBody>
      </p:sp>
      <p:sp>
        <p:nvSpPr>
          <p:cNvPr id="490" name="Google Shape;490;p3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42900" algn="l" rtl="0">
              <a:lnSpc>
                <a:spcPct val="100000"/>
              </a:lnSpc>
              <a:spcBef>
                <a:spcPts val="0"/>
              </a:spcBef>
              <a:spcAft>
                <a:spcPts val="0"/>
              </a:spcAft>
              <a:buClr>
                <a:srgbClr val="72D9F0"/>
              </a:buClr>
              <a:buSzPts val="1800"/>
              <a:buChar char="-"/>
            </a:pPr>
            <a:r>
              <a:rPr lang="en" sz="1800">
                <a:solidFill>
                  <a:srgbClr val="72D9F0"/>
                </a:solidFill>
              </a:rPr>
              <a:t>Originally designed to run in the browser</a:t>
            </a:r>
            <a:endParaRPr sz="1800">
              <a:solidFill>
                <a:srgbClr val="72D9F0"/>
              </a:solidFill>
            </a:endParaRPr>
          </a:p>
          <a:p>
            <a:pPr marL="457200" lvl="0" indent="-342900" algn="l" rtl="0">
              <a:lnSpc>
                <a:spcPct val="100000"/>
              </a:lnSpc>
              <a:spcBef>
                <a:spcPts val="1000"/>
              </a:spcBef>
              <a:spcAft>
                <a:spcPts val="0"/>
              </a:spcAft>
              <a:buClr>
                <a:srgbClr val="72D9F0"/>
              </a:buClr>
              <a:buSzPts val="1800"/>
              <a:buChar char="-"/>
            </a:pPr>
            <a:r>
              <a:rPr lang="en" sz="1800">
                <a:solidFill>
                  <a:srgbClr val="72D9F0"/>
                </a:solidFill>
              </a:rPr>
              <a:t>Now used for such things as:</a:t>
            </a:r>
            <a:endParaRPr sz="1800">
              <a:solidFill>
                <a:srgbClr val="72D9F0"/>
              </a:solidFill>
            </a:endParaRPr>
          </a:p>
          <a:p>
            <a:pPr marL="914400" lvl="1" indent="-330200" algn="l" rtl="0">
              <a:lnSpc>
                <a:spcPct val="100000"/>
              </a:lnSpc>
              <a:spcBef>
                <a:spcPts val="1000"/>
              </a:spcBef>
              <a:spcAft>
                <a:spcPts val="0"/>
              </a:spcAft>
              <a:buClr>
                <a:srgbClr val="72D9F0"/>
              </a:buClr>
              <a:buSzPts val="1600"/>
              <a:buChar char="-"/>
            </a:pPr>
            <a:r>
              <a:rPr lang="en" sz="1600">
                <a:solidFill>
                  <a:srgbClr val="72D9F0"/>
                </a:solidFill>
              </a:rPr>
              <a:t>Native application development</a:t>
            </a:r>
            <a:endParaRPr sz="1600">
              <a:solidFill>
                <a:srgbClr val="72D9F0"/>
              </a:solidFill>
            </a:endParaRPr>
          </a:p>
          <a:p>
            <a:pPr marL="914400" lvl="1" indent="-330200" algn="l" rtl="0">
              <a:lnSpc>
                <a:spcPct val="100000"/>
              </a:lnSpc>
              <a:spcBef>
                <a:spcPts val="1000"/>
              </a:spcBef>
              <a:spcAft>
                <a:spcPts val="0"/>
              </a:spcAft>
              <a:buClr>
                <a:srgbClr val="72D9F0"/>
              </a:buClr>
              <a:buSzPts val="1600"/>
              <a:buChar char="-"/>
            </a:pPr>
            <a:r>
              <a:rPr lang="en" sz="1600">
                <a:solidFill>
                  <a:srgbClr val="72D9F0"/>
                </a:solidFill>
              </a:rPr>
              <a:t>Virtual reality</a:t>
            </a:r>
            <a:endParaRPr sz="1600">
              <a:solidFill>
                <a:srgbClr val="72D9F0"/>
              </a:solidFill>
            </a:endParaRPr>
          </a:p>
          <a:p>
            <a:pPr marL="914400" lvl="1" indent="-330200" algn="l" rtl="0">
              <a:lnSpc>
                <a:spcPct val="100000"/>
              </a:lnSpc>
              <a:spcBef>
                <a:spcPts val="1000"/>
              </a:spcBef>
              <a:spcAft>
                <a:spcPts val="0"/>
              </a:spcAft>
              <a:buClr>
                <a:srgbClr val="72D9F0"/>
              </a:buClr>
              <a:buSzPts val="1600"/>
              <a:buChar char="-"/>
            </a:pPr>
            <a:r>
              <a:rPr lang="en" sz="1600">
                <a:solidFill>
                  <a:srgbClr val="72D9F0"/>
                </a:solidFill>
              </a:rPr>
              <a:t>Building chat and voice-controlled bots</a:t>
            </a:r>
            <a:endParaRPr sz="1600">
              <a:solidFill>
                <a:srgbClr val="72D9F0"/>
              </a:solidFill>
            </a:endParaRPr>
          </a:p>
          <a:p>
            <a:pPr marL="914400" lvl="1" indent="-330200" algn="l" rtl="0">
              <a:lnSpc>
                <a:spcPct val="100000"/>
              </a:lnSpc>
              <a:spcBef>
                <a:spcPts val="1000"/>
              </a:spcBef>
              <a:spcAft>
                <a:spcPts val="0"/>
              </a:spcAft>
              <a:buClr>
                <a:srgbClr val="72D9F0"/>
              </a:buClr>
              <a:buSzPts val="1600"/>
              <a:buChar char="-"/>
            </a:pPr>
            <a:r>
              <a:rPr lang="en" sz="1600">
                <a:solidFill>
                  <a:srgbClr val="72D9F0"/>
                </a:solidFill>
              </a:rPr>
              <a:t>Games</a:t>
            </a:r>
            <a:endParaRPr sz="1600">
              <a:solidFill>
                <a:srgbClr val="72D9F0"/>
              </a:solidFill>
            </a:endParaRPr>
          </a:p>
          <a:p>
            <a:pPr marL="914400" lvl="1" indent="-330200" algn="l" rtl="0">
              <a:lnSpc>
                <a:spcPct val="100000"/>
              </a:lnSpc>
              <a:spcBef>
                <a:spcPts val="1000"/>
              </a:spcBef>
              <a:spcAft>
                <a:spcPts val="0"/>
              </a:spcAft>
              <a:buClr>
                <a:srgbClr val="72D9F0"/>
              </a:buClr>
              <a:buSzPts val="1600"/>
              <a:buChar char="-"/>
            </a:pPr>
            <a:r>
              <a:rPr lang="en" sz="1600">
                <a:solidFill>
                  <a:srgbClr val="72D9F0"/>
                </a:solidFill>
              </a:rPr>
              <a:t>Machine learning</a:t>
            </a:r>
            <a:endParaRPr sz="1600">
              <a:solidFill>
                <a:srgbClr val="72D9F0"/>
              </a:solidFill>
            </a:endParaRPr>
          </a:p>
          <a:p>
            <a:pPr marL="914400" lvl="1" indent="-330200" algn="l" rtl="0">
              <a:lnSpc>
                <a:spcPct val="100000"/>
              </a:lnSpc>
              <a:spcBef>
                <a:spcPts val="1000"/>
              </a:spcBef>
              <a:spcAft>
                <a:spcPts val="0"/>
              </a:spcAft>
              <a:buClr>
                <a:srgbClr val="72D9F0"/>
              </a:buClr>
              <a:buSzPts val="1600"/>
              <a:buChar char="-"/>
            </a:pPr>
            <a:r>
              <a:rPr lang="en" sz="1600">
                <a:solidFill>
                  <a:srgbClr val="72D9F0"/>
                </a:solidFill>
              </a:rPr>
              <a:t>Just about anything you can think up</a:t>
            </a:r>
            <a:endParaRPr sz="1600">
              <a:solidFill>
                <a:srgbClr val="72D9F0"/>
              </a:solidFill>
            </a:endParaRPr>
          </a:p>
          <a:p>
            <a:pPr marL="0" lvl="0" indent="0" algn="l" rtl="0">
              <a:spcBef>
                <a:spcPts val="0"/>
              </a:spcBef>
              <a:spcAft>
                <a:spcPts val="1200"/>
              </a:spcAft>
              <a:buNone/>
            </a:pP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94"/>
        <p:cNvGrpSpPr/>
        <p:nvPr/>
      </p:nvGrpSpPr>
      <p:grpSpPr>
        <a:xfrm>
          <a:off x="0" y="0"/>
          <a:ext cx="0" cy="0"/>
          <a:chOff x="0" y="0"/>
          <a:chExt cx="0" cy="0"/>
        </a:xfrm>
      </p:grpSpPr>
      <p:sp>
        <p:nvSpPr>
          <p:cNvPr id="495" name="Google Shape;495;p3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a thread?</a:t>
            </a:r>
            <a:endParaRPr/>
          </a:p>
        </p:txBody>
      </p:sp>
      <p:sp>
        <p:nvSpPr>
          <p:cNvPr id="496" name="Google Shape;496;p3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Threads are lightweight processes that run concurrently in a program</a:t>
            </a:r>
            <a:endParaRPr sz="2000"/>
          </a:p>
          <a:p>
            <a:pPr marL="457200" lvl="0" indent="-368300" algn="l" rtl="0">
              <a:spcBef>
                <a:spcPts val="1200"/>
              </a:spcBef>
              <a:spcAft>
                <a:spcPts val="0"/>
              </a:spcAft>
              <a:buSzPts val="2200"/>
              <a:buChar char="-"/>
            </a:pPr>
            <a:r>
              <a:rPr lang="en" sz="1800"/>
              <a:t>Each thread has a stack upon which is put tasks that need completed</a:t>
            </a:r>
            <a:endParaRPr sz="1800"/>
          </a:p>
          <a:p>
            <a:pPr marL="457200" lvl="0" indent="-368300" algn="l" rtl="0">
              <a:spcBef>
                <a:spcPts val="0"/>
              </a:spcBef>
              <a:spcAft>
                <a:spcPts val="0"/>
              </a:spcAft>
              <a:buSzPts val="2200"/>
              <a:buChar char="-"/>
            </a:pPr>
            <a:r>
              <a:rPr lang="en" sz="1800"/>
              <a:t>Threads share resources such as memory, code, and data with other threads</a:t>
            </a:r>
            <a:endParaRPr sz="1800"/>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500"/>
        <p:cNvGrpSpPr/>
        <p:nvPr/>
      </p:nvGrpSpPr>
      <p:grpSpPr>
        <a:xfrm>
          <a:off x="0" y="0"/>
          <a:ext cx="0" cy="0"/>
          <a:chOff x="0" y="0"/>
          <a:chExt cx="0" cy="0"/>
        </a:xfrm>
      </p:grpSpPr>
      <p:sp>
        <p:nvSpPr>
          <p:cNvPr id="501" name="Google Shape;501;p3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does multi-threaded mean?</a:t>
            </a:r>
            <a:endParaRPr/>
          </a:p>
        </p:txBody>
      </p:sp>
      <p:sp>
        <p:nvSpPr>
          <p:cNvPr id="502" name="Google Shape;502;p3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68300" algn="l" rtl="0">
              <a:spcBef>
                <a:spcPts val="0"/>
              </a:spcBef>
              <a:spcAft>
                <a:spcPts val="0"/>
              </a:spcAft>
              <a:buSzPts val="2200"/>
              <a:buChar char="-"/>
            </a:pPr>
            <a:r>
              <a:rPr lang="en" sz="1800"/>
              <a:t>Multithreading allows a program to perform several tasks simultaneously</a:t>
            </a:r>
            <a:endParaRPr sz="1800"/>
          </a:p>
          <a:p>
            <a:pPr marL="457200" lvl="0" indent="-368300" algn="l" rtl="0">
              <a:spcBef>
                <a:spcPts val="0"/>
              </a:spcBef>
              <a:spcAft>
                <a:spcPts val="0"/>
              </a:spcAft>
              <a:buSzPts val="2200"/>
              <a:buChar char="-"/>
            </a:pPr>
            <a:r>
              <a:rPr lang="en" sz="1800"/>
              <a:t>Useful for running heavy computations or handling multiple requests in a web application</a:t>
            </a:r>
            <a:endParaRPr sz="1800"/>
          </a:p>
          <a:p>
            <a:pPr marL="457200" lvl="0" indent="-368300" algn="l" rtl="0">
              <a:spcBef>
                <a:spcPts val="0"/>
              </a:spcBef>
              <a:spcAft>
                <a:spcPts val="0"/>
              </a:spcAft>
              <a:buSzPts val="2200"/>
              <a:buChar char="-"/>
            </a:pPr>
            <a:r>
              <a:rPr lang="en" sz="1800"/>
              <a:t>Multi-threaded languages include Java, C and C++, C#, Python and Rust</a:t>
            </a:r>
            <a:endParaRPr sz="1800"/>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506"/>
        <p:cNvGrpSpPr/>
        <p:nvPr/>
      </p:nvGrpSpPr>
      <p:grpSpPr>
        <a:xfrm>
          <a:off x="0" y="0"/>
          <a:ext cx="0" cy="0"/>
          <a:chOff x="0" y="0"/>
          <a:chExt cx="0" cy="0"/>
        </a:xfrm>
      </p:grpSpPr>
      <p:sp>
        <p:nvSpPr>
          <p:cNvPr id="507" name="Google Shape;507;p3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FF5858"/>
                </a:solidFill>
              </a:rPr>
              <a:t>What does single-threaded mean?</a:t>
            </a:r>
            <a:endParaRPr/>
          </a:p>
        </p:txBody>
      </p:sp>
      <p:sp>
        <p:nvSpPr>
          <p:cNvPr id="508" name="Google Shape;508;p3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42900" algn="l" rtl="0">
              <a:lnSpc>
                <a:spcPct val="100000"/>
              </a:lnSpc>
              <a:spcBef>
                <a:spcPts val="0"/>
              </a:spcBef>
              <a:spcAft>
                <a:spcPts val="0"/>
              </a:spcAft>
              <a:buClr>
                <a:srgbClr val="72D9F0"/>
              </a:buClr>
              <a:buSzPts val="1800"/>
              <a:buChar char="-"/>
            </a:pPr>
            <a:r>
              <a:rPr lang="en" sz="1800">
                <a:solidFill>
                  <a:srgbClr val="72D9F0"/>
                </a:solidFill>
              </a:rPr>
              <a:t>A single-threaded is one that can execute only one task at a time</a:t>
            </a:r>
            <a:endParaRPr sz="1800">
              <a:solidFill>
                <a:srgbClr val="72D9F0"/>
              </a:solidFill>
            </a:endParaRPr>
          </a:p>
          <a:p>
            <a:pPr marL="457200" lvl="0" indent="-342900" algn="l" rtl="0">
              <a:lnSpc>
                <a:spcPct val="100000"/>
              </a:lnSpc>
              <a:spcBef>
                <a:spcPts val="1000"/>
              </a:spcBef>
              <a:spcAft>
                <a:spcPts val="0"/>
              </a:spcAft>
              <a:buClr>
                <a:srgbClr val="72D9F0"/>
              </a:buClr>
              <a:buSzPts val="1800"/>
              <a:buChar char="-"/>
            </a:pPr>
            <a:r>
              <a:rPr lang="en" sz="1800">
                <a:solidFill>
                  <a:srgbClr val="72D9F0"/>
                </a:solidFill>
              </a:rPr>
              <a:t>The program executes the tasks in sequence, and each task must complete before the next task starts</a:t>
            </a:r>
            <a:endParaRPr sz="1800">
              <a:solidFill>
                <a:srgbClr val="72D9F0"/>
              </a:solidFill>
            </a:endParaRPr>
          </a:p>
          <a:p>
            <a:pPr marL="914400" lvl="1" indent="-330200" algn="l" rtl="0">
              <a:lnSpc>
                <a:spcPct val="100000"/>
              </a:lnSpc>
              <a:spcBef>
                <a:spcPts val="1000"/>
              </a:spcBef>
              <a:spcAft>
                <a:spcPts val="0"/>
              </a:spcAft>
              <a:buClr>
                <a:srgbClr val="72D9F0"/>
              </a:buClr>
              <a:buSzPts val="1600"/>
              <a:buChar char="-"/>
            </a:pPr>
            <a:r>
              <a:rPr lang="en" sz="1600">
                <a:solidFill>
                  <a:srgbClr val="72D9F0"/>
                </a:solidFill>
              </a:rPr>
              <a:t>Long-running tasks can block the execution of other code</a:t>
            </a:r>
            <a:endParaRPr sz="1600">
              <a:solidFill>
                <a:srgbClr val="72D9F0"/>
              </a:solidFill>
            </a:endParaRPr>
          </a:p>
          <a:p>
            <a:pPr marL="914400" lvl="1" indent="-330200" algn="l" rtl="0">
              <a:lnSpc>
                <a:spcPct val="100000"/>
              </a:lnSpc>
              <a:spcBef>
                <a:spcPts val="1000"/>
              </a:spcBef>
              <a:spcAft>
                <a:spcPts val="1000"/>
              </a:spcAft>
              <a:buClr>
                <a:srgbClr val="72D9F0"/>
              </a:buClr>
              <a:buSzPts val="1600"/>
              <a:buChar char="-"/>
            </a:pPr>
            <a:r>
              <a:rPr lang="en" sz="1600">
                <a:solidFill>
                  <a:srgbClr val="72D9F0"/>
                </a:solidFill>
              </a:rPr>
              <a:t>Can result in slow and unresponsive web pages</a:t>
            </a:r>
            <a:endParaRPr sz="1600">
              <a:solidFill>
                <a:srgbClr val="72D9F0"/>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512"/>
        <p:cNvGrpSpPr/>
        <p:nvPr/>
      </p:nvGrpSpPr>
      <p:grpSpPr>
        <a:xfrm>
          <a:off x="0" y="0"/>
          <a:ext cx="0" cy="0"/>
          <a:chOff x="0" y="0"/>
          <a:chExt cx="0" cy="0"/>
        </a:xfrm>
      </p:grpSpPr>
      <p:sp>
        <p:nvSpPr>
          <p:cNvPr id="513" name="Google Shape;513;p3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700"/>
              <a:t>Why is JavaScript single-threaded?</a:t>
            </a:r>
            <a:endParaRPr sz="2700"/>
          </a:p>
        </p:txBody>
      </p:sp>
      <p:sp>
        <p:nvSpPr>
          <p:cNvPr id="514" name="Google Shape;514;p3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68300" algn="l" rtl="0">
              <a:spcBef>
                <a:spcPts val="0"/>
              </a:spcBef>
              <a:spcAft>
                <a:spcPts val="0"/>
              </a:spcAft>
              <a:buSzPts val="2200"/>
              <a:buChar char="-"/>
            </a:pPr>
            <a:r>
              <a:rPr lang="en" sz="1800"/>
              <a:t>When JavaScript was invented, its primary use was in the browser to add interactivity to web pages</a:t>
            </a:r>
            <a:endParaRPr sz="1800"/>
          </a:p>
          <a:p>
            <a:pPr marL="457200" lvl="0" indent="-368300" algn="l" rtl="0">
              <a:spcBef>
                <a:spcPts val="0"/>
              </a:spcBef>
              <a:spcAft>
                <a:spcPts val="0"/>
              </a:spcAft>
              <a:buSzPts val="2200"/>
              <a:buChar char="-"/>
            </a:pPr>
            <a:r>
              <a:rPr lang="en" sz="1800"/>
              <a:t>Computers were slower with limited processing power</a:t>
            </a:r>
            <a:endParaRPr sz="1800"/>
          </a:p>
          <a:p>
            <a:pPr marL="457200" lvl="0" indent="-368300" algn="l" rtl="0">
              <a:spcBef>
                <a:spcPts val="0"/>
              </a:spcBef>
              <a:spcAft>
                <a:spcPts val="0"/>
              </a:spcAft>
              <a:buSzPts val="2200"/>
              <a:buChar char="-"/>
            </a:pPr>
            <a:r>
              <a:rPr lang="en" sz="1800"/>
              <a:t>JavaScript was made single-threaded to keep the language simple and efficient</a:t>
            </a:r>
            <a:endParaRPr sz="1800"/>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18"/>
        <p:cNvGrpSpPr/>
        <p:nvPr/>
      </p:nvGrpSpPr>
      <p:grpSpPr>
        <a:xfrm>
          <a:off x="0" y="0"/>
          <a:ext cx="0" cy="0"/>
          <a:chOff x="0" y="0"/>
          <a:chExt cx="0" cy="0"/>
        </a:xfrm>
      </p:grpSpPr>
      <p:sp>
        <p:nvSpPr>
          <p:cNvPr id="519" name="Google Shape;519;p3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500"/>
              <a:t>Ways around single-thread limitations</a:t>
            </a:r>
            <a:endParaRPr sz="2500"/>
          </a:p>
        </p:txBody>
      </p:sp>
      <p:sp>
        <p:nvSpPr>
          <p:cNvPr id="520" name="Google Shape;520;p3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600"/>
              <a:t>Asynchronous Programming Techniques</a:t>
            </a:r>
            <a:endParaRPr sz="1600"/>
          </a:p>
          <a:p>
            <a:pPr marL="457200" lvl="0" indent="-317500" algn="l" rtl="0">
              <a:spcBef>
                <a:spcPts val="1200"/>
              </a:spcBef>
              <a:spcAft>
                <a:spcPts val="0"/>
              </a:spcAft>
              <a:buSzPts val="1400"/>
              <a:buChar char="-"/>
            </a:pPr>
            <a:r>
              <a:rPr lang="en" sz="1400"/>
              <a:t>Uses callbacks, promises, and async/await</a:t>
            </a:r>
            <a:endParaRPr sz="1400"/>
          </a:p>
          <a:p>
            <a:pPr marL="457200" lvl="0" indent="-317500" algn="l" rtl="0">
              <a:spcBef>
                <a:spcPts val="1000"/>
              </a:spcBef>
              <a:spcAft>
                <a:spcPts val="0"/>
              </a:spcAft>
              <a:buClr>
                <a:srgbClr val="72D9F0"/>
              </a:buClr>
              <a:buSzPts val="1400"/>
              <a:buChar char="-"/>
            </a:pPr>
            <a:r>
              <a:rPr lang="en" sz="1400">
                <a:solidFill>
                  <a:srgbClr val="72D9F0"/>
                </a:solidFill>
              </a:rPr>
              <a:t>Allows us to perform long-running tasks without blocking the execution of other code</a:t>
            </a:r>
            <a:endParaRPr sz="1400">
              <a:solidFill>
                <a:srgbClr val="72D9F0"/>
              </a:solidFill>
            </a:endParaRPr>
          </a:p>
          <a:p>
            <a:pPr marL="0" lvl="0" indent="0" algn="l" rtl="0">
              <a:spcBef>
                <a:spcPts val="1000"/>
              </a:spcBef>
              <a:spcAft>
                <a:spcPts val="0"/>
              </a:spcAft>
              <a:buNone/>
            </a:pPr>
            <a:r>
              <a:rPr lang="en" sz="1600">
                <a:solidFill>
                  <a:srgbClr val="72D9F0"/>
                </a:solidFill>
              </a:rPr>
              <a:t>Web workers</a:t>
            </a:r>
            <a:endParaRPr sz="1600">
              <a:solidFill>
                <a:srgbClr val="72D9F0"/>
              </a:solidFill>
            </a:endParaRPr>
          </a:p>
          <a:p>
            <a:pPr marL="457200" lvl="0" indent="-317500" algn="l" rtl="0">
              <a:spcBef>
                <a:spcPts val="1000"/>
              </a:spcBef>
              <a:spcAft>
                <a:spcPts val="0"/>
              </a:spcAft>
              <a:buClr>
                <a:srgbClr val="72D9F0"/>
              </a:buClr>
              <a:buSzPts val="1400"/>
              <a:buChar char="-"/>
            </a:pPr>
            <a:r>
              <a:rPr lang="en" sz="1400">
                <a:solidFill>
                  <a:srgbClr val="72D9F0"/>
                </a:solidFill>
              </a:rPr>
              <a:t>A type of JavaScript thread that runs in the background</a:t>
            </a:r>
            <a:endParaRPr sz="1400">
              <a:solidFill>
                <a:srgbClr val="72D9F0"/>
              </a:solidFill>
            </a:endParaRPr>
          </a:p>
          <a:p>
            <a:pPr marL="457200" lvl="0" indent="-317500" algn="l" rtl="0">
              <a:spcBef>
                <a:spcPts val="1000"/>
              </a:spcBef>
              <a:spcAft>
                <a:spcPts val="0"/>
              </a:spcAft>
              <a:buClr>
                <a:srgbClr val="72D9F0"/>
              </a:buClr>
              <a:buSzPts val="1400"/>
              <a:buChar char="-"/>
            </a:pPr>
            <a:r>
              <a:rPr lang="en" sz="1400">
                <a:solidFill>
                  <a:srgbClr val="72D9F0"/>
                </a:solidFill>
              </a:rPr>
              <a:t>Allows execution of heavy computations or I/O operations without blocking the main thread</a:t>
            </a:r>
            <a:endParaRPr sz="1400">
              <a:solidFill>
                <a:srgbClr val="72D9F0"/>
              </a:solidFill>
            </a:endParaRPr>
          </a:p>
          <a:p>
            <a:pPr marL="914400" lvl="1" indent="-304800" algn="l" rtl="0">
              <a:spcBef>
                <a:spcPts val="1000"/>
              </a:spcBef>
              <a:spcAft>
                <a:spcPts val="0"/>
              </a:spcAft>
              <a:buClr>
                <a:srgbClr val="72D9F0"/>
              </a:buClr>
              <a:buSzPts val="1200"/>
              <a:buChar char="-"/>
            </a:pPr>
            <a:r>
              <a:rPr lang="en" sz="1200">
                <a:solidFill>
                  <a:srgbClr val="72D9F0"/>
                </a:solidFill>
              </a:rPr>
              <a:t>Results in a more responsive user interface</a:t>
            </a:r>
            <a:endParaRPr sz="1200">
              <a:solidFill>
                <a:srgbClr val="72D9F0"/>
              </a:solidFill>
            </a:endParaRPr>
          </a:p>
          <a:p>
            <a:pPr marL="0" lvl="0" indent="0" algn="l" rtl="0">
              <a:spcBef>
                <a:spcPts val="1000"/>
              </a:spcBef>
              <a:spcAft>
                <a:spcPts val="1200"/>
              </a:spcAft>
              <a:buNone/>
            </a:pPr>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524"/>
        <p:cNvGrpSpPr/>
        <p:nvPr/>
      </p:nvGrpSpPr>
      <p:grpSpPr>
        <a:xfrm>
          <a:off x="0" y="0"/>
          <a:ext cx="0" cy="0"/>
          <a:chOff x="0" y="0"/>
          <a:chExt cx="0" cy="0"/>
        </a:xfrm>
      </p:grpSpPr>
      <p:sp>
        <p:nvSpPr>
          <p:cNvPr id="525" name="Google Shape;525;p3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FF5858"/>
                </a:solidFill>
              </a:rPr>
              <a:t>What is a compiled language?</a:t>
            </a:r>
            <a:endParaRPr/>
          </a:p>
        </p:txBody>
      </p:sp>
      <p:sp>
        <p:nvSpPr>
          <p:cNvPr id="526" name="Google Shape;526;p3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A compiled language is a programming language that is converted from human-readable code into computer-readable machine code so that the computer’s CPU can execute it</a:t>
            </a:r>
            <a:endParaRPr sz="2000"/>
          </a:p>
          <a:p>
            <a:pPr marL="457200" lvl="0" indent="-381000" algn="l" rtl="0">
              <a:spcBef>
                <a:spcPts val="1200"/>
              </a:spcBef>
              <a:spcAft>
                <a:spcPts val="0"/>
              </a:spcAft>
              <a:buSzPts val="2400"/>
              <a:buChar char="-"/>
            </a:pPr>
            <a:r>
              <a:rPr lang="en" sz="2000"/>
              <a:t>Compiled languages include C, C++, COBOL</a:t>
            </a:r>
            <a:endParaRPr sz="2000"/>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530"/>
        <p:cNvGrpSpPr/>
        <p:nvPr/>
      </p:nvGrpSpPr>
      <p:grpSpPr>
        <a:xfrm>
          <a:off x="0" y="0"/>
          <a:ext cx="0" cy="0"/>
          <a:chOff x="0" y="0"/>
          <a:chExt cx="0" cy="0"/>
        </a:xfrm>
      </p:grpSpPr>
      <p:sp>
        <p:nvSpPr>
          <p:cNvPr id="531" name="Google Shape;531;p3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machine code?</a:t>
            </a:r>
            <a:endParaRPr/>
          </a:p>
        </p:txBody>
      </p:sp>
      <p:sp>
        <p:nvSpPr>
          <p:cNvPr id="532" name="Google Shape;532;p3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Machine code (machine language) is the elemental language of computers</a:t>
            </a:r>
            <a:endParaRPr sz="1800"/>
          </a:p>
          <a:p>
            <a:pPr marL="457200" lvl="0" indent="-355600" algn="l" rtl="0">
              <a:spcBef>
                <a:spcPts val="1200"/>
              </a:spcBef>
              <a:spcAft>
                <a:spcPts val="0"/>
              </a:spcAft>
              <a:buSzPts val="2000"/>
              <a:buChar char="-"/>
            </a:pPr>
            <a:r>
              <a:rPr lang="en" sz="1600"/>
              <a:t>Called a low-level language because it is not readable by humans</a:t>
            </a:r>
            <a:endParaRPr sz="1600"/>
          </a:p>
          <a:p>
            <a:pPr marL="457200" lvl="0" indent="-355600" algn="l" rtl="0">
              <a:spcBef>
                <a:spcPts val="1000"/>
              </a:spcBef>
              <a:spcAft>
                <a:spcPts val="0"/>
              </a:spcAft>
              <a:buSzPts val="2000"/>
              <a:buChar char="-"/>
            </a:pPr>
            <a:r>
              <a:rPr lang="en" sz="1600"/>
              <a:t>Consists of binary or hexadecimal code read directly by the computer’s CPU</a:t>
            </a:r>
            <a:endParaRPr sz="1600"/>
          </a:p>
          <a:p>
            <a:pPr marL="457200" lvl="0" indent="-355600" algn="l" rtl="0">
              <a:spcBef>
                <a:spcPts val="1000"/>
              </a:spcBef>
              <a:spcAft>
                <a:spcPts val="1000"/>
              </a:spcAft>
              <a:buSzPts val="2000"/>
              <a:buChar char="-"/>
            </a:pPr>
            <a:r>
              <a:rPr lang="en" sz="1600"/>
              <a:t>Allows direct control of the hardware of the computer</a:t>
            </a:r>
            <a:endParaRPr sz="1600"/>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536"/>
        <p:cNvGrpSpPr/>
        <p:nvPr/>
      </p:nvGrpSpPr>
      <p:grpSpPr>
        <a:xfrm>
          <a:off x="0" y="0"/>
          <a:ext cx="0" cy="0"/>
          <a:chOff x="0" y="0"/>
          <a:chExt cx="0" cy="0"/>
        </a:xfrm>
      </p:grpSpPr>
      <p:sp>
        <p:nvSpPr>
          <p:cNvPr id="537" name="Google Shape;537;p4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an interpreted language?</a:t>
            </a:r>
            <a:endParaRPr/>
          </a:p>
        </p:txBody>
      </p:sp>
      <p:sp>
        <p:nvSpPr>
          <p:cNvPr id="538" name="Google Shape;538;p4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600"/>
              <a:t>An interpreted language is one in which implementations perform instructions directly and easily without compiling a program into machine language instructions first</a:t>
            </a:r>
            <a:endParaRPr sz="1600"/>
          </a:p>
          <a:p>
            <a:pPr marL="457200" lvl="0" indent="-342900" algn="l" rtl="0">
              <a:spcBef>
                <a:spcPts val="1200"/>
              </a:spcBef>
              <a:spcAft>
                <a:spcPts val="0"/>
              </a:spcAft>
              <a:buSzPts val="1800"/>
              <a:buChar char="-"/>
            </a:pPr>
            <a:r>
              <a:rPr lang="en" sz="1400"/>
              <a:t>The language interpreter reads the source file line by line and converts and executes it immediately</a:t>
            </a:r>
            <a:endParaRPr sz="1400"/>
          </a:p>
          <a:p>
            <a:pPr marL="457200" lvl="0" indent="-317500" algn="l" rtl="0">
              <a:spcBef>
                <a:spcPts val="1000"/>
              </a:spcBef>
              <a:spcAft>
                <a:spcPts val="0"/>
              </a:spcAft>
              <a:buSzPts val="1400"/>
              <a:buChar char="-"/>
            </a:pPr>
            <a:r>
              <a:rPr lang="en" sz="1400"/>
              <a:t>Interpreted languages are high-level because they are generally readable by humans (in English)</a:t>
            </a:r>
            <a:endParaRPr sz="1400"/>
          </a:p>
          <a:p>
            <a:pPr marL="457200" lvl="0" indent="-342900" algn="l" rtl="0">
              <a:spcBef>
                <a:spcPts val="1000"/>
              </a:spcBef>
              <a:spcAft>
                <a:spcPts val="1000"/>
              </a:spcAft>
              <a:buSzPts val="1800"/>
              <a:buChar char="-"/>
            </a:pPr>
            <a:r>
              <a:rPr lang="en" sz="1400"/>
              <a:t>Interpreted languages include Python, JavaScript, Perl</a:t>
            </a:r>
            <a:endParaRPr sz="1400"/>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42"/>
        <p:cNvGrpSpPr/>
        <p:nvPr/>
      </p:nvGrpSpPr>
      <p:grpSpPr>
        <a:xfrm>
          <a:off x="0" y="0"/>
          <a:ext cx="0" cy="0"/>
          <a:chOff x="0" y="0"/>
          <a:chExt cx="0" cy="0"/>
        </a:xfrm>
      </p:grpSpPr>
      <p:sp>
        <p:nvSpPr>
          <p:cNvPr id="543" name="Google Shape;543;p4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Compiled vs interpreted</a:t>
            </a:r>
            <a:endParaRPr/>
          </a:p>
        </p:txBody>
      </p:sp>
      <p:sp>
        <p:nvSpPr>
          <p:cNvPr id="544" name="Google Shape;544;p4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Compiled languages:</a:t>
            </a:r>
            <a:endParaRPr sz="1800"/>
          </a:p>
          <a:p>
            <a:pPr marL="457200" lvl="0" indent="-355600" algn="l" rtl="0">
              <a:spcBef>
                <a:spcPts val="1200"/>
              </a:spcBef>
              <a:spcAft>
                <a:spcPts val="0"/>
              </a:spcAft>
              <a:buSzPts val="2000"/>
              <a:buChar char="-"/>
            </a:pPr>
            <a:r>
              <a:rPr lang="en" sz="1600"/>
              <a:t>Run faster than interpreted languages</a:t>
            </a:r>
            <a:endParaRPr sz="1600"/>
          </a:p>
          <a:p>
            <a:pPr marL="457200" lvl="0" indent="-355600" algn="l" rtl="0">
              <a:spcBef>
                <a:spcPts val="0"/>
              </a:spcBef>
              <a:spcAft>
                <a:spcPts val="0"/>
              </a:spcAft>
              <a:buSzPts val="2000"/>
              <a:buChar char="-"/>
            </a:pPr>
            <a:r>
              <a:rPr lang="en" sz="1600"/>
              <a:t>Can be executed directly by the CPU</a:t>
            </a:r>
            <a:endParaRPr sz="1600"/>
          </a:p>
          <a:p>
            <a:pPr marL="457200" lvl="0" indent="-355600" algn="l" rtl="0">
              <a:spcBef>
                <a:spcPts val="0"/>
              </a:spcBef>
              <a:spcAft>
                <a:spcPts val="0"/>
              </a:spcAft>
              <a:buSzPts val="2000"/>
              <a:buChar char="-"/>
            </a:pPr>
            <a:r>
              <a:rPr lang="en" sz="1600"/>
              <a:t>Deliver better performance</a:t>
            </a:r>
            <a:endParaRPr sz="1600"/>
          </a:p>
          <a:p>
            <a:pPr marL="457200" lvl="0" indent="-355600" algn="l" rtl="0">
              <a:spcBef>
                <a:spcPts val="0"/>
              </a:spcBef>
              <a:spcAft>
                <a:spcPts val="0"/>
              </a:spcAft>
              <a:buSzPts val="2000"/>
              <a:buChar char="-"/>
            </a:pPr>
            <a:r>
              <a:rPr lang="en" sz="1600"/>
              <a:t>Give more control over hardware aspects, like memory management and CPU usage</a:t>
            </a:r>
            <a:endParaRPr sz="1600"/>
          </a:p>
          <a:p>
            <a:pPr marL="457200" lvl="0" indent="-355600" algn="l" rtl="0">
              <a:spcBef>
                <a:spcPts val="0"/>
              </a:spcBef>
              <a:spcAft>
                <a:spcPts val="0"/>
              </a:spcAft>
              <a:buSzPts val="2000"/>
              <a:buChar char="-"/>
            </a:pPr>
            <a:r>
              <a:rPr lang="en" sz="1600"/>
              <a:t>Require recompilation every time code is edited</a:t>
            </a:r>
            <a:endParaRPr sz="1600"/>
          </a:p>
          <a:p>
            <a:pPr marL="457200" lvl="0" indent="-355600" algn="l" rtl="0">
              <a:spcBef>
                <a:spcPts val="0"/>
              </a:spcBef>
              <a:spcAft>
                <a:spcPts val="0"/>
              </a:spcAft>
              <a:buSzPts val="2000"/>
              <a:buChar char="-"/>
            </a:pPr>
            <a:r>
              <a:rPr lang="en" sz="1600"/>
              <a:t>Are platform-dependent of the generated binary code</a:t>
            </a:r>
            <a:endParaRPr sz="1600"/>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548"/>
        <p:cNvGrpSpPr/>
        <p:nvPr/>
      </p:nvGrpSpPr>
      <p:grpSpPr>
        <a:xfrm>
          <a:off x="0" y="0"/>
          <a:ext cx="0" cy="0"/>
          <a:chOff x="0" y="0"/>
          <a:chExt cx="0" cy="0"/>
        </a:xfrm>
      </p:grpSpPr>
      <p:sp>
        <p:nvSpPr>
          <p:cNvPr id="549" name="Google Shape;549;p4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Compiled vs interpreted (cont’d)</a:t>
            </a:r>
            <a:endParaRPr/>
          </a:p>
        </p:txBody>
      </p:sp>
      <p:sp>
        <p:nvSpPr>
          <p:cNvPr id="550" name="Google Shape;550;p4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Interpreted languages:</a:t>
            </a:r>
            <a:endParaRPr sz="1800"/>
          </a:p>
          <a:p>
            <a:pPr marL="457200" lvl="0" indent="-317500" algn="l" rtl="0">
              <a:spcBef>
                <a:spcPts val="1200"/>
              </a:spcBef>
              <a:spcAft>
                <a:spcPts val="0"/>
              </a:spcAft>
              <a:buSzPts val="1400"/>
              <a:buChar char="-"/>
            </a:pPr>
            <a:r>
              <a:rPr lang="en" sz="1400"/>
              <a:t>Generally slower, but changing with just-in-time compilation</a:t>
            </a:r>
            <a:endParaRPr sz="1400"/>
          </a:p>
          <a:p>
            <a:pPr marL="457200" lvl="0" indent="-317500" algn="l" rtl="0">
              <a:spcBef>
                <a:spcPts val="1000"/>
              </a:spcBef>
              <a:spcAft>
                <a:spcPts val="0"/>
              </a:spcAft>
              <a:buSzPts val="1400"/>
              <a:buChar char="-"/>
            </a:pPr>
            <a:r>
              <a:rPr lang="en" sz="1400"/>
              <a:t>More flexible</a:t>
            </a:r>
            <a:endParaRPr sz="1400"/>
          </a:p>
          <a:p>
            <a:pPr marL="914400" lvl="1" indent="-304800" algn="l" rtl="0">
              <a:spcBef>
                <a:spcPts val="1000"/>
              </a:spcBef>
              <a:spcAft>
                <a:spcPts val="0"/>
              </a:spcAft>
              <a:buSzPts val="1200"/>
              <a:buChar char="-"/>
            </a:pPr>
            <a:r>
              <a:rPr lang="en" sz="1200"/>
              <a:t>developers can make changes to the code on the fly</a:t>
            </a:r>
            <a:endParaRPr sz="1200"/>
          </a:p>
          <a:p>
            <a:pPr marL="914400" lvl="1" indent="-304800" algn="l" rtl="0">
              <a:spcBef>
                <a:spcPts val="1000"/>
              </a:spcBef>
              <a:spcAft>
                <a:spcPts val="0"/>
              </a:spcAft>
              <a:buSzPts val="1200"/>
              <a:buChar char="-"/>
            </a:pPr>
            <a:r>
              <a:rPr lang="en" sz="1200"/>
              <a:t>Language can adapt to runtime conditions in an automated way</a:t>
            </a:r>
            <a:endParaRPr sz="1200"/>
          </a:p>
          <a:p>
            <a:pPr marL="457200" lvl="0" indent="-317500" algn="l" rtl="0">
              <a:spcBef>
                <a:spcPts val="1000"/>
              </a:spcBef>
              <a:spcAft>
                <a:spcPts val="0"/>
              </a:spcAft>
              <a:buSzPts val="1400"/>
              <a:buChar char="-"/>
            </a:pPr>
            <a:r>
              <a:rPr lang="en" sz="1400"/>
              <a:t>Often offer features such as dynamic typing and smaller program size</a:t>
            </a:r>
            <a:endParaRPr sz="1400"/>
          </a:p>
          <a:p>
            <a:pPr marL="457200" lvl="0" indent="-317500" algn="l" rtl="0">
              <a:spcBef>
                <a:spcPts val="1000"/>
              </a:spcBef>
              <a:spcAft>
                <a:spcPts val="1000"/>
              </a:spcAft>
              <a:buSzPts val="1400"/>
              <a:buChar char="-"/>
            </a:pPr>
            <a:r>
              <a:rPr lang="en" sz="1400"/>
              <a:t>Platform independent because interpreters execute the source code themselves</a:t>
            </a:r>
            <a:endParaRPr sz="1400"/>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554"/>
        <p:cNvGrpSpPr/>
        <p:nvPr/>
      </p:nvGrpSpPr>
      <p:grpSpPr>
        <a:xfrm>
          <a:off x="0" y="0"/>
          <a:ext cx="0" cy="0"/>
          <a:chOff x="0" y="0"/>
          <a:chExt cx="0" cy="0"/>
        </a:xfrm>
      </p:grpSpPr>
      <p:sp>
        <p:nvSpPr>
          <p:cNvPr id="555" name="Google Shape;555;p4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just-in-time compilation?</a:t>
            </a:r>
            <a:endParaRPr/>
          </a:p>
        </p:txBody>
      </p:sp>
      <p:sp>
        <p:nvSpPr>
          <p:cNvPr id="556" name="Google Shape;556;p4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17500" algn="l" rtl="0">
              <a:spcBef>
                <a:spcPts val="0"/>
              </a:spcBef>
              <a:spcAft>
                <a:spcPts val="0"/>
              </a:spcAft>
              <a:buSzPts val="1400"/>
              <a:buChar char="-"/>
            </a:pPr>
            <a:r>
              <a:rPr lang="en" sz="1400"/>
              <a:t>While the interpreted language is being run, the just-in-time compiler determines the most frequently used code and compiles it to machine code</a:t>
            </a:r>
            <a:endParaRPr sz="1400"/>
          </a:p>
          <a:p>
            <a:pPr marL="457200" lvl="0" indent="-317500" algn="l" rtl="0">
              <a:spcBef>
                <a:spcPts val="1000"/>
              </a:spcBef>
              <a:spcAft>
                <a:spcPts val="0"/>
              </a:spcAft>
              <a:buSzPts val="1400"/>
              <a:buChar char="-"/>
            </a:pPr>
            <a:r>
              <a:rPr lang="en" sz="1400"/>
              <a:t>Done just on sections of the entire code</a:t>
            </a:r>
            <a:endParaRPr sz="1400"/>
          </a:p>
          <a:p>
            <a:pPr marL="914400" lvl="1" indent="-304800" algn="l" rtl="0">
              <a:spcBef>
                <a:spcPts val="1000"/>
              </a:spcBef>
              <a:spcAft>
                <a:spcPts val="0"/>
              </a:spcAft>
              <a:buSzPts val="1200"/>
              <a:buChar char="-"/>
            </a:pPr>
            <a:r>
              <a:rPr lang="en" sz="1200"/>
              <a:t>Result - interpreter doesn’t have to interpret bytecode ever time a method is invoked</a:t>
            </a:r>
            <a:endParaRPr sz="1200"/>
          </a:p>
          <a:p>
            <a:pPr marL="457200" lvl="0" indent="-317500" algn="l" rtl="0">
              <a:spcBef>
                <a:spcPts val="1000"/>
              </a:spcBef>
              <a:spcAft>
                <a:spcPts val="0"/>
              </a:spcAft>
              <a:buSzPts val="1400"/>
              <a:buChar char="-"/>
            </a:pPr>
            <a:r>
              <a:rPr lang="en" sz="1400"/>
              <a:t>Done during the execution of the code as opposed to prior to execution</a:t>
            </a:r>
            <a:endParaRPr sz="1400"/>
          </a:p>
          <a:p>
            <a:pPr marL="457200" lvl="0" indent="-317500" algn="l" rtl="0">
              <a:spcBef>
                <a:spcPts val="1000"/>
              </a:spcBef>
              <a:spcAft>
                <a:spcPts val="1000"/>
              </a:spcAft>
              <a:buSzPts val="1400"/>
              <a:buChar char="-"/>
            </a:pPr>
            <a:r>
              <a:rPr lang="en" sz="1400"/>
              <a:t>Because compilation takes place at runtime, the just-in-time compiler has access to dynamic runtime information which enables it to make better optimizations</a:t>
            </a:r>
            <a:endParaRPr sz="1400"/>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8B4905-62C6-D216-E521-50EBA0AD78C0}"/>
              </a:ext>
            </a:extLst>
          </p:cNvPr>
          <p:cNvSpPr>
            <a:spLocks noGrp="1"/>
          </p:cNvSpPr>
          <p:nvPr>
            <p:ph type="title"/>
          </p:nvPr>
        </p:nvSpPr>
        <p:spPr/>
        <p:txBody>
          <a:bodyPr/>
          <a:lstStyle/>
          <a:p>
            <a:r>
              <a:rPr lang="en-US" dirty="0"/>
              <a:t>Adding JavaScript to a web page</a:t>
            </a:r>
          </a:p>
        </p:txBody>
      </p:sp>
      <p:sp>
        <p:nvSpPr>
          <p:cNvPr id="3" name="Text Placeholder 2">
            <a:extLst>
              <a:ext uri="{FF2B5EF4-FFF2-40B4-BE49-F238E27FC236}">
                <a16:creationId xmlns:a16="http://schemas.microsoft.com/office/drawing/2014/main" id="{3BBF05E4-1AD2-3811-5427-4CE69BC89D3B}"/>
              </a:ext>
            </a:extLst>
          </p:cNvPr>
          <p:cNvSpPr>
            <a:spLocks noGrp="1"/>
          </p:cNvSpPr>
          <p:nvPr>
            <p:ph type="body" idx="1"/>
          </p:nvPr>
        </p:nvSpPr>
        <p:spPr/>
        <p:txBody>
          <a:bodyPr/>
          <a:lstStyle/>
          <a:p>
            <a:pPr>
              <a:spcAft>
                <a:spcPts val="1200"/>
              </a:spcAft>
            </a:pPr>
            <a:r>
              <a:rPr lang="en-US" sz="2000" dirty="0"/>
              <a:t>Two ways:</a:t>
            </a:r>
          </a:p>
          <a:p>
            <a:pPr lvl="1">
              <a:spcAft>
                <a:spcPts val="1200"/>
              </a:spcAft>
            </a:pPr>
            <a:r>
              <a:rPr lang="en-US" dirty="0"/>
              <a:t>Adding it directly in HTML</a:t>
            </a:r>
          </a:p>
          <a:p>
            <a:pPr lvl="1">
              <a:spcAft>
                <a:spcPts val="1200"/>
              </a:spcAft>
            </a:pPr>
            <a:r>
              <a:rPr lang="en-US" dirty="0"/>
              <a:t>Linking an external file to the web page</a:t>
            </a:r>
          </a:p>
        </p:txBody>
      </p:sp>
    </p:spTree>
    <p:extLst>
      <p:ext uri="{BB962C8B-B14F-4D97-AF65-F5344CB8AC3E}">
        <p14:creationId xmlns:p14="http://schemas.microsoft.com/office/powerpoint/2010/main" val="224878699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CA7C71-23F1-1B64-958F-D1FCDCDC02B1}"/>
              </a:ext>
            </a:extLst>
          </p:cNvPr>
          <p:cNvSpPr>
            <a:spLocks noGrp="1"/>
          </p:cNvSpPr>
          <p:nvPr>
            <p:ph type="title"/>
          </p:nvPr>
        </p:nvSpPr>
        <p:spPr/>
        <p:txBody>
          <a:bodyPr/>
          <a:lstStyle/>
          <a:p>
            <a:r>
              <a:rPr lang="en-US" sz="2400" dirty="0"/>
              <a:t>Adding JavaScript directly in HTML</a:t>
            </a:r>
          </a:p>
        </p:txBody>
      </p:sp>
      <p:sp>
        <p:nvSpPr>
          <p:cNvPr id="3" name="Text Placeholder 2">
            <a:extLst>
              <a:ext uri="{FF2B5EF4-FFF2-40B4-BE49-F238E27FC236}">
                <a16:creationId xmlns:a16="http://schemas.microsoft.com/office/drawing/2014/main" id="{D71C918D-D4FC-F2FC-7C0A-0FF8AF6A5202}"/>
              </a:ext>
            </a:extLst>
          </p:cNvPr>
          <p:cNvSpPr>
            <a:spLocks noGrp="1"/>
          </p:cNvSpPr>
          <p:nvPr>
            <p:ph type="body" idx="1"/>
          </p:nvPr>
        </p:nvSpPr>
        <p:spPr/>
        <p:txBody>
          <a:bodyPr/>
          <a:lstStyle/>
          <a:p>
            <a:pPr>
              <a:spcAft>
                <a:spcPts val="600"/>
              </a:spcAft>
            </a:pPr>
            <a:r>
              <a:rPr lang="en-US" sz="1800" dirty="0"/>
              <a:t>Need </a:t>
            </a:r>
            <a:r>
              <a:rPr lang="en-US" sz="1800" dirty="0">
                <a:solidFill>
                  <a:schemeClr val="accent6"/>
                </a:solidFill>
              </a:rPr>
              <a:t>&lt;script&gt;</a:t>
            </a:r>
            <a:r>
              <a:rPr lang="en-US" sz="1800" dirty="0"/>
              <a:t> tags</a:t>
            </a:r>
          </a:p>
          <a:p>
            <a:pPr lvl="1">
              <a:spcAft>
                <a:spcPts val="600"/>
              </a:spcAft>
            </a:pPr>
            <a:r>
              <a:rPr lang="en-US" dirty="0">
                <a:solidFill>
                  <a:schemeClr val="accent6"/>
                </a:solidFill>
              </a:rPr>
              <a:t>&lt;script&gt;</a:t>
            </a:r>
            <a:br>
              <a:rPr lang="en-US" dirty="0">
                <a:solidFill>
                  <a:schemeClr val="accent6"/>
                </a:solidFill>
              </a:rPr>
            </a:br>
            <a:r>
              <a:rPr lang="en-US" dirty="0">
                <a:solidFill>
                  <a:schemeClr val="accent6"/>
                </a:solidFill>
              </a:rPr>
              <a:t>    alert(“Hi there”);</a:t>
            </a:r>
            <a:br>
              <a:rPr lang="en-US" dirty="0">
                <a:solidFill>
                  <a:schemeClr val="accent6"/>
                </a:solidFill>
              </a:rPr>
            </a:br>
            <a:r>
              <a:rPr lang="en-US" dirty="0">
                <a:solidFill>
                  <a:schemeClr val="accent6"/>
                </a:solidFill>
              </a:rPr>
              <a:t>&lt;/script&gt;</a:t>
            </a:r>
          </a:p>
          <a:p>
            <a:pPr>
              <a:spcAft>
                <a:spcPts val="600"/>
              </a:spcAft>
            </a:pPr>
            <a:r>
              <a:rPr lang="en-US" sz="1800" dirty="0"/>
              <a:t>Can either be placed within the </a:t>
            </a:r>
            <a:r>
              <a:rPr lang="en-US" sz="1800" dirty="0">
                <a:solidFill>
                  <a:schemeClr val="accent6"/>
                </a:solidFill>
              </a:rPr>
              <a:t>&lt;head&gt;</a:t>
            </a:r>
            <a:r>
              <a:rPr lang="en-US" sz="1800" dirty="0"/>
              <a:t> tags or within the </a:t>
            </a:r>
            <a:r>
              <a:rPr lang="en-US" sz="1800" dirty="0">
                <a:solidFill>
                  <a:schemeClr val="accent6"/>
                </a:solidFill>
              </a:rPr>
              <a:t>&lt;body&gt;</a:t>
            </a:r>
            <a:r>
              <a:rPr lang="en-US" sz="1800" dirty="0"/>
              <a:t> tags</a:t>
            </a:r>
          </a:p>
          <a:p>
            <a:pPr lvl="1">
              <a:spcAft>
                <a:spcPts val="600"/>
              </a:spcAft>
            </a:pPr>
            <a:r>
              <a:rPr lang="en-US" dirty="0"/>
              <a:t>Best to put within the </a:t>
            </a:r>
            <a:r>
              <a:rPr lang="en-US" dirty="0">
                <a:solidFill>
                  <a:schemeClr val="accent6"/>
                </a:solidFill>
              </a:rPr>
              <a:t>&lt;body&gt;</a:t>
            </a:r>
            <a:r>
              <a:rPr lang="en-US" dirty="0"/>
              <a:t> tags as the last element in the body</a:t>
            </a:r>
          </a:p>
          <a:p>
            <a:pPr lvl="2"/>
            <a:r>
              <a:rPr lang="en-US" dirty="0"/>
              <a:t>Putting within the </a:t>
            </a:r>
            <a:r>
              <a:rPr lang="en-US" dirty="0">
                <a:solidFill>
                  <a:schemeClr val="accent6"/>
                </a:solidFill>
              </a:rPr>
              <a:t>&lt;head&gt;</a:t>
            </a:r>
            <a:r>
              <a:rPr lang="en-US" dirty="0"/>
              <a:t> tags can cause JavaScript to run before the body of the web page is completely created, which can cause problems, errors, or unexpected results.</a:t>
            </a:r>
          </a:p>
        </p:txBody>
      </p:sp>
    </p:spTree>
    <p:extLst>
      <p:ext uri="{BB962C8B-B14F-4D97-AF65-F5344CB8AC3E}">
        <p14:creationId xmlns:p14="http://schemas.microsoft.com/office/powerpoint/2010/main" val="235117559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29A7654-35E7-BAEA-8F95-33FAA96176B5}"/>
              </a:ext>
            </a:extLst>
          </p:cNvPr>
          <p:cNvSpPr>
            <a:spLocks noGrp="1"/>
          </p:cNvSpPr>
          <p:nvPr>
            <p:ph type="title"/>
          </p:nvPr>
        </p:nvSpPr>
        <p:spPr/>
        <p:txBody>
          <a:bodyPr/>
          <a:lstStyle/>
          <a:p>
            <a:r>
              <a:rPr lang="en-US" sz="2400" dirty="0"/>
              <a:t>Basic useful JavaScript methods</a:t>
            </a:r>
          </a:p>
        </p:txBody>
      </p:sp>
      <p:sp>
        <p:nvSpPr>
          <p:cNvPr id="3" name="Text Placeholder 2">
            <a:extLst>
              <a:ext uri="{FF2B5EF4-FFF2-40B4-BE49-F238E27FC236}">
                <a16:creationId xmlns:a16="http://schemas.microsoft.com/office/drawing/2014/main" id="{1B65A498-F13D-971C-0DDC-9F14A630D196}"/>
              </a:ext>
            </a:extLst>
          </p:cNvPr>
          <p:cNvSpPr>
            <a:spLocks noGrp="1"/>
          </p:cNvSpPr>
          <p:nvPr>
            <p:ph type="body" idx="1"/>
          </p:nvPr>
        </p:nvSpPr>
        <p:spPr/>
        <p:txBody>
          <a:bodyPr/>
          <a:lstStyle/>
          <a:p>
            <a:pPr>
              <a:spcAft>
                <a:spcPts val="600"/>
              </a:spcAft>
            </a:pPr>
            <a:r>
              <a:rPr lang="en-US" sz="1800" dirty="0">
                <a:solidFill>
                  <a:schemeClr val="accent6"/>
                </a:solidFill>
              </a:rPr>
              <a:t>alert()</a:t>
            </a:r>
            <a:r>
              <a:rPr lang="en-US" sz="1800" dirty="0"/>
              <a:t>;</a:t>
            </a:r>
          </a:p>
          <a:p>
            <a:pPr lvl="1">
              <a:spcAft>
                <a:spcPts val="600"/>
              </a:spcAft>
            </a:pPr>
            <a:r>
              <a:rPr lang="en-US" dirty="0"/>
              <a:t>Causes a box to pop up on the screen with whatever message is put in the parentheses</a:t>
            </a:r>
            <a:br>
              <a:rPr lang="en-US" dirty="0"/>
            </a:br>
            <a:r>
              <a:rPr lang="en-US" dirty="0">
                <a:solidFill>
                  <a:schemeClr val="accent6"/>
                </a:solidFill>
              </a:rPr>
              <a:t>alert(</a:t>
            </a:r>
            <a:r>
              <a:rPr lang="en-US" dirty="0">
                <a:solidFill>
                  <a:schemeClr val="tx2"/>
                </a:solidFill>
              </a:rPr>
              <a:t>“Hi there!”</a:t>
            </a:r>
            <a:r>
              <a:rPr lang="en-US" dirty="0">
                <a:solidFill>
                  <a:schemeClr val="accent6"/>
                </a:solidFill>
              </a:rPr>
              <a:t>)</a:t>
            </a:r>
            <a:r>
              <a:rPr lang="en-US" dirty="0"/>
              <a:t>;</a:t>
            </a:r>
          </a:p>
          <a:p>
            <a:pPr>
              <a:spcAft>
                <a:spcPts val="600"/>
              </a:spcAft>
            </a:pPr>
            <a:r>
              <a:rPr lang="en-US" sz="1800" dirty="0">
                <a:solidFill>
                  <a:schemeClr val="accent6"/>
                </a:solidFill>
              </a:rPr>
              <a:t>prompt()</a:t>
            </a:r>
            <a:r>
              <a:rPr lang="en-US" sz="1800" dirty="0"/>
              <a:t>;</a:t>
            </a:r>
          </a:p>
          <a:p>
            <a:pPr lvl="1">
              <a:spcAft>
                <a:spcPts val="600"/>
              </a:spcAft>
            </a:pPr>
            <a:r>
              <a:rPr lang="en-US" dirty="0"/>
              <a:t>Same as alert, but also includes an input box for the user to type something in that will be saved in a variable or otherwise used in the code somehow</a:t>
            </a:r>
            <a:br>
              <a:rPr lang="en-US" dirty="0"/>
            </a:br>
            <a:r>
              <a:rPr lang="en-US" dirty="0">
                <a:solidFill>
                  <a:schemeClr val="accent6"/>
                </a:solidFill>
              </a:rPr>
              <a:t>let age = prompt(</a:t>
            </a:r>
            <a:r>
              <a:rPr lang="en-US" dirty="0">
                <a:solidFill>
                  <a:schemeClr val="tx2"/>
                </a:solidFill>
              </a:rPr>
              <a:t>“Please enter your age:”</a:t>
            </a:r>
            <a:r>
              <a:rPr lang="en-US" dirty="0">
                <a:solidFill>
                  <a:schemeClr val="accent6"/>
                </a:solidFill>
              </a:rPr>
              <a:t>)</a:t>
            </a:r>
            <a:r>
              <a:rPr lang="en-US" dirty="0"/>
              <a:t>;</a:t>
            </a:r>
          </a:p>
        </p:txBody>
      </p:sp>
    </p:spTree>
    <p:extLst>
      <p:ext uri="{BB962C8B-B14F-4D97-AF65-F5344CB8AC3E}">
        <p14:creationId xmlns:p14="http://schemas.microsoft.com/office/powerpoint/2010/main" val="31603841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552081-37DB-B608-B843-B59CB6EC3B8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85CDF2B-95F2-7EE1-00FE-0A9002C9B5D1}"/>
              </a:ext>
            </a:extLst>
          </p:cNvPr>
          <p:cNvSpPr>
            <a:spLocks noGrp="1"/>
          </p:cNvSpPr>
          <p:nvPr>
            <p:ph type="title"/>
          </p:nvPr>
        </p:nvSpPr>
        <p:spPr/>
        <p:txBody>
          <a:bodyPr/>
          <a:lstStyle/>
          <a:p>
            <a:r>
              <a:rPr lang="en-US" sz="2000" dirty="0"/>
              <a:t>Basic useful JavaScript methods (cont’d)</a:t>
            </a:r>
          </a:p>
        </p:txBody>
      </p:sp>
      <p:sp>
        <p:nvSpPr>
          <p:cNvPr id="3" name="Text Placeholder 2">
            <a:extLst>
              <a:ext uri="{FF2B5EF4-FFF2-40B4-BE49-F238E27FC236}">
                <a16:creationId xmlns:a16="http://schemas.microsoft.com/office/drawing/2014/main" id="{8ABAC8E8-781F-B5C3-892D-DE70084CA04B}"/>
              </a:ext>
            </a:extLst>
          </p:cNvPr>
          <p:cNvSpPr>
            <a:spLocks noGrp="1"/>
          </p:cNvSpPr>
          <p:nvPr>
            <p:ph type="body" idx="1"/>
          </p:nvPr>
        </p:nvSpPr>
        <p:spPr/>
        <p:txBody>
          <a:bodyPr/>
          <a:lstStyle/>
          <a:p>
            <a:pPr>
              <a:spcAft>
                <a:spcPts val="600"/>
              </a:spcAft>
            </a:pPr>
            <a:r>
              <a:rPr lang="en-US" sz="1800" dirty="0">
                <a:solidFill>
                  <a:schemeClr val="accent6"/>
                </a:solidFill>
              </a:rPr>
              <a:t>console.log()</a:t>
            </a:r>
            <a:r>
              <a:rPr lang="en-US" sz="1800" dirty="0"/>
              <a:t>;</a:t>
            </a:r>
          </a:p>
          <a:p>
            <a:pPr lvl="1">
              <a:spcAft>
                <a:spcPts val="600"/>
              </a:spcAft>
            </a:pPr>
            <a:r>
              <a:rPr lang="en-US" dirty="0"/>
              <a:t>Prints into the browser console whatever is written within the method’s parentheses</a:t>
            </a:r>
          </a:p>
          <a:p>
            <a:pPr lvl="1">
              <a:spcAft>
                <a:spcPts val="600"/>
              </a:spcAft>
            </a:pPr>
            <a:r>
              <a:rPr lang="en-US" dirty="0"/>
              <a:t>To access the console, hit F12 on the computer or right-click on </a:t>
            </a:r>
            <a:r>
              <a:rPr lang="en-US"/>
              <a:t>the web page </a:t>
            </a:r>
            <a:r>
              <a:rPr lang="en-US" dirty="0"/>
              <a:t>and click “Inspect”, then click on Console at the top of the Developer’s Tools</a:t>
            </a:r>
          </a:p>
        </p:txBody>
      </p:sp>
    </p:spTree>
    <p:extLst>
      <p:ext uri="{BB962C8B-B14F-4D97-AF65-F5344CB8AC3E}">
        <p14:creationId xmlns:p14="http://schemas.microsoft.com/office/powerpoint/2010/main" val="20555423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560"/>
        <p:cNvGrpSpPr/>
        <p:nvPr/>
      </p:nvGrpSpPr>
      <p:grpSpPr>
        <a:xfrm>
          <a:off x="0" y="0"/>
          <a:ext cx="0" cy="0"/>
          <a:chOff x="0" y="0"/>
          <a:chExt cx="0" cy="0"/>
        </a:xfrm>
      </p:grpSpPr>
      <p:sp>
        <p:nvSpPr>
          <p:cNvPr id="561" name="Google Shape;561;p44"/>
          <p:cNvSpPr txBox="1">
            <a:spLocks noGrp="1"/>
          </p:cNvSpPr>
          <p:nvPr>
            <p:ph type="title"/>
          </p:nvPr>
        </p:nvSpPr>
        <p:spPr>
          <a:xfrm>
            <a:off x="1124200" y="52555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References</a:t>
            </a:r>
            <a:endParaRPr/>
          </a:p>
        </p:txBody>
      </p:sp>
      <p:sp>
        <p:nvSpPr>
          <p:cNvPr id="562" name="Google Shape;562;p44"/>
          <p:cNvSpPr txBox="1">
            <a:spLocks noGrp="1"/>
          </p:cNvSpPr>
          <p:nvPr>
            <p:ph type="body" idx="1"/>
          </p:nvPr>
        </p:nvSpPr>
        <p:spPr>
          <a:xfrm>
            <a:off x="1445200" y="1006025"/>
            <a:ext cx="6969600" cy="3416400"/>
          </a:xfrm>
          <a:prstGeom prst="rect">
            <a:avLst/>
          </a:prstGeom>
        </p:spPr>
        <p:txBody>
          <a:bodyPr spcFirstLastPara="1" wrap="square" lIns="91425" tIns="91425" rIns="91425" bIns="91425" anchor="ctr" anchorCtr="0">
            <a:noAutofit/>
          </a:bodyPr>
          <a:lstStyle/>
          <a:p>
            <a:pPr marL="457200" lvl="0" indent="-317500" algn="l" rtl="0">
              <a:spcBef>
                <a:spcPts val="0"/>
              </a:spcBef>
              <a:spcAft>
                <a:spcPts val="0"/>
              </a:spcAft>
              <a:buSzPts val="1400"/>
              <a:buAutoNum type="arabicPeriod"/>
            </a:pPr>
            <a:r>
              <a:rPr lang="en" u="sng" dirty="0"/>
              <a:t>What is JavaScript?</a:t>
            </a:r>
            <a:r>
              <a:rPr lang="en" dirty="0"/>
              <a:t>, MDN Web Docs, </a:t>
            </a:r>
            <a:r>
              <a:rPr lang="en" u="sng" dirty="0">
                <a:solidFill>
                  <a:schemeClr val="hlink"/>
                </a:solidFill>
                <a:hlinkClick r:id="rId3"/>
              </a:rPr>
              <a:t>https://developer.mozilla.org/en-US/docs/Learn/JavaScript/First_steps/What_is_JavaScript</a:t>
            </a:r>
            <a:r>
              <a:rPr lang="en" dirty="0"/>
              <a:t>, accessed May 19, 2024.</a:t>
            </a:r>
            <a:endParaRPr dirty="0"/>
          </a:p>
          <a:p>
            <a:pPr marL="457200" lvl="0" indent="-317500" algn="l" rtl="0">
              <a:spcBef>
                <a:spcPts val="0"/>
              </a:spcBef>
              <a:spcAft>
                <a:spcPts val="0"/>
              </a:spcAft>
              <a:buSzPts val="1400"/>
              <a:buAutoNum type="arabicPeriod"/>
            </a:pPr>
            <a:r>
              <a:rPr lang="en" u="sng" dirty="0"/>
              <a:t>Why JavaScript is called lightweight?</a:t>
            </a:r>
            <a:r>
              <a:rPr lang="en" dirty="0"/>
              <a:t>, Subodh Kumar, JavaScript in Plain English, Jan 3, 2022, </a:t>
            </a:r>
            <a:r>
              <a:rPr lang="en" u="sng" dirty="0">
                <a:solidFill>
                  <a:schemeClr val="hlink"/>
                </a:solidFill>
                <a:hlinkClick r:id="rId4"/>
              </a:rPr>
              <a:t>https://javascript.plainenglish.io/why-javascript-is-called-lightweight-5a1996db9ef6</a:t>
            </a:r>
            <a:r>
              <a:rPr lang="en" dirty="0"/>
              <a:t>, accessed May 19, 2024.</a:t>
            </a:r>
            <a:endParaRPr dirty="0"/>
          </a:p>
          <a:p>
            <a:pPr marL="457200" lvl="0" indent="-317500" algn="l" rtl="0">
              <a:spcBef>
                <a:spcPts val="0"/>
              </a:spcBef>
              <a:spcAft>
                <a:spcPts val="0"/>
              </a:spcAft>
              <a:buSzPts val="1400"/>
              <a:buAutoNum type="arabicPeriod"/>
            </a:pPr>
            <a:r>
              <a:rPr lang="en" u="sng" dirty="0"/>
              <a:t>Introduction to JavaScript</a:t>
            </a:r>
            <a:r>
              <a:rPr lang="en" dirty="0"/>
              <a:t>, </a:t>
            </a:r>
            <a:r>
              <a:rPr lang="en" dirty="0" err="1"/>
              <a:t>GeeksForGeeks</a:t>
            </a:r>
            <a:r>
              <a:rPr lang="en" dirty="0"/>
              <a:t>, last updated Feb 2, 2024, </a:t>
            </a:r>
            <a:r>
              <a:rPr lang="en" u="sng" dirty="0">
                <a:solidFill>
                  <a:schemeClr val="hlink"/>
                </a:solidFill>
                <a:hlinkClick r:id="rId5"/>
              </a:rPr>
              <a:t>https://www.geeksforgeeks.org/introduction-to-javascript/</a:t>
            </a:r>
            <a:r>
              <a:rPr lang="en" dirty="0"/>
              <a:t>, accessed May 19, 2024.</a:t>
            </a:r>
            <a:endParaRPr dirty="0"/>
          </a:p>
          <a:p>
            <a:pPr marL="457200" lvl="0" indent="-317500" algn="l" rtl="0">
              <a:spcBef>
                <a:spcPts val="0"/>
              </a:spcBef>
              <a:spcAft>
                <a:spcPts val="0"/>
              </a:spcAft>
              <a:buSzPts val="1400"/>
              <a:buAutoNum type="arabicPeriod"/>
            </a:pPr>
            <a:r>
              <a:rPr lang="en" u="sng" dirty="0"/>
              <a:t>Interpreted vs Compiled Programming Languages: What’s the Difference?</a:t>
            </a:r>
            <a:r>
              <a:rPr lang="en" dirty="0"/>
              <a:t>, Free Code Camp, January 10, 2020, </a:t>
            </a:r>
            <a:r>
              <a:rPr lang="en" u="sng" dirty="0">
                <a:solidFill>
                  <a:schemeClr val="hlink"/>
                </a:solidFill>
                <a:hlinkClick r:id="rId6"/>
              </a:rPr>
              <a:t>https://www.freecodecamp.org/news/compiled-versus-interpreted-languages/</a:t>
            </a:r>
            <a:r>
              <a:rPr lang="en" dirty="0"/>
              <a:t>, accessed May 19, 2024</a:t>
            </a:r>
            <a:endParaRPr dirty="0"/>
          </a:p>
          <a:p>
            <a:pPr marL="457200" lvl="0" indent="-317500" algn="l" rtl="0">
              <a:spcBef>
                <a:spcPts val="0"/>
              </a:spcBef>
              <a:spcAft>
                <a:spcPts val="0"/>
              </a:spcAft>
              <a:buSzPts val="1400"/>
              <a:buAutoNum type="arabicPeriod"/>
            </a:pPr>
            <a:r>
              <a:rPr lang="en" u="sng" dirty="0"/>
              <a:t>Why is JavaScript Single Threaded?</a:t>
            </a:r>
            <a:r>
              <a:rPr lang="en" dirty="0"/>
              <a:t>, Matt Long, Grove Technology, July 21, 2023, </a:t>
            </a:r>
            <a:r>
              <a:rPr lang="en" u="sng" dirty="0">
                <a:solidFill>
                  <a:schemeClr val="hlink"/>
                </a:solidFill>
                <a:hlinkClick r:id="rId7"/>
              </a:rPr>
              <a:t>https://groovetechnology.com/blog/why-javascript-is-single-threaded/#:~:text=JavaScript%20was%20designed%20to%20be,interactivity%20to%20static%20web%20pages</a:t>
            </a:r>
            <a:r>
              <a:rPr lang="en" dirty="0"/>
              <a:t>., accessed May 19, 2024.</a:t>
            </a:r>
            <a:endParaRPr dirty="0"/>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566"/>
        <p:cNvGrpSpPr/>
        <p:nvPr/>
      </p:nvGrpSpPr>
      <p:grpSpPr>
        <a:xfrm>
          <a:off x="0" y="0"/>
          <a:ext cx="0" cy="0"/>
          <a:chOff x="0" y="0"/>
          <a:chExt cx="0" cy="0"/>
        </a:xfrm>
      </p:grpSpPr>
      <p:sp>
        <p:nvSpPr>
          <p:cNvPr id="567" name="Google Shape;567;p4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References (cont’d)</a:t>
            </a:r>
            <a:endParaRPr/>
          </a:p>
        </p:txBody>
      </p:sp>
      <p:sp>
        <p:nvSpPr>
          <p:cNvPr id="568" name="Google Shape;568;p4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17500" algn="l" rtl="0">
              <a:spcBef>
                <a:spcPts val="0"/>
              </a:spcBef>
              <a:spcAft>
                <a:spcPts val="0"/>
              </a:spcAft>
              <a:buSzPts val="1400"/>
              <a:buAutoNum type="arabicPeriod" startAt="6"/>
            </a:pPr>
            <a:r>
              <a:rPr lang="en" u="sng"/>
              <a:t>Just in Time Compilation Explained</a:t>
            </a:r>
            <a:r>
              <a:rPr lang="en"/>
              <a:t>, Free Code Camp, Feb 1, 2020, </a:t>
            </a:r>
            <a:r>
              <a:rPr lang="en" u="sng">
                <a:solidFill>
                  <a:schemeClr val="hlink"/>
                </a:solidFill>
                <a:hlinkClick r:id="rId3"/>
              </a:rPr>
              <a:t>https://www.freecodecamp.org/news/just-in-time-compilation-explained/</a:t>
            </a:r>
            <a:r>
              <a:rPr lang="en"/>
              <a:t>, accessed May 19, 2024.</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572"/>
        <p:cNvGrpSpPr/>
        <p:nvPr/>
      </p:nvGrpSpPr>
      <p:grpSpPr>
        <a:xfrm>
          <a:off x="0" y="0"/>
          <a:ext cx="0" cy="0"/>
          <a:chOff x="0" y="0"/>
          <a:chExt cx="0" cy="0"/>
        </a:xfrm>
      </p:grpSpPr>
      <p:sp>
        <p:nvSpPr>
          <p:cNvPr id="573" name="Google Shape;573;p46"/>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JavaScript</a:t>
            </a:r>
            <a:r>
              <a:rPr lang="en">
                <a:solidFill>
                  <a:schemeClr val="accent2"/>
                </a:solidFill>
              </a:rPr>
              <a:t> </a:t>
            </a:r>
            <a:r>
              <a:rPr lang="en">
                <a:solidFill>
                  <a:schemeClr val="accent3"/>
                </a:solidFill>
              </a:rPr>
              <a:t>{</a:t>
            </a:r>
            <a:endParaRPr>
              <a:solidFill>
                <a:schemeClr val="accent3"/>
              </a:solidFill>
            </a:endParaRPr>
          </a:p>
        </p:txBody>
      </p:sp>
      <p:sp>
        <p:nvSpPr>
          <p:cNvPr id="574" name="Google Shape;574;p46"/>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David Tarvin, AIM Code School &gt;</a:t>
            </a:r>
            <a:endParaRPr/>
          </a:p>
        </p:txBody>
      </p:sp>
      <p:sp>
        <p:nvSpPr>
          <p:cNvPr id="575" name="Google Shape;575;p46"/>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576" name="Google Shape;576;p46"/>
          <p:cNvSpPr txBox="1">
            <a:spLocks noGrp="1"/>
          </p:cNvSpPr>
          <p:nvPr>
            <p:ph type="subTitle" idx="2"/>
          </p:nvPr>
        </p:nvSpPr>
        <p:spPr>
          <a:xfrm>
            <a:off x="1788725" y="1761800"/>
            <a:ext cx="5788800" cy="839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Bits, Values and Bindings</a:t>
            </a:r>
            <a:r>
              <a:rPr lang="en">
                <a:solidFill>
                  <a:schemeClr val="accent6"/>
                </a:solidFill>
              </a:rPr>
              <a:t>] </a:t>
            </a:r>
            <a:endParaRPr>
              <a:solidFill>
                <a:schemeClr val="accent6"/>
              </a:solidFill>
            </a:endParaRPr>
          </a:p>
        </p:txBody>
      </p:sp>
      <p:grpSp>
        <p:nvGrpSpPr>
          <p:cNvPr id="577" name="Google Shape;577;p46"/>
          <p:cNvGrpSpPr/>
          <p:nvPr/>
        </p:nvGrpSpPr>
        <p:grpSpPr>
          <a:xfrm>
            <a:off x="1413525" y="1759900"/>
            <a:ext cx="506100" cy="2444350"/>
            <a:chOff x="1413525" y="1759900"/>
            <a:chExt cx="506100" cy="2444350"/>
          </a:xfrm>
        </p:grpSpPr>
        <p:cxnSp>
          <p:nvCxnSpPr>
            <p:cNvPr id="578" name="Google Shape;578;p46"/>
            <p:cNvCxnSpPr/>
            <p:nvPr/>
          </p:nvCxnSpPr>
          <p:spPr>
            <a:xfrm>
              <a:off x="1552225" y="1759900"/>
              <a:ext cx="0" cy="1763400"/>
            </a:xfrm>
            <a:prstGeom prst="straightConnector1">
              <a:avLst/>
            </a:prstGeom>
            <a:noFill/>
            <a:ln w="9525" cap="flat" cmpd="sng">
              <a:solidFill>
                <a:schemeClr val="accent4"/>
              </a:solidFill>
              <a:prstDash val="solid"/>
              <a:round/>
              <a:headEnd type="none" w="med" len="med"/>
              <a:tailEnd type="none" w="med" len="med"/>
            </a:ln>
          </p:spPr>
        </p:cxnSp>
        <p:sp>
          <p:nvSpPr>
            <p:cNvPr id="579" name="Google Shape;579;p46"/>
            <p:cNvSpPr txBox="1"/>
            <p:nvPr/>
          </p:nvSpPr>
          <p:spPr>
            <a:xfrm>
              <a:off x="1413525" y="3557750"/>
              <a:ext cx="506100" cy="646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000">
                  <a:solidFill>
                    <a:schemeClr val="accent3"/>
                  </a:solidFill>
                  <a:latin typeface="Fira Code"/>
                  <a:ea typeface="Fira Code"/>
                  <a:cs typeface="Fira Code"/>
                  <a:sym typeface="Fira Code"/>
                </a:rPr>
                <a:t>}</a:t>
              </a:r>
              <a:endParaRPr sz="3000">
                <a:solidFill>
                  <a:schemeClr val="accent3"/>
                </a:solidFill>
                <a:latin typeface="Fira Code"/>
                <a:ea typeface="Fira Code"/>
                <a:cs typeface="Fira Code"/>
                <a:sym typeface="Fira Code"/>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583"/>
        <p:cNvGrpSpPr/>
        <p:nvPr/>
      </p:nvGrpSpPr>
      <p:grpSpPr>
        <a:xfrm>
          <a:off x="0" y="0"/>
          <a:ext cx="0" cy="0"/>
          <a:chOff x="0" y="0"/>
          <a:chExt cx="0" cy="0"/>
        </a:xfrm>
      </p:grpSpPr>
      <p:sp>
        <p:nvSpPr>
          <p:cNvPr id="584" name="Google Shape;584;p47"/>
          <p:cNvSpPr txBox="1">
            <a:spLocks noGrp="1"/>
          </p:cNvSpPr>
          <p:nvPr>
            <p:ph type="title"/>
          </p:nvPr>
        </p:nvSpPr>
        <p:spPr>
          <a:xfrm flipH="1">
            <a:off x="2054663" y="586975"/>
            <a:ext cx="1842300" cy="11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585" name="Google Shape;585;p47"/>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Bits and Values</a:t>
            </a:r>
            <a:endParaRPr/>
          </a:p>
        </p:txBody>
      </p:sp>
      <p:sp>
        <p:nvSpPr>
          <p:cNvPr id="586" name="Google Shape;586;p47"/>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590"/>
        <p:cNvGrpSpPr/>
        <p:nvPr/>
      </p:nvGrpSpPr>
      <p:grpSpPr>
        <a:xfrm>
          <a:off x="0" y="0"/>
          <a:ext cx="0" cy="0"/>
          <a:chOff x="0" y="0"/>
          <a:chExt cx="0" cy="0"/>
        </a:xfrm>
      </p:grpSpPr>
      <p:sp>
        <p:nvSpPr>
          <p:cNvPr id="591" name="Google Shape;591;p4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a value?</a:t>
            </a:r>
            <a:endParaRPr/>
          </a:p>
        </p:txBody>
      </p:sp>
      <p:sp>
        <p:nvSpPr>
          <p:cNvPr id="592" name="Google Shape;592;p4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 sz="2400"/>
              <a:t>A </a:t>
            </a:r>
            <a:r>
              <a:rPr lang="en" sz="2400">
                <a:solidFill>
                  <a:schemeClr val="accent6"/>
                </a:solidFill>
              </a:rPr>
              <a:t>value</a:t>
            </a:r>
            <a:r>
              <a:rPr lang="en" sz="2400"/>
              <a:t> is a piece of information (</a:t>
            </a:r>
            <a:r>
              <a:rPr lang="en" sz="2400">
                <a:solidFill>
                  <a:schemeClr val="accent6"/>
                </a:solidFill>
              </a:rPr>
              <a:t>data</a:t>
            </a:r>
            <a:r>
              <a:rPr lang="en" sz="2400"/>
              <a:t>) that can be stored, retrieved, manipulated and used in the execution of a program</a:t>
            </a:r>
            <a:endParaRPr sz="2400"/>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596"/>
        <p:cNvGrpSpPr/>
        <p:nvPr/>
      </p:nvGrpSpPr>
      <p:grpSpPr>
        <a:xfrm>
          <a:off x="0" y="0"/>
          <a:ext cx="0" cy="0"/>
          <a:chOff x="0" y="0"/>
          <a:chExt cx="0" cy="0"/>
        </a:xfrm>
      </p:grpSpPr>
      <p:sp>
        <p:nvSpPr>
          <p:cNvPr id="597" name="Google Shape;597;p4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Values</a:t>
            </a:r>
            <a:endParaRPr/>
          </a:p>
        </p:txBody>
      </p:sp>
      <p:sp>
        <p:nvSpPr>
          <p:cNvPr id="598" name="Google Shape;598;p4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Values</a:t>
            </a:r>
            <a:endParaRPr sz="2400"/>
          </a:p>
          <a:p>
            <a:pPr marL="457200" lvl="0" indent="-355600" algn="l" rtl="0">
              <a:spcBef>
                <a:spcPts val="1200"/>
              </a:spcBef>
              <a:spcAft>
                <a:spcPts val="0"/>
              </a:spcAft>
              <a:buSzPts val="2000"/>
              <a:buChar char="-"/>
            </a:pPr>
            <a:r>
              <a:rPr lang="en" sz="2000"/>
              <a:t>Chunks of bits that represent pieces of information</a:t>
            </a:r>
            <a:endParaRPr sz="2000"/>
          </a:p>
          <a:p>
            <a:pPr marL="457200" lvl="0" indent="-355600" algn="l" rtl="0">
              <a:spcBef>
                <a:spcPts val="0"/>
              </a:spcBef>
              <a:spcAft>
                <a:spcPts val="0"/>
              </a:spcAft>
              <a:buSzPts val="2000"/>
              <a:buChar char="-"/>
            </a:pPr>
            <a:r>
              <a:rPr lang="en" sz="2000"/>
              <a:t>Stored in memory locations</a:t>
            </a:r>
            <a:endParaRPr sz="2000"/>
          </a:p>
          <a:p>
            <a:pPr marL="0" lvl="0" indent="0" algn="l" rtl="0">
              <a:spcBef>
                <a:spcPts val="1200"/>
              </a:spcBef>
              <a:spcAft>
                <a:spcPts val="0"/>
              </a:spcAft>
              <a:buNone/>
            </a:pPr>
            <a:r>
              <a:rPr lang="en" sz="2400"/>
              <a:t>Creating a value</a:t>
            </a:r>
            <a:endParaRPr sz="2400"/>
          </a:p>
          <a:p>
            <a:pPr marL="457200" lvl="0" indent="-355600" algn="l" rtl="0">
              <a:spcBef>
                <a:spcPts val="1200"/>
              </a:spcBef>
              <a:spcAft>
                <a:spcPts val="0"/>
              </a:spcAft>
              <a:buSzPts val="2000"/>
              <a:buChar char="-"/>
            </a:pPr>
            <a:r>
              <a:rPr lang="en" sz="2000"/>
              <a:t>Invoke its name</a:t>
            </a:r>
            <a:endParaRPr sz="2000"/>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602"/>
        <p:cNvGrpSpPr/>
        <p:nvPr/>
      </p:nvGrpSpPr>
      <p:grpSpPr>
        <a:xfrm>
          <a:off x="0" y="0"/>
          <a:ext cx="0" cy="0"/>
          <a:chOff x="0" y="0"/>
          <a:chExt cx="0" cy="0"/>
        </a:xfrm>
      </p:grpSpPr>
      <p:sp>
        <p:nvSpPr>
          <p:cNvPr id="603" name="Google Shape;603;p5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Bits</a:t>
            </a:r>
            <a:endParaRPr/>
          </a:p>
        </p:txBody>
      </p:sp>
      <p:sp>
        <p:nvSpPr>
          <p:cNvPr id="604" name="Google Shape;604;p5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200">
                <a:solidFill>
                  <a:schemeClr val="accent6"/>
                </a:solidFill>
              </a:rPr>
              <a:t>Bit</a:t>
            </a:r>
            <a:r>
              <a:rPr lang="en" sz="2200"/>
              <a:t> - something that has two possible states/values</a:t>
            </a:r>
            <a:endParaRPr sz="2200"/>
          </a:p>
          <a:p>
            <a:pPr marL="457200" lvl="0" indent="-342900" algn="l" rtl="0">
              <a:spcBef>
                <a:spcPts val="1200"/>
              </a:spcBef>
              <a:spcAft>
                <a:spcPts val="0"/>
              </a:spcAft>
              <a:buSzPts val="1800"/>
              <a:buChar char="-"/>
            </a:pPr>
            <a:r>
              <a:rPr lang="en" sz="1800"/>
              <a:t>On or off</a:t>
            </a:r>
            <a:endParaRPr sz="1800"/>
          </a:p>
          <a:p>
            <a:pPr marL="457200" lvl="0" indent="-342900" algn="l" rtl="0">
              <a:spcBef>
                <a:spcPts val="0"/>
              </a:spcBef>
              <a:spcAft>
                <a:spcPts val="0"/>
              </a:spcAft>
              <a:buSzPts val="1800"/>
              <a:buChar char="-"/>
            </a:pPr>
            <a:r>
              <a:rPr lang="en" sz="1800"/>
              <a:t>Zero or one</a:t>
            </a:r>
            <a:endParaRPr sz="1800"/>
          </a:p>
          <a:p>
            <a:pPr marL="457200" lvl="0" indent="-342900" algn="l" rtl="0">
              <a:spcBef>
                <a:spcPts val="0"/>
              </a:spcBef>
              <a:spcAft>
                <a:spcPts val="0"/>
              </a:spcAft>
              <a:buSzPts val="1800"/>
              <a:buChar char="-"/>
            </a:pPr>
            <a:r>
              <a:rPr lang="en" sz="1800"/>
              <a:t>High charge or low charge</a:t>
            </a:r>
            <a:endParaRPr sz="1800"/>
          </a:p>
          <a:p>
            <a:pPr marL="457200" lvl="0" indent="-342900" algn="l" rtl="0">
              <a:spcBef>
                <a:spcPts val="0"/>
              </a:spcBef>
              <a:spcAft>
                <a:spcPts val="0"/>
              </a:spcAft>
              <a:buSzPts val="1800"/>
              <a:buChar char="-"/>
            </a:pPr>
            <a:r>
              <a:rPr lang="en" sz="1800"/>
              <a:t>Strong or weak signal</a:t>
            </a:r>
            <a:endParaRPr sz="1800"/>
          </a:p>
          <a:p>
            <a:pPr marL="457200" lvl="0" indent="-342900" algn="l" rtl="0">
              <a:spcBef>
                <a:spcPts val="0"/>
              </a:spcBef>
              <a:spcAft>
                <a:spcPts val="0"/>
              </a:spcAft>
              <a:buSzPts val="1800"/>
              <a:buChar char="-"/>
            </a:pPr>
            <a:r>
              <a:rPr lang="en" sz="1800"/>
              <a:t>Shiny or dull spot (CDs) </a:t>
            </a:r>
            <a:endParaRPr sz="2400"/>
          </a:p>
          <a:p>
            <a:pPr marL="0" lvl="0" indent="0" algn="l" rtl="0">
              <a:spcBef>
                <a:spcPts val="1200"/>
              </a:spcBef>
              <a:spcAft>
                <a:spcPts val="0"/>
              </a:spcAft>
              <a:buNone/>
            </a:pPr>
            <a:r>
              <a:rPr lang="en" sz="2200">
                <a:solidFill>
                  <a:srgbClr val="F2F2F2"/>
                </a:solidFill>
              </a:rPr>
              <a:t>Binary</a:t>
            </a:r>
            <a:r>
              <a:rPr lang="en" sz="2200"/>
              <a:t> - a base 2 numbering system</a:t>
            </a:r>
            <a:endParaRPr sz="2200"/>
          </a:p>
          <a:p>
            <a:pPr marL="457200" lvl="0" indent="-342900" algn="l" rtl="0">
              <a:spcBef>
                <a:spcPts val="1200"/>
              </a:spcBef>
              <a:spcAft>
                <a:spcPts val="0"/>
              </a:spcAft>
              <a:buSzPts val="1800"/>
              <a:buChar char="-"/>
            </a:pPr>
            <a:r>
              <a:rPr lang="en" sz="1800"/>
              <a:t>Count using only 0s and 1s</a:t>
            </a:r>
            <a:endParaRPr sz="1800"/>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608"/>
        <p:cNvGrpSpPr/>
        <p:nvPr/>
      </p:nvGrpSpPr>
      <p:grpSpPr>
        <a:xfrm>
          <a:off x="0" y="0"/>
          <a:ext cx="0" cy="0"/>
          <a:chOff x="0" y="0"/>
          <a:chExt cx="0" cy="0"/>
        </a:xfrm>
      </p:grpSpPr>
      <p:sp>
        <p:nvSpPr>
          <p:cNvPr id="609" name="Google Shape;609;p5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Binary</a:t>
            </a:r>
            <a:endParaRPr/>
          </a:p>
        </p:txBody>
      </p:sp>
      <p:sp>
        <p:nvSpPr>
          <p:cNvPr id="610" name="Google Shape;610;p5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200">
                <a:solidFill>
                  <a:srgbClr val="F2F2F2"/>
                </a:solidFill>
              </a:rPr>
              <a:t>Binary</a:t>
            </a:r>
            <a:r>
              <a:rPr lang="en" sz="2200"/>
              <a:t> - a base 2 numbering system</a:t>
            </a:r>
            <a:endParaRPr sz="2200"/>
          </a:p>
          <a:p>
            <a:pPr marL="457200" lvl="0" indent="-342900" algn="l" rtl="0">
              <a:spcBef>
                <a:spcPts val="1200"/>
              </a:spcBef>
              <a:spcAft>
                <a:spcPts val="0"/>
              </a:spcAft>
              <a:buSzPts val="1800"/>
              <a:buChar char="-"/>
            </a:pPr>
            <a:r>
              <a:rPr lang="en" sz="1800"/>
              <a:t>Count using only 0s and 1s</a:t>
            </a: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1200"/>
              </a:spcAft>
              <a:buNone/>
            </a:pPr>
            <a:endParaRPr sz="1800"/>
          </a:p>
        </p:txBody>
      </p:sp>
      <p:pic>
        <p:nvPicPr>
          <p:cNvPr id="611" name="Google Shape;611;p51"/>
          <p:cNvPicPr preferRelativeResize="0"/>
          <p:nvPr/>
        </p:nvPicPr>
        <p:blipFill>
          <a:blip r:embed="rId3">
            <a:alphaModFix/>
          </a:blip>
          <a:stretch>
            <a:fillRect/>
          </a:stretch>
        </p:blipFill>
        <p:spPr>
          <a:xfrm>
            <a:off x="3374075" y="2290150"/>
            <a:ext cx="2828925" cy="1619250"/>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615"/>
        <p:cNvGrpSpPr/>
        <p:nvPr/>
      </p:nvGrpSpPr>
      <p:grpSpPr>
        <a:xfrm>
          <a:off x="0" y="0"/>
          <a:ext cx="0" cy="0"/>
          <a:chOff x="0" y="0"/>
          <a:chExt cx="0" cy="0"/>
        </a:xfrm>
      </p:grpSpPr>
      <p:sp>
        <p:nvSpPr>
          <p:cNvPr id="616" name="Google Shape;616;p5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Bindings</a:t>
            </a:r>
            <a:endParaRPr/>
          </a:p>
        </p:txBody>
      </p:sp>
      <p:sp>
        <p:nvSpPr>
          <p:cNvPr id="617" name="Google Shape;617;p5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Association of a name with a value</a:t>
            </a:r>
            <a:endParaRPr sz="2000"/>
          </a:p>
          <a:p>
            <a:pPr marL="457200" lvl="0" indent="-342900" algn="l" rtl="0">
              <a:spcBef>
                <a:spcPts val="1200"/>
              </a:spcBef>
              <a:spcAft>
                <a:spcPts val="0"/>
              </a:spcAft>
              <a:buSzPts val="1800"/>
              <a:buChar char="-"/>
            </a:pPr>
            <a:r>
              <a:rPr lang="en" sz="1800"/>
              <a:t>Also referred to as </a:t>
            </a:r>
            <a:r>
              <a:rPr lang="en" sz="1800">
                <a:solidFill>
                  <a:schemeClr val="accent6"/>
                </a:solidFill>
              </a:rPr>
              <a:t>Named Binding</a:t>
            </a:r>
            <a:endParaRPr sz="1800">
              <a:solidFill>
                <a:schemeClr val="accent6"/>
              </a:solidFill>
            </a:endParaRPr>
          </a:p>
          <a:p>
            <a:pPr marL="457200" lvl="0" indent="-342900" algn="l" rtl="0">
              <a:spcBef>
                <a:spcPts val="1000"/>
              </a:spcBef>
              <a:spcAft>
                <a:spcPts val="0"/>
              </a:spcAft>
              <a:buSzPts val="1800"/>
              <a:buChar char="-"/>
            </a:pPr>
            <a:r>
              <a:rPr lang="en" sz="1800"/>
              <a:t>Purpose </a:t>
            </a:r>
            <a:endParaRPr sz="1800"/>
          </a:p>
          <a:p>
            <a:pPr marL="914400" lvl="1" indent="-330200" algn="l" rtl="0">
              <a:spcBef>
                <a:spcPts val="1000"/>
              </a:spcBef>
              <a:spcAft>
                <a:spcPts val="0"/>
              </a:spcAft>
              <a:buSzPts val="1600"/>
              <a:buChar char="-"/>
            </a:pPr>
            <a:r>
              <a:rPr lang="en" sz="1600"/>
              <a:t>To store values generated by expressions in your code</a:t>
            </a:r>
            <a:endParaRPr sz="1600"/>
          </a:p>
          <a:p>
            <a:pPr marL="914400" lvl="1" indent="-330200" algn="l" rtl="0">
              <a:spcBef>
                <a:spcPts val="1000"/>
              </a:spcBef>
              <a:spcAft>
                <a:spcPts val="0"/>
              </a:spcAft>
              <a:buSzPts val="1600"/>
              <a:buChar char="-"/>
            </a:pPr>
            <a:r>
              <a:rPr lang="en" sz="1600"/>
              <a:t>Allows you to reference those values in your code</a:t>
            </a:r>
            <a:endParaRPr sz="1600"/>
          </a:p>
          <a:p>
            <a:pPr marL="457200" lvl="0" indent="-342900" algn="l" rtl="0">
              <a:spcBef>
                <a:spcPts val="1000"/>
              </a:spcBef>
              <a:spcAft>
                <a:spcPts val="0"/>
              </a:spcAft>
              <a:buSzPts val="1800"/>
              <a:buChar char="-"/>
            </a:pPr>
            <a:r>
              <a:rPr lang="en" sz="1800"/>
              <a:t>Without bindings the program would not be able to remember the work it has already done</a:t>
            </a:r>
            <a:endParaRPr sz="1800"/>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621"/>
        <p:cNvGrpSpPr/>
        <p:nvPr/>
      </p:nvGrpSpPr>
      <p:grpSpPr>
        <a:xfrm>
          <a:off x="0" y="0"/>
          <a:ext cx="0" cy="0"/>
          <a:chOff x="0" y="0"/>
          <a:chExt cx="0" cy="0"/>
        </a:xfrm>
      </p:grpSpPr>
      <p:sp>
        <p:nvSpPr>
          <p:cNvPr id="622" name="Google Shape;622;p5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Binding - variables and constants</a:t>
            </a:r>
            <a:endParaRPr/>
          </a:p>
        </p:txBody>
      </p:sp>
      <p:sp>
        <p:nvSpPr>
          <p:cNvPr id="623" name="Google Shape;623;p5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6"/>
                </a:solidFill>
              </a:rPr>
              <a:t>Variable</a:t>
            </a:r>
            <a:r>
              <a:rPr lang="en" sz="2000"/>
              <a:t> - a type of binding that allows you to update the value associated with a particular name as needed</a:t>
            </a:r>
            <a:endParaRPr sz="2000"/>
          </a:p>
          <a:p>
            <a:pPr marL="0" lvl="0" indent="0" algn="l" rtl="0">
              <a:spcBef>
                <a:spcPts val="1200"/>
              </a:spcBef>
              <a:spcAft>
                <a:spcPts val="0"/>
              </a:spcAft>
              <a:buNone/>
            </a:pPr>
            <a:r>
              <a:rPr lang="en" sz="2000">
                <a:solidFill>
                  <a:schemeClr val="accent6"/>
                </a:solidFill>
              </a:rPr>
              <a:t>Constant</a:t>
            </a:r>
            <a:r>
              <a:rPr lang="en" sz="2000"/>
              <a:t> - a type of binding where the value associated with a particular name cannot be changed</a:t>
            </a:r>
            <a:endParaRPr sz="2000"/>
          </a:p>
          <a:p>
            <a:pPr marL="0" lvl="0" indent="0" algn="l" rtl="0">
              <a:spcBef>
                <a:spcPts val="1200"/>
              </a:spcBef>
              <a:spcAft>
                <a:spcPts val="1200"/>
              </a:spcAft>
              <a:buNone/>
            </a:pP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627"/>
        <p:cNvGrpSpPr/>
        <p:nvPr/>
      </p:nvGrpSpPr>
      <p:grpSpPr>
        <a:xfrm>
          <a:off x="0" y="0"/>
          <a:ext cx="0" cy="0"/>
          <a:chOff x="0" y="0"/>
          <a:chExt cx="0" cy="0"/>
        </a:xfrm>
      </p:grpSpPr>
      <p:sp>
        <p:nvSpPr>
          <p:cNvPr id="628" name="Google Shape;628;p54"/>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JavaScript</a:t>
            </a:r>
            <a:r>
              <a:rPr lang="en">
                <a:solidFill>
                  <a:schemeClr val="accent2"/>
                </a:solidFill>
              </a:rPr>
              <a:t> </a:t>
            </a:r>
            <a:r>
              <a:rPr lang="en">
                <a:solidFill>
                  <a:schemeClr val="accent3"/>
                </a:solidFill>
              </a:rPr>
              <a:t>{</a:t>
            </a:r>
            <a:endParaRPr>
              <a:solidFill>
                <a:schemeClr val="accent3"/>
              </a:solidFill>
            </a:endParaRPr>
          </a:p>
        </p:txBody>
      </p:sp>
      <p:sp>
        <p:nvSpPr>
          <p:cNvPr id="629" name="Google Shape;629;p54"/>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David Tarvin, AIM Code School &gt;</a:t>
            </a:r>
            <a:endParaRPr/>
          </a:p>
        </p:txBody>
      </p:sp>
      <p:sp>
        <p:nvSpPr>
          <p:cNvPr id="630" name="Google Shape;630;p54"/>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631" name="Google Shape;631;p54"/>
          <p:cNvSpPr txBox="1">
            <a:spLocks noGrp="1"/>
          </p:cNvSpPr>
          <p:nvPr>
            <p:ph type="subTitle" idx="2"/>
          </p:nvPr>
        </p:nvSpPr>
        <p:spPr>
          <a:xfrm>
            <a:off x="1788725" y="1761800"/>
            <a:ext cx="5788800" cy="839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Data Types</a:t>
            </a:r>
            <a:r>
              <a:rPr lang="en">
                <a:solidFill>
                  <a:schemeClr val="accent6"/>
                </a:solidFill>
              </a:rPr>
              <a:t>] </a:t>
            </a:r>
            <a:endParaRPr>
              <a:solidFill>
                <a:schemeClr val="accent6"/>
              </a:solidFill>
            </a:endParaRPr>
          </a:p>
        </p:txBody>
      </p:sp>
      <p:grpSp>
        <p:nvGrpSpPr>
          <p:cNvPr id="632" name="Google Shape;632;p54"/>
          <p:cNvGrpSpPr/>
          <p:nvPr/>
        </p:nvGrpSpPr>
        <p:grpSpPr>
          <a:xfrm>
            <a:off x="1413525" y="1759900"/>
            <a:ext cx="506100" cy="2444350"/>
            <a:chOff x="1413525" y="1759900"/>
            <a:chExt cx="506100" cy="2444350"/>
          </a:xfrm>
        </p:grpSpPr>
        <p:cxnSp>
          <p:nvCxnSpPr>
            <p:cNvPr id="633" name="Google Shape;633;p54"/>
            <p:cNvCxnSpPr/>
            <p:nvPr/>
          </p:nvCxnSpPr>
          <p:spPr>
            <a:xfrm>
              <a:off x="1552225" y="1759900"/>
              <a:ext cx="0" cy="1763400"/>
            </a:xfrm>
            <a:prstGeom prst="straightConnector1">
              <a:avLst/>
            </a:prstGeom>
            <a:noFill/>
            <a:ln w="9525" cap="flat" cmpd="sng">
              <a:solidFill>
                <a:schemeClr val="accent4"/>
              </a:solidFill>
              <a:prstDash val="solid"/>
              <a:round/>
              <a:headEnd type="none" w="med" len="med"/>
              <a:tailEnd type="none" w="med" len="med"/>
            </a:ln>
          </p:spPr>
        </p:cxnSp>
        <p:sp>
          <p:nvSpPr>
            <p:cNvPr id="634" name="Google Shape;634;p54"/>
            <p:cNvSpPr txBox="1"/>
            <p:nvPr/>
          </p:nvSpPr>
          <p:spPr>
            <a:xfrm>
              <a:off x="1413525" y="3557750"/>
              <a:ext cx="506100" cy="646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000">
                  <a:solidFill>
                    <a:schemeClr val="accent3"/>
                  </a:solidFill>
                  <a:latin typeface="Fira Code"/>
                  <a:ea typeface="Fira Code"/>
                  <a:cs typeface="Fira Code"/>
                  <a:sym typeface="Fira Code"/>
                </a:rPr>
                <a:t>}</a:t>
              </a:r>
              <a:endParaRPr sz="3000">
                <a:solidFill>
                  <a:schemeClr val="accent3"/>
                </a:solidFill>
                <a:latin typeface="Fira Code"/>
                <a:ea typeface="Fira Code"/>
                <a:cs typeface="Fira Code"/>
                <a:sym typeface="Fira Code"/>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638"/>
        <p:cNvGrpSpPr/>
        <p:nvPr/>
      </p:nvGrpSpPr>
      <p:grpSpPr>
        <a:xfrm>
          <a:off x="0" y="0"/>
          <a:ext cx="0" cy="0"/>
          <a:chOff x="0" y="0"/>
          <a:chExt cx="0" cy="0"/>
        </a:xfrm>
      </p:grpSpPr>
      <p:sp>
        <p:nvSpPr>
          <p:cNvPr id="639" name="Google Shape;639;p55"/>
          <p:cNvSpPr txBox="1">
            <a:spLocks noGrp="1"/>
          </p:cNvSpPr>
          <p:nvPr>
            <p:ph type="subTitle" idx="1"/>
          </p:nvPr>
        </p:nvSpPr>
        <p:spPr>
          <a:xfrm>
            <a:off x="2240150" y="2930877"/>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a:t>Non-Primitive</a:t>
            </a:r>
            <a:endParaRPr sz="3000"/>
          </a:p>
          <a:p>
            <a:pPr marL="457200" lvl="0" indent="-387350" algn="l" rtl="0">
              <a:spcBef>
                <a:spcPts val="0"/>
              </a:spcBef>
              <a:spcAft>
                <a:spcPts val="0"/>
              </a:spcAft>
              <a:buClr>
                <a:schemeClr val="dk2"/>
              </a:buClr>
              <a:buSzPts val="2500"/>
              <a:buChar char="-"/>
            </a:pPr>
            <a:r>
              <a:rPr lang="en" sz="2500">
                <a:solidFill>
                  <a:schemeClr val="dk2"/>
                </a:solidFill>
              </a:rPr>
              <a:t>Mutable</a:t>
            </a:r>
            <a:endParaRPr sz="2500">
              <a:solidFill>
                <a:schemeClr val="dk2"/>
              </a:solidFill>
            </a:endParaRPr>
          </a:p>
          <a:p>
            <a:pPr marL="457200" lvl="0" indent="-387350" algn="l" rtl="0">
              <a:spcBef>
                <a:spcPts val="0"/>
              </a:spcBef>
              <a:spcAft>
                <a:spcPts val="0"/>
              </a:spcAft>
              <a:buClr>
                <a:schemeClr val="dk2"/>
              </a:buClr>
              <a:buSzPts val="2500"/>
              <a:buChar char="-"/>
            </a:pPr>
            <a:r>
              <a:rPr lang="en" sz="2500">
                <a:solidFill>
                  <a:schemeClr val="dk2"/>
                </a:solidFill>
              </a:rPr>
              <a:t>Copied by reference</a:t>
            </a:r>
            <a:endParaRPr sz="2500">
              <a:solidFill>
                <a:schemeClr val="dk2"/>
              </a:solidFill>
            </a:endParaRPr>
          </a:p>
        </p:txBody>
      </p:sp>
      <p:sp>
        <p:nvSpPr>
          <p:cNvPr id="640" name="Google Shape;640;p55"/>
          <p:cNvSpPr txBox="1">
            <a:spLocks noGrp="1"/>
          </p:cNvSpPr>
          <p:nvPr>
            <p:ph type="subTitle" idx="2"/>
          </p:nvPr>
        </p:nvSpPr>
        <p:spPr>
          <a:xfrm>
            <a:off x="2240150" y="1426265"/>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a:t>Primitive</a:t>
            </a:r>
            <a:endParaRPr sz="3000"/>
          </a:p>
          <a:p>
            <a:pPr marL="457200" lvl="0" indent="-387350" algn="l" rtl="0">
              <a:spcBef>
                <a:spcPts val="0"/>
              </a:spcBef>
              <a:spcAft>
                <a:spcPts val="0"/>
              </a:spcAft>
              <a:buClr>
                <a:schemeClr val="dk2"/>
              </a:buClr>
              <a:buSzPts val="2500"/>
              <a:buChar char="-"/>
            </a:pPr>
            <a:r>
              <a:rPr lang="en" sz="2500">
                <a:solidFill>
                  <a:schemeClr val="dk2"/>
                </a:solidFill>
              </a:rPr>
              <a:t>Immutable</a:t>
            </a:r>
            <a:endParaRPr sz="2500">
              <a:solidFill>
                <a:schemeClr val="dk2"/>
              </a:solidFill>
            </a:endParaRPr>
          </a:p>
          <a:p>
            <a:pPr marL="457200" lvl="0" indent="-387350" algn="l" rtl="0">
              <a:spcBef>
                <a:spcPts val="0"/>
              </a:spcBef>
              <a:spcAft>
                <a:spcPts val="0"/>
              </a:spcAft>
              <a:buClr>
                <a:schemeClr val="dk2"/>
              </a:buClr>
              <a:buSzPts val="2500"/>
              <a:buChar char="-"/>
            </a:pPr>
            <a:r>
              <a:rPr lang="en" sz="2500">
                <a:solidFill>
                  <a:schemeClr val="dk2"/>
                </a:solidFill>
              </a:rPr>
              <a:t>Copied by value</a:t>
            </a:r>
            <a:endParaRPr sz="2500">
              <a:solidFill>
                <a:schemeClr val="dk2"/>
              </a:solidFill>
            </a:endParaRPr>
          </a:p>
        </p:txBody>
      </p:sp>
      <p:sp>
        <p:nvSpPr>
          <p:cNvPr id="641" name="Google Shape;641;p55"/>
          <p:cNvSpPr txBox="1">
            <a:spLocks noGrp="1"/>
          </p:cNvSpPr>
          <p:nvPr>
            <p:ph type="title"/>
          </p:nvPr>
        </p:nvSpPr>
        <p:spPr>
          <a:xfrm>
            <a:off x="1143250" y="621250"/>
            <a:ext cx="62343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Two categories of data types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645"/>
        <p:cNvGrpSpPr/>
        <p:nvPr/>
      </p:nvGrpSpPr>
      <p:grpSpPr>
        <a:xfrm>
          <a:off x="0" y="0"/>
          <a:ext cx="0" cy="0"/>
          <a:chOff x="0" y="0"/>
          <a:chExt cx="0" cy="0"/>
        </a:xfrm>
      </p:grpSpPr>
      <p:sp>
        <p:nvSpPr>
          <p:cNvPr id="646" name="Google Shape;646;p56"/>
          <p:cNvSpPr txBox="1">
            <a:spLocks noGrp="1"/>
          </p:cNvSpPr>
          <p:nvPr>
            <p:ph type="subTitle" idx="1"/>
          </p:nvPr>
        </p:nvSpPr>
        <p:spPr>
          <a:xfrm>
            <a:off x="1679425" y="1485223"/>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Text/character values</a:t>
            </a:r>
            <a:endParaRPr/>
          </a:p>
        </p:txBody>
      </p:sp>
      <p:sp>
        <p:nvSpPr>
          <p:cNvPr id="647" name="Google Shape;647;p56"/>
          <p:cNvSpPr txBox="1">
            <a:spLocks noGrp="1"/>
          </p:cNvSpPr>
          <p:nvPr>
            <p:ph type="subTitle" idx="2"/>
          </p:nvPr>
        </p:nvSpPr>
        <p:spPr>
          <a:xfrm>
            <a:off x="1679425" y="11389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string </a:t>
            </a:r>
            <a:endParaRPr/>
          </a:p>
        </p:txBody>
      </p:sp>
      <p:sp>
        <p:nvSpPr>
          <p:cNvPr id="648" name="Google Shape;648;p56"/>
          <p:cNvSpPr txBox="1">
            <a:spLocks noGrp="1"/>
          </p:cNvSpPr>
          <p:nvPr>
            <p:ph type="subTitle" idx="3"/>
          </p:nvPr>
        </p:nvSpPr>
        <p:spPr>
          <a:xfrm>
            <a:off x="2688674" y="3109525"/>
            <a:ext cx="27261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Values too large to be number data type</a:t>
            </a:r>
            <a:endParaRPr/>
          </a:p>
        </p:txBody>
      </p:sp>
      <p:sp>
        <p:nvSpPr>
          <p:cNvPr id="649" name="Google Shape;649;p56"/>
          <p:cNvSpPr txBox="1">
            <a:spLocks noGrp="1"/>
          </p:cNvSpPr>
          <p:nvPr>
            <p:ph type="subTitle" idx="4"/>
          </p:nvPr>
        </p:nvSpPr>
        <p:spPr>
          <a:xfrm>
            <a:off x="3073511" y="37764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Symbol</a:t>
            </a:r>
            <a:endParaRPr/>
          </a:p>
        </p:txBody>
      </p:sp>
      <p:sp>
        <p:nvSpPr>
          <p:cNvPr id="650" name="Google Shape;650;p56"/>
          <p:cNvSpPr txBox="1">
            <a:spLocks noGrp="1"/>
          </p:cNvSpPr>
          <p:nvPr>
            <p:ph type="subTitle" idx="5"/>
          </p:nvPr>
        </p:nvSpPr>
        <p:spPr>
          <a:xfrm>
            <a:off x="4994100" y="1495088"/>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true/false value</a:t>
            </a:r>
            <a:endParaRPr/>
          </a:p>
        </p:txBody>
      </p:sp>
      <p:sp>
        <p:nvSpPr>
          <p:cNvPr id="651" name="Google Shape;651;p56"/>
          <p:cNvSpPr txBox="1">
            <a:spLocks noGrp="1"/>
          </p:cNvSpPr>
          <p:nvPr>
            <p:ph type="subTitle" idx="6"/>
          </p:nvPr>
        </p:nvSpPr>
        <p:spPr>
          <a:xfrm>
            <a:off x="4994100" y="1181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boolean</a:t>
            </a:r>
            <a:endParaRPr/>
          </a:p>
        </p:txBody>
      </p:sp>
      <p:sp>
        <p:nvSpPr>
          <p:cNvPr id="652" name="Google Shape;652;p56"/>
          <p:cNvSpPr txBox="1">
            <a:spLocks noGrp="1"/>
          </p:cNvSpPr>
          <p:nvPr>
            <p:ph type="subTitle" idx="7"/>
          </p:nvPr>
        </p:nvSpPr>
        <p:spPr>
          <a:xfrm>
            <a:off x="2099975" y="2261825"/>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Numeric values</a:t>
            </a:r>
            <a:endParaRPr/>
          </a:p>
        </p:txBody>
      </p:sp>
      <p:sp>
        <p:nvSpPr>
          <p:cNvPr id="653" name="Google Shape;653;p56"/>
          <p:cNvSpPr txBox="1">
            <a:spLocks noGrp="1"/>
          </p:cNvSpPr>
          <p:nvPr>
            <p:ph type="subTitle" idx="8"/>
          </p:nvPr>
        </p:nvSpPr>
        <p:spPr>
          <a:xfrm>
            <a:off x="2099975" y="19261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number</a:t>
            </a:r>
            <a:endParaRPr/>
          </a:p>
        </p:txBody>
      </p:sp>
      <p:sp>
        <p:nvSpPr>
          <p:cNvPr id="654" name="Google Shape;654;p56"/>
          <p:cNvSpPr txBox="1">
            <a:spLocks noGrp="1"/>
          </p:cNvSpPr>
          <p:nvPr>
            <p:ph type="subTitle" idx="9"/>
          </p:nvPr>
        </p:nvSpPr>
        <p:spPr>
          <a:xfrm>
            <a:off x="5414775" y="2271125"/>
            <a:ext cx="28035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No value or empty value</a:t>
            </a:r>
            <a:endParaRPr/>
          </a:p>
        </p:txBody>
      </p:sp>
      <p:sp>
        <p:nvSpPr>
          <p:cNvPr id="655" name="Google Shape;655;p56"/>
          <p:cNvSpPr txBox="1">
            <a:spLocks noGrp="1"/>
          </p:cNvSpPr>
          <p:nvPr>
            <p:ph type="subTitle" idx="13"/>
          </p:nvPr>
        </p:nvSpPr>
        <p:spPr>
          <a:xfrm>
            <a:off x="5414775" y="2001036"/>
            <a:ext cx="2508900" cy="27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null</a:t>
            </a:r>
            <a:endParaRPr/>
          </a:p>
        </p:txBody>
      </p:sp>
      <p:sp>
        <p:nvSpPr>
          <p:cNvPr id="656" name="Google Shape;656;p56"/>
          <p:cNvSpPr txBox="1">
            <a:spLocks noGrp="1"/>
          </p:cNvSpPr>
          <p:nvPr>
            <p:ph type="subTitle" idx="14"/>
          </p:nvPr>
        </p:nvSpPr>
        <p:spPr>
          <a:xfrm>
            <a:off x="5846735" y="310951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Not assigned a value</a:t>
            </a:r>
            <a:endParaRPr/>
          </a:p>
        </p:txBody>
      </p:sp>
      <p:sp>
        <p:nvSpPr>
          <p:cNvPr id="657" name="Google Shape;657;p56"/>
          <p:cNvSpPr txBox="1">
            <a:spLocks noGrp="1"/>
          </p:cNvSpPr>
          <p:nvPr>
            <p:ph type="subTitle" idx="15"/>
          </p:nvPr>
        </p:nvSpPr>
        <p:spPr>
          <a:xfrm>
            <a:off x="5846736" y="27613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undefined </a:t>
            </a:r>
            <a:endParaRPr/>
          </a:p>
        </p:txBody>
      </p:sp>
      <p:sp>
        <p:nvSpPr>
          <p:cNvPr id="658" name="Google Shape;658;p56"/>
          <p:cNvSpPr txBox="1">
            <a:spLocks noGrp="1"/>
          </p:cNvSpPr>
          <p:nvPr>
            <p:ph type="title"/>
          </p:nvPr>
        </p:nvSpPr>
        <p:spPr>
          <a:xfrm>
            <a:off x="1143250" y="4875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7 Primitive Data Types</a:t>
            </a:r>
            <a:endParaRPr/>
          </a:p>
        </p:txBody>
      </p:sp>
      <p:sp>
        <p:nvSpPr>
          <p:cNvPr id="659" name="Google Shape;659;p56"/>
          <p:cNvSpPr txBox="1">
            <a:spLocks noGrp="1"/>
          </p:cNvSpPr>
          <p:nvPr>
            <p:ph type="subTitle" idx="4"/>
          </p:nvPr>
        </p:nvSpPr>
        <p:spPr>
          <a:xfrm>
            <a:off x="2688686" y="27835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BigInt</a:t>
            </a:r>
            <a:endParaRPr/>
          </a:p>
        </p:txBody>
      </p:sp>
      <p:sp>
        <p:nvSpPr>
          <p:cNvPr id="660" name="Google Shape;660;p56"/>
          <p:cNvSpPr txBox="1">
            <a:spLocks noGrp="1"/>
          </p:cNvSpPr>
          <p:nvPr>
            <p:ph type="subTitle" idx="4"/>
          </p:nvPr>
        </p:nvSpPr>
        <p:spPr>
          <a:xfrm>
            <a:off x="3225900" y="41449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For unique values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664"/>
        <p:cNvGrpSpPr/>
        <p:nvPr/>
      </p:nvGrpSpPr>
      <p:grpSpPr>
        <a:xfrm>
          <a:off x="0" y="0"/>
          <a:ext cx="0" cy="0"/>
          <a:chOff x="0" y="0"/>
          <a:chExt cx="0" cy="0"/>
        </a:xfrm>
      </p:grpSpPr>
      <p:sp>
        <p:nvSpPr>
          <p:cNvPr id="665" name="Google Shape;665;p57"/>
          <p:cNvSpPr txBox="1">
            <a:spLocks noGrp="1"/>
          </p:cNvSpPr>
          <p:nvPr>
            <p:ph type="subTitle" idx="1"/>
          </p:nvPr>
        </p:nvSpPr>
        <p:spPr>
          <a:xfrm>
            <a:off x="2713950" y="1779350"/>
            <a:ext cx="5010300" cy="1320300"/>
          </a:xfrm>
          <a:prstGeom prst="rect">
            <a:avLst/>
          </a:prstGeom>
        </p:spPr>
        <p:txBody>
          <a:bodyPr spcFirstLastPara="1" wrap="square" lIns="91425" tIns="91425" rIns="91425" bIns="91425" anchor="ctr" anchorCtr="0">
            <a:noAutofit/>
          </a:bodyPr>
          <a:lstStyle/>
          <a:p>
            <a:pPr marL="457200" lvl="0" indent="-387350" algn="l" rtl="0">
              <a:spcBef>
                <a:spcPts val="0"/>
              </a:spcBef>
              <a:spcAft>
                <a:spcPts val="0"/>
              </a:spcAft>
              <a:buSzPts val="2500"/>
              <a:buChar char="-"/>
            </a:pPr>
            <a:r>
              <a:rPr lang="en" sz="2500"/>
              <a:t>Includes Arrays, Functions and Regular Expressions</a:t>
            </a:r>
            <a:endParaRPr sz="2500"/>
          </a:p>
        </p:txBody>
      </p:sp>
      <p:sp>
        <p:nvSpPr>
          <p:cNvPr id="666" name="Google Shape;666;p57"/>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a:t>Object</a:t>
            </a:r>
            <a:endParaRPr sz="3000"/>
          </a:p>
        </p:txBody>
      </p:sp>
      <p:sp>
        <p:nvSpPr>
          <p:cNvPr id="667" name="Google Shape;667;p5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Non-primitive data types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string</a:t>
            </a:r>
            <a:endParaRPr/>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Stores sequences of characters enclosed in single quotes (</a:t>
            </a:r>
            <a:r>
              <a:rPr lang="en" sz="2000">
                <a:solidFill>
                  <a:srgbClr val="F2F2F2"/>
                </a:solidFill>
              </a:rPr>
              <a:t>‘</a:t>
            </a:r>
            <a:r>
              <a:rPr lang="en" sz="2000"/>
              <a:t>), double quotes (</a:t>
            </a:r>
            <a:r>
              <a:rPr lang="en" sz="2000">
                <a:solidFill>
                  <a:srgbClr val="F2F2F2"/>
                </a:solidFill>
              </a:rPr>
              <a:t>“</a:t>
            </a:r>
            <a:r>
              <a:rPr lang="en" sz="2000"/>
              <a:t>) or backticks (</a:t>
            </a:r>
            <a:r>
              <a:rPr lang="en" sz="2000">
                <a:solidFill>
                  <a:srgbClr val="F2F2F2"/>
                </a:solidFill>
              </a:rPr>
              <a:t>`</a:t>
            </a:r>
            <a:r>
              <a:rPr lang="en" sz="2000"/>
              <a:t>)</a:t>
            </a:r>
            <a:endParaRPr sz="2000"/>
          </a:p>
          <a:p>
            <a:pPr marL="457200" lvl="0" indent="-342900" algn="l" rtl="0">
              <a:spcBef>
                <a:spcPts val="1200"/>
              </a:spcBef>
              <a:spcAft>
                <a:spcPts val="0"/>
              </a:spcAft>
              <a:buSzPts val="1800"/>
              <a:buChar char="-"/>
            </a:pPr>
            <a:r>
              <a:rPr lang="en" sz="1800"/>
              <a:t>Problem with using single quotes - you can’t then use single quotes as an apostrophe without ‘escaping’ it</a:t>
            </a:r>
            <a:endParaRPr sz="1800"/>
          </a:p>
          <a:p>
            <a:pPr marL="914400" lvl="1" indent="-330200" algn="l" rtl="0">
              <a:spcBef>
                <a:spcPts val="1000"/>
              </a:spcBef>
              <a:spcAft>
                <a:spcPts val="0"/>
              </a:spcAft>
              <a:buSzPts val="1600"/>
              <a:buChar char="-"/>
            </a:pPr>
            <a:r>
              <a:rPr lang="en" sz="1600"/>
              <a:t>Will end string prematurely and cause error</a:t>
            </a:r>
            <a:endParaRPr sz="1600"/>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Escape character (string)</a:t>
            </a:r>
            <a:endParaRPr/>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0"/>
              </a:spcAft>
              <a:buSzPts val="1700"/>
              <a:buChar char="-"/>
            </a:pPr>
            <a:r>
              <a:rPr lang="en" sz="1700"/>
              <a:t>Escaping a character is done using a backslash (</a:t>
            </a:r>
            <a:r>
              <a:rPr lang="en" sz="1700">
                <a:solidFill>
                  <a:srgbClr val="F2F2F2"/>
                </a:solidFill>
              </a:rPr>
              <a:t>\</a:t>
            </a:r>
            <a:r>
              <a:rPr lang="en" sz="1700"/>
              <a:t>)</a:t>
            </a:r>
            <a:endParaRPr sz="1700"/>
          </a:p>
          <a:p>
            <a:pPr marL="457200" lvl="0" indent="-336550" algn="l" rtl="0">
              <a:spcBef>
                <a:spcPts val="0"/>
              </a:spcBef>
              <a:spcAft>
                <a:spcPts val="0"/>
              </a:spcAft>
              <a:buSzPts val="1700"/>
              <a:buChar char="-"/>
            </a:pPr>
            <a:r>
              <a:rPr lang="en" sz="1700"/>
              <a:t>Used with special characters in a string so they are taken as the literal character rather than as a special character</a:t>
            </a:r>
            <a:endParaRPr sz="1700"/>
          </a:p>
          <a:p>
            <a:pPr marL="457200" lvl="0" indent="-336550" algn="l" rtl="0">
              <a:spcBef>
                <a:spcPts val="0"/>
              </a:spcBef>
              <a:spcAft>
                <a:spcPts val="0"/>
              </a:spcAft>
              <a:buSzPts val="1700"/>
              <a:buChar char="-"/>
            </a:pPr>
            <a:r>
              <a:rPr lang="en" sz="1700"/>
              <a:t>Backslash also used with certain characters to do specific things with strings</a:t>
            </a:r>
            <a:endParaRPr sz="1700"/>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683"/>
        <p:cNvGrpSpPr/>
        <p:nvPr/>
      </p:nvGrpSpPr>
      <p:grpSpPr>
        <a:xfrm>
          <a:off x="0" y="0"/>
          <a:ext cx="0" cy="0"/>
          <a:chOff x="0" y="0"/>
          <a:chExt cx="0" cy="0"/>
        </a:xfrm>
      </p:grpSpPr>
      <p:sp>
        <p:nvSpPr>
          <p:cNvPr id="684" name="Google Shape;684;p6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Escape character (string)</a:t>
            </a:r>
            <a:endParaRPr/>
          </a:p>
        </p:txBody>
      </p:sp>
      <p:sp>
        <p:nvSpPr>
          <p:cNvPr id="685" name="Google Shape;685;p6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endParaRPr/>
          </a:p>
        </p:txBody>
      </p:sp>
      <p:pic>
        <p:nvPicPr>
          <p:cNvPr id="686" name="Google Shape;686;p60"/>
          <p:cNvPicPr preferRelativeResize="0"/>
          <p:nvPr/>
        </p:nvPicPr>
        <p:blipFill>
          <a:blip r:embed="rId3">
            <a:alphaModFix/>
          </a:blip>
          <a:stretch>
            <a:fillRect/>
          </a:stretch>
        </p:blipFill>
        <p:spPr>
          <a:xfrm>
            <a:off x="2733925" y="1229437"/>
            <a:ext cx="4109251" cy="3083874"/>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690"/>
        <p:cNvGrpSpPr/>
        <p:nvPr/>
      </p:nvGrpSpPr>
      <p:grpSpPr>
        <a:xfrm>
          <a:off x="0" y="0"/>
          <a:ext cx="0" cy="0"/>
          <a:chOff x="0" y="0"/>
          <a:chExt cx="0" cy="0"/>
        </a:xfrm>
      </p:grpSpPr>
      <p:sp>
        <p:nvSpPr>
          <p:cNvPr id="691" name="Google Shape;691;p6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Newline character (string)</a:t>
            </a:r>
            <a:endParaRPr/>
          </a:p>
        </p:txBody>
      </p:sp>
      <p:sp>
        <p:nvSpPr>
          <p:cNvPr id="692" name="Google Shape;692;p6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700"/>
              <a:t>Break up code lines within strings with the newline character (</a:t>
            </a:r>
            <a:r>
              <a:rPr lang="en" sz="1700">
                <a:solidFill>
                  <a:srgbClr val="F2F2F2"/>
                </a:solidFill>
              </a:rPr>
              <a:t>\n</a:t>
            </a:r>
            <a:r>
              <a:rPr lang="en" sz="1700"/>
              <a:t>)</a:t>
            </a:r>
            <a:endParaRPr sz="1700"/>
          </a:p>
          <a:p>
            <a:pPr marL="0" lvl="0" indent="0" algn="l" rtl="0">
              <a:spcBef>
                <a:spcPts val="1200"/>
              </a:spcBef>
              <a:spcAft>
                <a:spcPts val="0"/>
              </a:spcAft>
              <a:buNone/>
            </a:pPr>
            <a:endParaRPr sz="1700"/>
          </a:p>
          <a:p>
            <a:pPr marL="0" lvl="0" indent="0" algn="l" rtl="0">
              <a:spcBef>
                <a:spcPts val="1200"/>
              </a:spcBef>
              <a:spcAft>
                <a:spcPts val="1200"/>
              </a:spcAft>
              <a:buNone/>
            </a:pPr>
            <a:r>
              <a:rPr lang="en" sz="1700"/>
              <a:t>let haiku = “Oh my aching back</a:t>
            </a:r>
            <a:r>
              <a:rPr lang="en" sz="1700">
                <a:solidFill>
                  <a:srgbClr val="F2F2F2"/>
                </a:solidFill>
              </a:rPr>
              <a:t>\n</a:t>
            </a:r>
            <a:r>
              <a:rPr lang="en" sz="1700"/>
              <a:t> might as well claim workers comp</a:t>
            </a:r>
            <a:r>
              <a:rPr lang="en" sz="1700">
                <a:solidFill>
                  <a:srgbClr val="F2F2F2"/>
                </a:solidFill>
              </a:rPr>
              <a:t>\n</a:t>
            </a:r>
            <a:r>
              <a:rPr lang="en" sz="1700"/>
              <a:t> it’s thrown out again”;</a:t>
            </a:r>
            <a:endParaRPr sz="1700"/>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696"/>
        <p:cNvGrpSpPr/>
        <p:nvPr/>
      </p:nvGrpSpPr>
      <p:grpSpPr>
        <a:xfrm>
          <a:off x="0" y="0"/>
          <a:ext cx="0" cy="0"/>
          <a:chOff x="0" y="0"/>
          <a:chExt cx="0" cy="0"/>
        </a:xfrm>
      </p:grpSpPr>
      <p:sp>
        <p:nvSpPr>
          <p:cNvPr id="697" name="Google Shape;697;p6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Concatenation (string)</a:t>
            </a:r>
            <a:endParaRPr/>
          </a:p>
        </p:txBody>
      </p:sp>
      <p:sp>
        <p:nvSpPr>
          <p:cNvPr id="698" name="Google Shape;698;p6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0"/>
              </a:spcAft>
              <a:buSzPts val="1700"/>
              <a:buChar char="-"/>
            </a:pPr>
            <a:r>
              <a:rPr lang="en" sz="1700"/>
              <a:t>Use plus sign (+) to put two or more strings together, along with variable or numbers to go with the strings</a:t>
            </a:r>
            <a:endParaRPr sz="1700"/>
          </a:p>
          <a:p>
            <a:pPr marL="457200" lvl="0" indent="-336550" algn="l" rtl="0">
              <a:spcBef>
                <a:spcPts val="1000"/>
              </a:spcBef>
              <a:spcAft>
                <a:spcPts val="0"/>
              </a:spcAft>
              <a:buSzPts val="1700"/>
              <a:buChar char="-"/>
            </a:pPr>
            <a:r>
              <a:rPr lang="en" sz="1700"/>
              <a:t>Hint - don’t forget spaces</a:t>
            </a:r>
            <a:endParaRPr sz="1700"/>
          </a:p>
          <a:p>
            <a:pPr marL="914400" lvl="0" indent="-317500" algn="l" rtl="0">
              <a:spcBef>
                <a:spcPts val="1000"/>
              </a:spcBef>
              <a:spcAft>
                <a:spcPts val="1000"/>
              </a:spcAft>
              <a:buSzPts val="1400"/>
              <a:buChar char="-"/>
            </a:pPr>
            <a:r>
              <a:rPr lang="en" sz="1400"/>
              <a:t>// Concatenation</a:t>
            </a:r>
            <a:br>
              <a:rPr lang="en" sz="1400"/>
            </a:br>
            <a:r>
              <a:rPr lang="en" sz="1400"/>
              <a:t>let numOfStudents = 23;</a:t>
            </a:r>
            <a:br>
              <a:rPr lang="en" sz="1400"/>
            </a:br>
            <a:r>
              <a:rPr lang="en" sz="1400"/>
              <a:t>console.log(“There are “ + numOfStudents + “ students in my class.”);</a:t>
            </a:r>
            <a:br>
              <a:rPr lang="en" sz="1400"/>
            </a:br>
            <a:r>
              <a:rPr lang="en" sz="1400"/>
              <a:t>// There are 23 students in my class.</a:t>
            </a:r>
            <a:endParaRPr sz="1700"/>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702"/>
        <p:cNvGrpSpPr/>
        <p:nvPr/>
      </p:nvGrpSpPr>
      <p:grpSpPr>
        <a:xfrm>
          <a:off x="0" y="0"/>
          <a:ext cx="0" cy="0"/>
          <a:chOff x="0" y="0"/>
          <a:chExt cx="0" cy="0"/>
        </a:xfrm>
      </p:grpSpPr>
      <p:sp>
        <p:nvSpPr>
          <p:cNvPr id="703" name="Google Shape;703;p6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Template literals (string)</a:t>
            </a:r>
            <a:endParaRPr/>
          </a:p>
        </p:txBody>
      </p:sp>
      <p:sp>
        <p:nvSpPr>
          <p:cNvPr id="704" name="Google Shape;704;p6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0"/>
              </a:spcAft>
              <a:buSzPts val="1700"/>
              <a:buChar char="-"/>
            </a:pPr>
            <a:r>
              <a:rPr lang="en" sz="1700"/>
              <a:t>Done using backticks (</a:t>
            </a:r>
            <a:r>
              <a:rPr lang="en" sz="1700">
                <a:solidFill>
                  <a:srgbClr val="F2F2F2"/>
                </a:solidFill>
              </a:rPr>
              <a:t>`</a:t>
            </a:r>
            <a:r>
              <a:rPr lang="en" sz="1700"/>
              <a:t>)</a:t>
            </a:r>
            <a:endParaRPr sz="1700"/>
          </a:p>
          <a:p>
            <a:pPr marL="457200" lvl="0" indent="-336550" algn="l" rtl="0">
              <a:spcBef>
                <a:spcPts val="0"/>
              </a:spcBef>
              <a:spcAft>
                <a:spcPts val="0"/>
              </a:spcAft>
              <a:buSzPts val="1700"/>
              <a:buChar char="-"/>
            </a:pPr>
            <a:r>
              <a:rPr lang="en" sz="1700"/>
              <a:t>Allow you to put whole string together, including variables, instead of breaking string up and concatenating</a:t>
            </a:r>
            <a:endParaRPr sz="1700"/>
          </a:p>
          <a:p>
            <a:pPr marL="457200" lvl="0" indent="-336550" algn="l" rtl="0">
              <a:spcBef>
                <a:spcPts val="0"/>
              </a:spcBef>
              <a:spcAft>
                <a:spcPts val="0"/>
              </a:spcAft>
              <a:buSzPts val="1700"/>
              <a:buChar char="-"/>
            </a:pPr>
            <a:r>
              <a:rPr lang="en" sz="1700"/>
              <a:t>Variables are included by putting variable in curly braces </a:t>
            </a:r>
            <a:r>
              <a:rPr lang="en" sz="1700">
                <a:solidFill>
                  <a:srgbClr val="F2F2F2"/>
                </a:solidFill>
              </a:rPr>
              <a:t>{}</a:t>
            </a:r>
            <a:r>
              <a:rPr lang="en" sz="1700"/>
              <a:t> and prefixing the braces with a dollar sign (</a:t>
            </a:r>
            <a:r>
              <a:rPr lang="en" sz="1700">
                <a:solidFill>
                  <a:srgbClr val="F2F2F2"/>
                </a:solidFill>
              </a:rPr>
              <a:t>$</a:t>
            </a:r>
            <a:r>
              <a:rPr lang="en" sz="1700"/>
              <a:t>)</a:t>
            </a:r>
            <a:endParaRPr sz="1700"/>
          </a:p>
          <a:p>
            <a:pPr marL="914400" lvl="1" indent="-317500" algn="l" rtl="0">
              <a:spcBef>
                <a:spcPts val="0"/>
              </a:spcBef>
              <a:spcAft>
                <a:spcPts val="0"/>
              </a:spcAft>
              <a:buSzPts val="1400"/>
              <a:buChar char="-"/>
            </a:pPr>
            <a:r>
              <a:rPr lang="en"/>
              <a:t>// Template literal</a:t>
            </a:r>
            <a:br>
              <a:rPr lang="en"/>
            </a:br>
            <a:r>
              <a:rPr lang="en"/>
              <a:t>console.log(`There are ${numOfStudents} students in my class.`);</a:t>
            </a:r>
            <a:br>
              <a:rPr lang="en"/>
            </a:br>
            <a:r>
              <a:rPr lang="en"/>
              <a:t>// There are 23 students in my class.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708"/>
        <p:cNvGrpSpPr/>
        <p:nvPr/>
      </p:nvGrpSpPr>
      <p:grpSpPr>
        <a:xfrm>
          <a:off x="0" y="0"/>
          <a:ext cx="0" cy="0"/>
          <a:chOff x="0" y="0"/>
          <a:chExt cx="0" cy="0"/>
        </a:xfrm>
      </p:grpSpPr>
      <p:sp>
        <p:nvSpPr>
          <p:cNvPr id="709" name="Google Shape;709;p6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number</a:t>
            </a:r>
            <a:endParaRPr/>
          </a:p>
        </p:txBody>
      </p:sp>
      <p:sp>
        <p:nvSpPr>
          <p:cNvPr id="710" name="Google Shape;710;p6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Handles any numerical value</a:t>
            </a:r>
            <a:endParaRPr sz="2000"/>
          </a:p>
          <a:p>
            <a:pPr marL="457200" lvl="0" indent="-342900" algn="l" rtl="0">
              <a:spcBef>
                <a:spcPts val="1200"/>
              </a:spcBef>
              <a:spcAft>
                <a:spcPts val="0"/>
              </a:spcAft>
              <a:buSzPts val="1800"/>
              <a:buChar char="-"/>
            </a:pPr>
            <a:r>
              <a:rPr lang="en" sz="1800"/>
              <a:t>Doesn’t differentiate between integers and floats (other languages do)</a:t>
            </a:r>
            <a:endParaRPr sz="1800"/>
          </a:p>
          <a:p>
            <a:pPr marL="457200" lvl="0" indent="-342900" algn="l" rtl="0">
              <a:spcBef>
                <a:spcPts val="1000"/>
              </a:spcBef>
              <a:spcAft>
                <a:spcPts val="0"/>
              </a:spcAft>
              <a:buSzPts val="1800"/>
              <a:buChar char="-"/>
            </a:pPr>
            <a:r>
              <a:rPr lang="en" sz="1800"/>
              <a:t>Integers - numbers without decimals (15, -12, 0)</a:t>
            </a:r>
            <a:endParaRPr sz="1800"/>
          </a:p>
          <a:p>
            <a:pPr marL="457200" lvl="0" indent="-342900" algn="l" rtl="0">
              <a:spcBef>
                <a:spcPts val="1000"/>
              </a:spcBef>
              <a:spcAft>
                <a:spcPts val="0"/>
              </a:spcAft>
              <a:buSzPts val="1800"/>
              <a:buChar char="-"/>
            </a:pPr>
            <a:r>
              <a:rPr lang="en" sz="1800"/>
              <a:t>Floats - numbers with decimals (42.05, -26.00007)</a:t>
            </a:r>
            <a:endParaRPr sz="1800"/>
          </a:p>
          <a:p>
            <a:pPr marL="0" lvl="0" indent="0" algn="l" rtl="0">
              <a:spcBef>
                <a:spcPts val="1200"/>
              </a:spcBef>
              <a:spcAft>
                <a:spcPts val="1200"/>
              </a:spcAft>
              <a:buNone/>
            </a:pPr>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714"/>
        <p:cNvGrpSpPr/>
        <p:nvPr/>
      </p:nvGrpSpPr>
      <p:grpSpPr>
        <a:xfrm>
          <a:off x="0" y="0"/>
          <a:ext cx="0" cy="0"/>
          <a:chOff x="0" y="0"/>
          <a:chExt cx="0" cy="0"/>
        </a:xfrm>
      </p:grpSpPr>
      <p:sp>
        <p:nvSpPr>
          <p:cNvPr id="715" name="Google Shape;715;p6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number (cont’d)</a:t>
            </a:r>
            <a:endParaRPr/>
          </a:p>
        </p:txBody>
      </p:sp>
      <p:sp>
        <p:nvSpPr>
          <p:cNvPr id="716" name="Google Shape;716;p6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Numbers are fixed as 64-bit values</a:t>
            </a:r>
            <a:endParaRPr sz="2000"/>
          </a:p>
          <a:p>
            <a:pPr marL="457200" lvl="0" indent="-330200" algn="l" rtl="0">
              <a:spcBef>
                <a:spcPts val="1200"/>
              </a:spcBef>
              <a:spcAft>
                <a:spcPts val="0"/>
              </a:spcAft>
              <a:buSzPts val="1600"/>
              <a:buChar char="-"/>
            </a:pPr>
            <a:r>
              <a:rPr lang="en" sz="1600"/>
              <a:t>Referred to as 64-bit floating point</a:t>
            </a:r>
            <a:endParaRPr sz="1600"/>
          </a:p>
          <a:p>
            <a:pPr marL="457200" lvl="0" indent="-330200" algn="l" rtl="0">
              <a:spcBef>
                <a:spcPts val="1000"/>
              </a:spcBef>
              <a:spcAft>
                <a:spcPts val="0"/>
              </a:spcAft>
              <a:buSzPts val="1600"/>
              <a:buChar char="-"/>
            </a:pPr>
            <a:r>
              <a:rPr lang="en" sz="1600"/>
              <a:t>Means they can represent 2^64 different numbers (18 quintillion - 18 zeros)</a:t>
            </a:r>
            <a:endParaRPr sz="1600"/>
          </a:p>
          <a:p>
            <a:pPr marL="457200" lvl="0" indent="-330200" algn="l" rtl="0">
              <a:spcBef>
                <a:spcPts val="1000"/>
              </a:spcBef>
              <a:spcAft>
                <a:spcPts val="0"/>
              </a:spcAft>
              <a:buSzPts val="1600"/>
              <a:buChar char="-"/>
            </a:pPr>
            <a:r>
              <a:rPr lang="en" sz="1600"/>
              <a:t>One bit has to represent sign (negative or positive)</a:t>
            </a:r>
            <a:endParaRPr sz="1600"/>
          </a:p>
          <a:p>
            <a:pPr marL="457200" lvl="0" indent="-330200" algn="l" rtl="0">
              <a:spcBef>
                <a:spcPts val="1000"/>
              </a:spcBef>
              <a:spcAft>
                <a:spcPts val="0"/>
              </a:spcAft>
              <a:buSzPts val="1600"/>
              <a:buChar char="-"/>
            </a:pPr>
            <a:r>
              <a:rPr lang="en" sz="1600"/>
              <a:t>Eleven bits have to store exponent</a:t>
            </a:r>
            <a:endParaRPr sz="1600"/>
          </a:p>
          <a:p>
            <a:pPr marL="457200" lvl="0" indent="-330200" algn="l" rtl="0">
              <a:spcBef>
                <a:spcPts val="1000"/>
              </a:spcBef>
              <a:spcAft>
                <a:spcPts val="1000"/>
              </a:spcAft>
              <a:buSzPts val="1600"/>
              <a:buChar char="-"/>
            </a:pPr>
            <a:r>
              <a:rPr lang="en" sz="1600"/>
              <a:t>52 bits store the number (the fraction)</a:t>
            </a:r>
            <a:endParaRPr sz="1600"/>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720"/>
        <p:cNvGrpSpPr/>
        <p:nvPr/>
      </p:nvGrpSpPr>
      <p:grpSpPr>
        <a:xfrm>
          <a:off x="0" y="0"/>
          <a:ext cx="0" cy="0"/>
          <a:chOff x="0" y="0"/>
          <a:chExt cx="0" cy="0"/>
        </a:xfrm>
      </p:grpSpPr>
      <p:sp>
        <p:nvSpPr>
          <p:cNvPr id="721" name="Google Shape;721;p6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Underscores (number)</a:t>
            </a:r>
            <a:endParaRPr/>
          </a:p>
          <a:p>
            <a:pPr marL="0" lvl="0" indent="0" algn="l" rtl="0">
              <a:spcBef>
                <a:spcPts val="0"/>
              </a:spcBef>
              <a:spcAft>
                <a:spcPts val="0"/>
              </a:spcAft>
              <a:buNone/>
            </a:pPr>
            <a:endParaRPr/>
          </a:p>
        </p:txBody>
      </p:sp>
      <p:sp>
        <p:nvSpPr>
          <p:cNvPr id="722" name="Google Shape;722;p6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Long numbers are hard to read</a:t>
            </a:r>
            <a:endParaRPr sz="2400"/>
          </a:p>
          <a:p>
            <a:pPr marL="914400" lvl="0" indent="0" algn="l" rtl="0">
              <a:spcBef>
                <a:spcPts val="1000"/>
              </a:spcBef>
              <a:spcAft>
                <a:spcPts val="0"/>
              </a:spcAft>
              <a:buNone/>
            </a:pPr>
            <a:r>
              <a:rPr lang="en" sz="2000"/>
              <a:t>8665481257</a:t>
            </a:r>
            <a:endParaRPr sz="2000"/>
          </a:p>
          <a:p>
            <a:pPr marL="0" lvl="0" indent="0" algn="l" rtl="0">
              <a:spcBef>
                <a:spcPts val="1000"/>
              </a:spcBef>
              <a:spcAft>
                <a:spcPts val="0"/>
              </a:spcAft>
              <a:buNone/>
            </a:pPr>
            <a:r>
              <a:rPr lang="en" sz="2200"/>
              <a:t>Underscores can make them easier to read without affecting the operation of the code</a:t>
            </a:r>
            <a:endParaRPr sz="2200"/>
          </a:p>
          <a:p>
            <a:pPr marL="914400" lvl="0" indent="0" algn="l" rtl="0">
              <a:spcBef>
                <a:spcPts val="1000"/>
              </a:spcBef>
              <a:spcAft>
                <a:spcPts val="0"/>
              </a:spcAft>
              <a:buNone/>
            </a:pPr>
            <a:r>
              <a:rPr lang="en" sz="2000"/>
              <a:t>8_665_481_257</a:t>
            </a:r>
            <a:endParaRPr sz="2000"/>
          </a:p>
          <a:p>
            <a:pPr marL="0" lvl="0" indent="0" algn="l" rtl="0">
              <a:spcBef>
                <a:spcPts val="1000"/>
              </a:spcBef>
              <a:spcAft>
                <a:spcPts val="1200"/>
              </a:spcAft>
              <a:buNone/>
            </a:pPr>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726"/>
        <p:cNvGrpSpPr/>
        <p:nvPr/>
      </p:nvGrpSpPr>
      <p:grpSpPr>
        <a:xfrm>
          <a:off x="0" y="0"/>
          <a:ext cx="0" cy="0"/>
          <a:chOff x="0" y="0"/>
          <a:chExt cx="0" cy="0"/>
        </a:xfrm>
      </p:grpSpPr>
      <p:sp>
        <p:nvSpPr>
          <p:cNvPr id="727" name="Google Shape;727;p6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Scientific notation (number)</a:t>
            </a:r>
            <a:endParaRPr/>
          </a:p>
          <a:p>
            <a:pPr marL="0" lvl="0" indent="0" algn="l" rtl="0">
              <a:spcBef>
                <a:spcPts val="0"/>
              </a:spcBef>
              <a:spcAft>
                <a:spcPts val="0"/>
              </a:spcAft>
              <a:buNone/>
            </a:pPr>
            <a:endParaRPr/>
          </a:p>
        </p:txBody>
      </p:sp>
      <p:sp>
        <p:nvSpPr>
          <p:cNvPr id="728" name="Google Shape;728;p6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For extremely large or small numbers, use scientific notation</a:t>
            </a:r>
            <a:endParaRPr sz="1800"/>
          </a:p>
          <a:p>
            <a:pPr marL="457200" lvl="0" indent="-342900" algn="l" rtl="0">
              <a:spcBef>
                <a:spcPts val="1200"/>
              </a:spcBef>
              <a:spcAft>
                <a:spcPts val="0"/>
              </a:spcAft>
              <a:buSzPts val="1800"/>
              <a:buChar char="-"/>
            </a:pPr>
            <a:r>
              <a:rPr lang="en" sz="1800"/>
              <a:t>add an e for exponent followed by the exponent of the number</a:t>
            </a:r>
            <a:endParaRPr sz="1800"/>
          </a:p>
          <a:p>
            <a:pPr marL="457200" lvl="0" indent="-342900" algn="l" rtl="0">
              <a:spcBef>
                <a:spcPts val="1000"/>
              </a:spcBef>
              <a:spcAft>
                <a:spcPts val="0"/>
              </a:spcAft>
              <a:buSzPts val="1800"/>
              <a:buChar char="-"/>
            </a:pPr>
            <a:r>
              <a:rPr lang="en" sz="1800"/>
              <a:t>Ex: 2.998e8 = 2.998 * 10^8 = 299,800,000</a:t>
            </a:r>
            <a:endParaRPr sz="1800"/>
          </a:p>
          <a:p>
            <a:pPr marL="0" lvl="0" indent="0" algn="l" rtl="0">
              <a:spcBef>
                <a:spcPts val="1200"/>
              </a:spcBef>
              <a:spcAft>
                <a:spcPts val="1200"/>
              </a:spcAft>
              <a:buNone/>
            </a:pPr>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732"/>
        <p:cNvGrpSpPr/>
        <p:nvPr/>
      </p:nvGrpSpPr>
      <p:grpSpPr>
        <a:xfrm>
          <a:off x="0" y="0"/>
          <a:ext cx="0" cy="0"/>
          <a:chOff x="0" y="0"/>
          <a:chExt cx="0" cy="0"/>
        </a:xfrm>
      </p:grpSpPr>
      <p:sp>
        <p:nvSpPr>
          <p:cNvPr id="733" name="Google Shape;733;p6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Integer precision (number)</a:t>
            </a:r>
            <a:endParaRPr/>
          </a:p>
        </p:txBody>
      </p:sp>
      <p:sp>
        <p:nvSpPr>
          <p:cNvPr id="734" name="Google Shape;734;p6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Highest integer that can be used in precise calculations is 2^53 - 1 (9,007,199,254,740,991 - approx 9 quadrillion)</a:t>
            </a:r>
            <a:endParaRPr sz="1800"/>
          </a:p>
          <a:p>
            <a:pPr marL="457200" lvl="0" indent="-355600" algn="l" rtl="0">
              <a:spcBef>
                <a:spcPts val="1200"/>
              </a:spcBef>
              <a:spcAft>
                <a:spcPts val="0"/>
              </a:spcAft>
              <a:buSzPts val="2000"/>
              <a:buChar char="-"/>
            </a:pPr>
            <a:r>
              <a:rPr lang="en" sz="1800"/>
              <a:t>Try this:</a:t>
            </a:r>
            <a:br>
              <a:rPr lang="en" sz="2000"/>
            </a:br>
            <a:r>
              <a:rPr lang="en" sz="1600"/>
              <a:t>let a = 9_007_199_254_740_991;</a:t>
            </a:r>
            <a:br>
              <a:rPr lang="en" sz="1600"/>
            </a:br>
            <a:r>
              <a:rPr lang="en" sz="1600"/>
              <a:t>let b = 100_000;</a:t>
            </a:r>
            <a:br>
              <a:rPr lang="en" sz="1600"/>
            </a:br>
            <a:r>
              <a:rPr lang="en" sz="1600"/>
              <a:t>console.log(a + b);</a:t>
            </a:r>
            <a:endParaRPr sz="1600"/>
          </a:p>
          <a:p>
            <a:pPr marL="457200" lvl="0" indent="-355600" algn="l" rtl="0">
              <a:spcBef>
                <a:spcPts val="1000"/>
              </a:spcBef>
              <a:spcAft>
                <a:spcPts val="0"/>
              </a:spcAft>
              <a:buSzPts val="2000"/>
              <a:buChar char="-"/>
            </a:pPr>
            <a:r>
              <a:rPr lang="en" sz="1800"/>
              <a:t>But:</a:t>
            </a:r>
            <a:br>
              <a:rPr lang="en" sz="2000"/>
            </a:br>
            <a:r>
              <a:rPr lang="en" sz="1600"/>
              <a:t>console.log(740_991 + 100_000);</a:t>
            </a:r>
            <a:br>
              <a:rPr lang="en" sz="1600"/>
            </a:br>
            <a:endParaRPr sz="1600"/>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738"/>
        <p:cNvGrpSpPr/>
        <p:nvPr/>
      </p:nvGrpSpPr>
      <p:grpSpPr>
        <a:xfrm>
          <a:off x="0" y="0"/>
          <a:ext cx="0" cy="0"/>
          <a:chOff x="0" y="0"/>
          <a:chExt cx="0" cy="0"/>
        </a:xfrm>
      </p:grpSpPr>
      <p:sp>
        <p:nvSpPr>
          <p:cNvPr id="739" name="Google Shape;739;p6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Floating precision (number)</a:t>
            </a:r>
            <a:endParaRPr/>
          </a:p>
        </p:txBody>
      </p:sp>
      <p:sp>
        <p:nvSpPr>
          <p:cNvPr id="740" name="Google Shape;740;p6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Floating point arithmetic is not always 100% accurate</a:t>
            </a:r>
            <a:endParaRPr sz="2000"/>
          </a:p>
          <a:p>
            <a:pPr marL="457200" lvl="0" indent="-330200" algn="l" rtl="0">
              <a:spcBef>
                <a:spcPts val="1200"/>
              </a:spcBef>
              <a:spcAft>
                <a:spcPts val="0"/>
              </a:spcAft>
              <a:buSzPts val="1600"/>
              <a:buChar char="-"/>
            </a:pPr>
            <a:r>
              <a:rPr lang="en" sz="1600"/>
              <a:t>console.log(0.2 + 0.1); // 0.30000000000000004</a:t>
            </a:r>
            <a:endParaRPr sz="1600"/>
          </a:p>
          <a:p>
            <a:pPr marL="0" lvl="0" indent="0" algn="l" rtl="0">
              <a:spcBef>
                <a:spcPts val="1200"/>
              </a:spcBef>
              <a:spcAft>
                <a:spcPts val="0"/>
              </a:spcAft>
              <a:buNone/>
            </a:pPr>
            <a:r>
              <a:rPr lang="en" sz="2000"/>
              <a:t>To solve the problem:</a:t>
            </a:r>
            <a:endParaRPr sz="2000"/>
          </a:p>
          <a:p>
            <a:pPr marL="457200" lvl="0" indent="-330200" algn="l" rtl="0">
              <a:spcBef>
                <a:spcPts val="1200"/>
              </a:spcBef>
              <a:spcAft>
                <a:spcPts val="0"/>
              </a:spcAft>
              <a:buSzPts val="1600"/>
              <a:buChar char="-"/>
            </a:pPr>
            <a:r>
              <a:rPr lang="en" sz="1600"/>
              <a:t>multiply the floating numbers by a common power of ten (10, 100, 1000) so they become integers</a:t>
            </a:r>
            <a:endParaRPr sz="1600"/>
          </a:p>
          <a:p>
            <a:pPr marL="457200" lvl="0" indent="-330200" algn="l" rtl="0">
              <a:spcBef>
                <a:spcPts val="0"/>
              </a:spcBef>
              <a:spcAft>
                <a:spcPts val="0"/>
              </a:spcAft>
              <a:buSzPts val="1600"/>
              <a:buChar char="-"/>
            </a:pPr>
            <a:r>
              <a:rPr lang="en" sz="1600"/>
              <a:t>conduct the arithmetic</a:t>
            </a:r>
            <a:endParaRPr sz="1600"/>
          </a:p>
          <a:p>
            <a:pPr marL="457200" lvl="0" indent="-330200" algn="l" rtl="0">
              <a:spcBef>
                <a:spcPts val="0"/>
              </a:spcBef>
              <a:spcAft>
                <a:spcPts val="0"/>
              </a:spcAft>
              <a:buSzPts val="1600"/>
              <a:buChar char="-"/>
            </a:pPr>
            <a:r>
              <a:rPr lang="en" sz="1600"/>
              <a:t>divide the result by the same power of 10 you multiplied with</a:t>
            </a:r>
            <a:br>
              <a:rPr lang="en" sz="1600"/>
            </a:br>
            <a:endParaRPr sz="1600"/>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744"/>
        <p:cNvGrpSpPr/>
        <p:nvPr/>
      </p:nvGrpSpPr>
      <p:grpSpPr>
        <a:xfrm>
          <a:off x="0" y="0"/>
          <a:ext cx="0" cy="0"/>
          <a:chOff x="0" y="0"/>
          <a:chExt cx="0" cy="0"/>
        </a:xfrm>
      </p:grpSpPr>
      <p:sp>
        <p:nvSpPr>
          <p:cNvPr id="745" name="Google Shape;745;p7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Floating precision cont’d</a:t>
            </a:r>
            <a:endParaRPr/>
          </a:p>
        </p:txBody>
      </p:sp>
      <p:sp>
        <p:nvSpPr>
          <p:cNvPr id="746" name="Google Shape;746;p7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0200" algn="l" rtl="0">
              <a:spcBef>
                <a:spcPts val="0"/>
              </a:spcBef>
              <a:spcAft>
                <a:spcPts val="0"/>
              </a:spcAft>
              <a:buSzPts val="1600"/>
              <a:buChar char="-"/>
            </a:pPr>
            <a:r>
              <a:rPr lang="en" sz="1600"/>
              <a:t>let x = 0.2;</a:t>
            </a:r>
            <a:br>
              <a:rPr lang="en" sz="1600"/>
            </a:br>
            <a:r>
              <a:rPr lang="en" sz="1600"/>
              <a:t>let y = 0.1;</a:t>
            </a:r>
            <a:endParaRPr sz="2000"/>
          </a:p>
          <a:p>
            <a:pPr marL="457200" lvl="0" indent="0" algn="l" rtl="0">
              <a:spcBef>
                <a:spcPts val="1000"/>
              </a:spcBef>
              <a:spcAft>
                <a:spcPts val="0"/>
              </a:spcAft>
              <a:buNone/>
            </a:pPr>
            <a:r>
              <a:rPr lang="en" sz="2000"/>
              <a:t>Step 1:</a:t>
            </a:r>
            <a:endParaRPr sz="2000"/>
          </a:p>
          <a:p>
            <a:pPr marL="457200" lvl="0" indent="-317500" algn="l" rtl="0">
              <a:spcBef>
                <a:spcPts val="1000"/>
              </a:spcBef>
              <a:spcAft>
                <a:spcPts val="0"/>
              </a:spcAft>
              <a:buSzPts val="1400"/>
              <a:buChar char="-"/>
            </a:pPr>
            <a:r>
              <a:rPr lang="en" sz="1800"/>
              <a:t>Multiply 0.2 * 10 and 0.3 * 10 // 2 + 1</a:t>
            </a:r>
            <a:endParaRPr sz="1800"/>
          </a:p>
          <a:p>
            <a:pPr marL="457200" lvl="0" indent="-342900" algn="l" rtl="0">
              <a:spcBef>
                <a:spcPts val="1000"/>
              </a:spcBef>
              <a:spcAft>
                <a:spcPts val="0"/>
              </a:spcAft>
              <a:buSzPts val="1800"/>
              <a:buChar char="-"/>
            </a:pPr>
            <a:r>
              <a:rPr lang="en" sz="1800"/>
              <a:t>Conduct arithmetic // 2 + 1 = 3</a:t>
            </a:r>
            <a:endParaRPr sz="1800"/>
          </a:p>
          <a:p>
            <a:pPr marL="457200" lvl="0" indent="-342900" algn="l" rtl="0">
              <a:spcBef>
                <a:spcPts val="1000"/>
              </a:spcBef>
              <a:spcAft>
                <a:spcPts val="0"/>
              </a:spcAft>
              <a:buSzPts val="1800"/>
              <a:buChar char="-"/>
            </a:pPr>
            <a:r>
              <a:rPr lang="en" sz="1800"/>
              <a:t>Divide result by 10 // 3/10 = 0.3</a:t>
            </a:r>
            <a:endParaRPr sz="1800"/>
          </a:p>
          <a:p>
            <a:pPr marL="914400" lvl="1" indent="-330200" algn="l" rtl="0">
              <a:spcBef>
                <a:spcPts val="1000"/>
              </a:spcBef>
              <a:spcAft>
                <a:spcPts val="0"/>
              </a:spcAft>
              <a:buSzPts val="1600"/>
              <a:buChar char="-"/>
            </a:pPr>
            <a:r>
              <a:rPr lang="en" sz="1600"/>
              <a:t>(0.2 + 0.1) is the same as (0.2*10 + 0.1*10)/10</a:t>
            </a:r>
            <a:endParaRPr sz="1600"/>
          </a:p>
          <a:p>
            <a:pPr marL="0" lvl="0" indent="0" algn="l" rtl="0">
              <a:spcBef>
                <a:spcPts val="1200"/>
              </a:spcBef>
              <a:spcAft>
                <a:spcPts val="1200"/>
              </a:spcAft>
              <a:buNone/>
            </a:pPr>
            <a:endParaRPr sz="2000"/>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750"/>
        <p:cNvGrpSpPr/>
        <p:nvPr/>
      </p:nvGrpSpPr>
      <p:grpSpPr>
        <a:xfrm>
          <a:off x="0" y="0"/>
          <a:ext cx="0" cy="0"/>
          <a:chOff x="0" y="0"/>
          <a:chExt cx="0" cy="0"/>
        </a:xfrm>
      </p:grpSpPr>
      <p:sp>
        <p:nvSpPr>
          <p:cNvPr id="751" name="Google Shape;751;p7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Infinity, -Infinity (number)</a:t>
            </a:r>
            <a:endParaRPr/>
          </a:p>
          <a:p>
            <a:pPr marL="0" lvl="0" indent="0" algn="l" rtl="0">
              <a:spcBef>
                <a:spcPts val="0"/>
              </a:spcBef>
              <a:spcAft>
                <a:spcPts val="0"/>
              </a:spcAft>
              <a:buNone/>
            </a:pPr>
            <a:endParaRPr/>
          </a:p>
        </p:txBody>
      </p:sp>
      <p:sp>
        <p:nvSpPr>
          <p:cNvPr id="752" name="Google Shape;752;p7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Highest number in JavaScript:</a:t>
            </a:r>
            <a:endParaRPr sz="1800"/>
          </a:p>
          <a:p>
            <a:pPr marL="0" lvl="0" indent="457200" algn="l" rtl="0">
              <a:spcBef>
                <a:spcPts val="1000"/>
              </a:spcBef>
              <a:spcAft>
                <a:spcPts val="0"/>
              </a:spcAft>
              <a:buNone/>
            </a:pPr>
            <a:r>
              <a:rPr lang="en" sz="1800">
                <a:solidFill>
                  <a:srgbClr val="F2F2F2"/>
                </a:solidFill>
              </a:rPr>
              <a:t>1.797693134862315e+308</a:t>
            </a:r>
            <a:endParaRPr sz="1800">
              <a:solidFill>
                <a:srgbClr val="F2F2F2"/>
              </a:solidFill>
            </a:endParaRPr>
          </a:p>
          <a:p>
            <a:pPr marL="457200" lvl="0" indent="-342900" algn="l" rtl="0">
              <a:spcBef>
                <a:spcPts val="1000"/>
              </a:spcBef>
              <a:spcAft>
                <a:spcPts val="0"/>
              </a:spcAft>
              <a:buSzPts val="1800"/>
              <a:buChar char="-"/>
            </a:pPr>
            <a:r>
              <a:rPr lang="en" sz="1800"/>
              <a:t>Any number higher than that is referred to as </a:t>
            </a:r>
            <a:r>
              <a:rPr lang="en" sz="1800">
                <a:solidFill>
                  <a:srgbClr val="F2F2F2"/>
                </a:solidFill>
              </a:rPr>
              <a:t>Infinity</a:t>
            </a:r>
            <a:endParaRPr sz="1800">
              <a:solidFill>
                <a:srgbClr val="F2F2F2"/>
              </a:solidFill>
            </a:endParaRPr>
          </a:p>
          <a:p>
            <a:pPr marL="0" lvl="0" indent="0" algn="l" rtl="0">
              <a:spcBef>
                <a:spcPts val="1000"/>
              </a:spcBef>
              <a:spcAft>
                <a:spcPts val="0"/>
              </a:spcAft>
              <a:buNone/>
            </a:pPr>
            <a:r>
              <a:rPr lang="en" sz="1800"/>
              <a:t>Lowest number in JavaScript:</a:t>
            </a:r>
            <a:endParaRPr sz="1800"/>
          </a:p>
          <a:p>
            <a:pPr marL="0" lvl="0" indent="457200" algn="l" rtl="0">
              <a:spcBef>
                <a:spcPts val="1000"/>
              </a:spcBef>
              <a:spcAft>
                <a:spcPts val="0"/>
              </a:spcAft>
              <a:buNone/>
            </a:pPr>
            <a:r>
              <a:rPr lang="en" sz="1800">
                <a:solidFill>
                  <a:srgbClr val="F2F2F2"/>
                </a:solidFill>
              </a:rPr>
              <a:t>1.797693134862316e+308</a:t>
            </a:r>
            <a:endParaRPr sz="1800">
              <a:solidFill>
                <a:srgbClr val="F2F2F2"/>
              </a:solidFill>
            </a:endParaRPr>
          </a:p>
          <a:p>
            <a:pPr marL="457200" lvl="0" indent="-342900" algn="l" rtl="0">
              <a:spcBef>
                <a:spcPts val="1000"/>
              </a:spcBef>
              <a:spcAft>
                <a:spcPts val="0"/>
              </a:spcAft>
              <a:buSzPts val="1800"/>
              <a:buChar char="-"/>
            </a:pPr>
            <a:r>
              <a:rPr lang="en" sz="1800"/>
              <a:t>Any number higher than that is referred to as </a:t>
            </a:r>
            <a:r>
              <a:rPr lang="en" sz="1800">
                <a:solidFill>
                  <a:srgbClr val="F2F2F2"/>
                </a:solidFill>
              </a:rPr>
              <a:t>-Infinity</a:t>
            </a:r>
            <a:endParaRPr sz="1800">
              <a:solidFill>
                <a:srgbClr val="F2F2F2"/>
              </a:solidFill>
            </a:endParaRPr>
          </a:p>
          <a:p>
            <a:pPr marL="0" lvl="0" indent="0" algn="l" rtl="0">
              <a:spcBef>
                <a:spcPts val="1200"/>
              </a:spcBef>
              <a:spcAft>
                <a:spcPts val="1200"/>
              </a:spcAft>
              <a:buNone/>
            </a:pPr>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756"/>
        <p:cNvGrpSpPr/>
        <p:nvPr/>
      </p:nvGrpSpPr>
      <p:grpSpPr>
        <a:xfrm>
          <a:off x="0" y="0"/>
          <a:ext cx="0" cy="0"/>
          <a:chOff x="0" y="0"/>
          <a:chExt cx="0" cy="0"/>
        </a:xfrm>
      </p:grpSpPr>
      <p:sp>
        <p:nvSpPr>
          <p:cNvPr id="757" name="Google Shape;757;p7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758" name="Google Shape;758;p7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17500" algn="l" rtl="0">
              <a:spcBef>
                <a:spcPts val="0"/>
              </a:spcBef>
              <a:spcAft>
                <a:spcPts val="0"/>
              </a:spcAft>
              <a:buSzPts val="1400"/>
              <a:buChar char="-"/>
            </a:pPr>
            <a:r>
              <a:rPr lang="en" sz="2000"/>
              <a:t>Adding two numbers results in a number</a:t>
            </a:r>
            <a:endParaRPr sz="2000"/>
          </a:p>
          <a:p>
            <a:pPr marL="914400" lvl="1" indent="-330200" algn="l" rtl="0">
              <a:spcBef>
                <a:spcPts val="1000"/>
              </a:spcBef>
              <a:spcAft>
                <a:spcPts val="0"/>
              </a:spcAft>
              <a:buSzPts val="1600"/>
              <a:buChar char="-"/>
            </a:pPr>
            <a:r>
              <a:rPr lang="en" sz="1600"/>
              <a:t>console.log(10 + 20); // 30</a:t>
            </a:r>
            <a:endParaRPr sz="1600"/>
          </a:p>
          <a:p>
            <a:pPr marL="457200" lvl="0" indent="-355600" algn="l" rtl="0">
              <a:spcBef>
                <a:spcPts val="1000"/>
              </a:spcBef>
              <a:spcAft>
                <a:spcPts val="0"/>
              </a:spcAft>
              <a:buSzPts val="2000"/>
              <a:buChar char="-"/>
            </a:pPr>
            <a:r>
              <a:rPr lang="en" sz="2000"/>
              <a:t>Adding two strings results in concatenation</a:t>
            </a:r>
            <a:endParaRPr sz="2000"/>
          </a:p>
          <a:p>
            <a:pPr marL="914400" lvl="1" indent="-342900" algn="l" rtl="0">
              <a:spcBef>
                <a:spcPts val="1000"/>
              </a:spcBef>
              <a:spcAft>
                <a:spcPts val="0"/>
              </a:spcAft>
              <a:buSzPts val="1800"/>
              <a:buChar char="-"/>
            </a:pPr>
            <a:r>
              <a:rPr lang="en" sz="1800"/>
              <a:t>A number surrounded by quotes is a numeric string</a:t>
            </a:r>
            <a:endParaRPr sz="1800"/>
          </a:p>
          <a:p>
            <a:pPr marL="914400" lvl="1" indent="-330200" algn="l" rtl="0">
              <a:spcBef>
                <a:spcPts val="1000"/>
              </a:spcBef>
              <a:spcAft>
                <a:spcPts val="0"/>
              </a:spcAft>
              <a:buSzPts val="1600"/>
              <a:buChar char="-"/>
            </a:pPr>
            <a:r>
              <a:rPr lang="en" sz="1600"/>
              <a:t>console.log(“10” + “20”); // 1020</a:t>
            </a:r>
            <a:endParaRPr sz="1600"/>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762"/>
        <p:cNvGrpSpPr/>
        <p:nvPr/>
      </p:nvGrpSpPr>
      <p:grpSpPr>
        <a:xfrm>
          <a:off x="0" y="0"/>
          <a:ext cx="0" cy="0"/>
          <a:chOff x="0" y="0"/>
          <a:chExt cx="0" cy="0"/>
        </a:xfrm>
      </p:grpSpPr>
      <p:sp>
        <p:nvSpPr>
          <p:cNvPr id="763" name="Google Shape;763;p7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764" name="Google Shape;764;p7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Adding a number and a numeric string results in concatenation</a:t>
            </a:r>
            <a:endParaRPr sz="2400"/>
          </a:p>
          <a:p>
            <a:pPr marL="0" lvl="0" indent="0" algn="l" rtl="0">
              <a:spcBef>
                <a:spcPts val="1000"/>
              </a:spcBef>
              <a:spcAft>
                <a:spcPts val="0"/>
              </a:spcAft>
              <a:buNone/>
            </a:pPr>
            <a:endParaRPr sz="2400"/>
          </a:p>
          <a:p>
            <a:pPr marL="914400" lvl="1" indent="-355600" algn="l" rtl="0">
              <a:spcBef>
                <a:spcPts val="1000"/>
              </a:spcBef>
              <a:spcAft>
                <a:spcPts val="0"/>
              </a:spcAft>
              <a:buSzPts val="2000"/>
              <a:buChar char="-"/>
            </a:pPr>
            <a:r>
              <a:rPr lang="en" sz="2000"/>
              <a:t>console.log(10 + “20”); // 1020</a:t>
            </a:r>
            <a:endParaRPr sz="2000"/>
          </a:p>
          <a:p>
            <a:pPr marL="914400" lvl="1" indent="-355600" algn="l" rtl="0">
              <a:spcBef>
                <a:spcPts val="0"/>
              </a:spcBef>
              <a:spcAft>
                <a:spcPts val="0"/>
              </a:spcAft>
              <a:buSzPts val="2000"/>
              <a:buChar char="-"/>
            </a:pPr>
            <a:r>
              <a:rPr lang="en" sz="2000"/>
              <a:t>console.log(“10” + 20); // 1020</a:t>
            </a:r>
            <a:endParaRPr sz="2000"/>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768"/>
        <p:cNvGrpSpPr/>
        <p:nvPr/>
      </p:nvGrpSpPr>
      <p:grpSpPr>
        <a:xfrm>
          <a:off x="0" y="0"/>
          <a:ext cx="0" cy="0"/>
          <a:chOff x="0" y="0"/>
          <a:chExt cx="0" cy="0"/>
        </a:xfrm>
      </p:grpSpPr>
      <p:sp>
        <p:nvSpPr>
          <p:cNvPr id="769" name="Google Shape;769;p7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770" name="Google Shape;770;p7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a:t>let x = 45;</a:t>
            </a:r>
            <a:br>
              <a:rPr lang="en" sz="1900"/>
            </a:br>
            <a:r>
              <a:rPr lang="en" sz="1900"/>
              <a:t>let y = 25;</a:t>
            </a:r>
            <a:endParaRPr sz="1900"/>
          </a:p>
          <a:p>
            <a:pPr marL="0" lvl="0" indent="0" algn="l" rtl="0">
              <a:spcBef>
                <a:spcPts val="0"/>
              </a:spcBef>
              <a:spcAft>
                <a:spcPts val="0"/>
              </a:spcAft>
              <a:buNone/>
            </a:pPr>
            <a:r>
              <a:rPr lang="en" sz="1900"/>
              <a:t>Let z = “15”;</a:t>
            </a:r>
            <a:endParaRPr sz="19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console.log(“The result is: “ + x + y);</a:t>
            </a:r>
            <a:endParaRPr sz="18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console.log(“The result is: “ + (x + y));</a:t>
            </a:r>
            <a:endParaRPr sz="1800"/>
          </a:p>
          <a:p>
            <a:pPr marL="0" lvl="0" indent="0" algn="l" rtl="0">
              <a:spcBef>
                <a:spcPts val="1000"/>
              </a:spcBef>
              <a:spcAft>
                <a:spcPts val="1000"/>
              </a:spcAft>
              <a:buNone/>
            </a:pPr>
            <a:endParaRPr sz="2000"/>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774"/>
        <p:cNvGrpSpPr/>
        <p:nvPr/>
      </p:nvGrpSpPr>
      <p:grpSpPr>
        <a:xfrm>
          <a:off x="0" y="0"/>
          <a:ext cx="0" cy="0"/>
          <a:chOff x="0" y="0"/>
          <a:chExt cx="0" cy="0"/>
        </a:xfrm>
      </p:grpSpPr>
      <p:sp>
        <p:nvSpPr>
          <p:cNvPr id="775" name="Google Shape;775;p7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776" name="Google Shape;776;p7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let x = 45;</a:t>
            </a:r>
            <a:br>
              <a:rPr lang="en" sz="2000"/>
            </a:br>
            <a:r>
              <a:rPr lang="en" sz="2000"/>
              <a:t>let y = 25;</a:t>
            </a:r>
            <a:endParaRPr sz="2000"/>
          </a:p>
          <a:p>
            <a:pPr marL="0" lvl="0" indent="0" algn="l" rtl="0">
              <a:spcBef>
                <a:spcPts val="0"/>
              </a:spcBef>
              <a:spcAft>
                <a:spcPts val="0"/>
              </a:spcAft>
              <a:buNone/>
            </a:pPr>
            <a:r>
              <a:rPr lang="en" sz="2000"/>
              <a:t>Let z = “15”;</a:t>
            </a:r>
            <a:endParaRPr sz="20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console.log(x + y + z);</a:t>
            </a:r>
            <a:endParaRPr sz="18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console.log(x + (y + z);</a:t>
            </a:r>
            <a:endParaRPr sz="1800"/>
          </a:p>
          <a:p>
            <a:pPr marL="0" lvl="0" indent="0" algn="l" rtl="0">
              <a:spcBef>
                <a:spcPts val="0"/>
              </a:spcBef>
              <a:spcAft>
                <a:spcPts val="1000"/>
              </a:spcAft>
              <a:buNone/>
            </a:pPr>
            <a:endParaRPr sz="2000"/>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780"/>
        <p:cNvGrpSpPr/>
        <p:nvPr/>
      </p:nvGrpSpPr>
      <p:grpSpPr>
        <a:xfrm>
          <a:off x="0" y="0"/>
          <a:ext cx="0" cy="0"/>
          <a:chOff x="0" y="0"/>
          <a:chExt cx="0" cy="0"/>
        </a:xfrm>
      </p:grpSpPr>
      <p:sp>
        <p:nvSpPr>
          <p:cNvPr id="781" name="Google Shape;781;p7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BigInt</a:t>
            </a:r>
            <a:endParaRPr/>
          </a:p>
        </p:txBody>
      </p:sp>
      <p:sp>
        <p:nvSpPr>
          <p:cNvPr id="782" name="Google Shape;782;p7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BigInt - a numerical data type representing both small and large numbers that cannot be represented by the data type number</a:t>
            </a:r>
            <a:endParaRPr sz="2000"/>
          </a:p>
          <a:p>
            <a:pPr marL="457200" lvl="0" indent="-342900" algn="l" rtl="0">
              <a:spcBef>
                <a:spcPts val="1200"/>
              </a:spcBef>
              <a:spcAft>
                <a:spcPts val="0"/>
              </a:spcAft>
              <a:buSzPts val="1800"/>
              <a:buChar char="-"/>
            </a:pPr>
            <a:r>
              <a:rPr lang="en" sz="1800"/>
              <a:t>Must contain a lowercase </a:t>
            </a:r>
            <a:r>
              <a:rPr lang="en" sz="1800">
                <a:solidFill>
                  <a:srgbClr val="F2F2F2"/>
                </a:solidFill>
              </a:rPr>
              <a:t>n</a:t>
            </a:r>
            <a:r>
              <a:rPr lang="en" sz="1800"/>
              <a:t> after the number, e.g. 426</a:t>
            </a:r>
            <a:r>
              <a:rPr lang="en" sz="1800">
                <a:solidFill>
                  <a:srgbClr val="F2F2F2"/>
                </a:solidFill>
              </a:rPr>
              <a:t>n</a:t>
            </a:r>
            <a:endParaRPr sz="1800">
              <a:solidFill>
                <a:srgbClr val="F2F2F2"/>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786"/>
        <p:cNvGrpSpPr/>
        <p:nvPr/>
      </p:nvGrpSpPr>
      <p:grpSpPr>
        <a:xfrm>
          <a:off x="0" y="0"/>
          <a:ext cx="0" cy="0"/>
          <a:chOff x="0" y="0"/>
          <a:chExt cx="0" cy="0"/>
        </a:xfrm>
      </p:grpSpPr>
      <p:sp>
        <p:nvSpPr>
          <p:cNvPr id="787" name="Google Shape;787;p7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BigInt</a:t>
            </a:r>
            <a:endParaRPr/>
          </a:p>
        </p:txBody>
      </p:sp>
      <p:sp>
        <p:nvSpPr>
          <p:cNvPr id="788" name="Google Shape;788;p7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Two ways to create:</a:t>
            </a:r>
            <a:endParaRPr sz="2000"/>
          </a:p>
          <a:p>
            <a:pPr marL="457200" lvl="0" indent="-342900" algn="l" rtl="0">
              <a:spcBef>
                <a:spcPts val="1200"/>
              </a:spcBef>
              <a:spcAft>
                <a:spcPts val="0"/>
              </a:spcAft>
              <a:buSzPts val="1800"/>
              <a:buChar char="-"/>
            </a:pPr>
            <a:r>
              <a:rPr lang="en" sz="1800"/>
              <a:t>Append n to a whole number</a:t>
            </a:r>
            <a:endParaRPr sz="1800"/>
          </a:p>
          <a:p>
            <a:pPr marL="914400" lvl="1" indent="-330200" algn="l" rtl="0">
              <a:spcBef>
                <a:spcPts val="1000"/>
              </a:spcBef>
              <a:spcAft>
                <a:spcPts val="0"/>
              </a:spcAft>
              <a:buSzPts val="1600"/>
              <a:buChar char="-"/>
            </a:pPr>
            <a:r>
              <a:rPr lang="en" sz="1600"/>
              <a:t>const bigIntOne = 135n;</a:t>
            </a:r>
            <a:endParaRPr sz="1600"/>
          </a:p>
          <a:p>
            <a:pPr marL="457200" lvl="0" indent="-342900" algn="l" rtl="0">
              <a:spcBef>
                <a:spcPts val="1000"/>
              </a:spcBef>
              <a:spcAft>
                <a:spcPts val="0"/>
              </a:spcAft>
              <a:buSzPts val="1800"/>
              <a:buChar char="-"/>
            </a:pPr>
            <a:r>
              <a:rPr lang="en" sz="1800"/>
              <a:t>Call BigInt() on a whole numerical value or a string with only an integer value</a:t>
            </a:r>
            <a:endParaRPr sz="1800"/>
          </a:p>
          <a:p>
            <a:pPr marL="914400" lvl="1" indent="-330200" algn="l" rtl="0">
              <a:spcBef>
                <a:spcPts val="1000"/>
              </a:spcBef>
              <a:spcAft>
                <a:spcPts val="0"/>
              </a:spcAft>
              <a:buSzPts val="1600"/>
              <a:buChar char="-"/>
            </a:pPr>
            <a:r>
              <a:rPr lang="en" sz="1600"/>
              <a:t>const bigIntTwo = BigInt(964);</a:t>
            </a:r>
            <a:endParaRPr sz="1600"/>
          </a:p>
          <a:p>
            <a:pPr marL="1371600" lvl="2" indent="-330200" algn="l" rtl="0">
              <a:spcBef>
                <a:spcPts val="0"/>
              </a:spcBef>
              <a:spcAft>
                <a:spcPts val="0"/>
              </a:spcAft>
              <a:buSzPts val="1600"/>
              <a:buChar char="-"/>
            </a:pPr>
            <a:r>
              <a:rPr lang="en" sz="1600"/>
              <a:t>Bad practice - could already have precision loss</a:t>
            </a:r>
            <a:endParaRPr sz="1600"/>
          </a:p>
          <a:p>
            <a:pPr marL="914400" lvl="1" indent="-330200" algn="l" rtl="0">
              <a:spcBef>
                <a:spcPts val="1000"/>
              </a:spcBef>
              <a:spcAft>
                <a:spcPts val="0"/>
              </a:spcAft>
              <a:buSzPts val="1600"/>
              <a:buChar char="-"/>
            </a:pPr>
            <a:r>
              <a:rPr lang="en" sz="1600"/>
              <a:t>const bigIntThree = BigInt(“857”);</a:t>
            </a:r>
            <a:endParaRPr sz="1600"/>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792"/>
        <p:cNvGrpSpPr/>
        <p:nvPr/>
      </p:nvGrpSpPr>
      <p:grpSpPr>
        <a:xfrm>
          <a:off x="0" y="0"/>
          <a:ext cx="0" cy="0"/>
          <a:chOff x="0" y="0"/>
          <a:chExt cx="0" cy="0"/>
        </a:xfrm>
      </p:grpSpPr>
      <p:sp>
        <p:nvSpPr>
          <p:cNvPr id="793" name="Google Shape;793;p7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Boolean</a:t>
            </a:r>
            <a:endParaRPr/>
          </a:p>
        </p:txBody>
      </p:sp>
      <p:sp>
        <p:nvSpPr>
          <p:cNvPr id="794" name="Google Shape;794;p7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798"/>
        <p:cNvGrpSpPr/>
        <p:nvPr/>
      </p:nvGrpSpPr>
      <p:grpSpPr>
        <a:xfrm>
          <a:off x="0" y="0"/>
          <a:ext cx="0" cy="0"/>
          <a:chOff x="0" y="0"/>
          <a:chExt cx="0" cy="0"/>
        </a:xfrm>
      </p:grpSpPr>
      <p:sp>
        <p:nvSpPr>
          <p:cNvPr id="799" name="Google Shape;799;p7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Symbol</a:t>
            </a:r>
            <a:endParaRPr/>
          </a:p>
        </p:txBody>
      </p:sp>
      <p:sp>
        <p:nvSpPr>
          <p:cNvPr id="800" name="Google Shape;800;p7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804"/>
        <p:cNvGrpSpPr/>
        <p:nvPr/>
      </p:nvGrpSpPr>
      <p:grpSpPr>
        <a:xfrm>
          <a:off x="0" y="0"/>
          <a:ext cx="0" cy="0"/>
          <a:chOff x="0" y="0"/>
          <a:chExt cx="0" cy="0"/>
        </a:xfrm>
      </p:grpSpPr>
      <p:sp>
        <p:nvSpPr>
          <p:cNvPr id="805" name="Google Shape;805;p8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undefined </a:t>
            </a:r>
            <a:endParaRPr/>
          </a:p>
        </p:txBody>
      </p:sp>
      <p:sp>
        <p:nvSpPr>
          <p:cNvPr id="806" name="Google Shape;806;p8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810"/>
        <p:cNvGrpSpPr/>
        <p:nvPr/>
      </p:nvGrpSpPr>
      <p:grpSpPr>
        <a:xfrm>
          <a:off x="0" y="0"/>
          <a:ext cx="0" cy="0"/>
          <a:chOff x="0" y="0"/>
          <a:chExt cx="0" cy="0"/>
        </a:xfrm>
      </p:grpSpPr>
      <p:sp>
        <p:nvSpPr>
          <p:cNvPr id="811" name="Google Shape;811;p8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null </a:t>
            </a:r>
            <a:endParaRPr/>
          </a:p>
        </p:txBody>
      </p:sp>
      <p:sp>
        <p:nvSpPr>
          <p:cNvPr id="812" name="Google Shape;812;p8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816"/>
        <p:cNvGrpSpPr/>
        <p:nvPr/>
      </p:nvGrpSpPr>
      <p:grpSpPr>
        <a:xfrm>
          <a:off x="0" y="0"/>
          <a:ext cx="0" cy="0"/>
          <a:chOff x="0" y="0"/>
          <a:chExt cx="0" cy="0"/>
        </a:xfrm>
      </p:grpSpPr>
      <p:sp>
        <p:nvSpPr>
          <p:cNvPr id="817" name="Google Shape;817;p82"/>
          <p:cNvSpPr txBox="1">
            <a:spLocks noGrp="1"/>
          </p:cNvSpPr>
          <p:nvPr>
            <p:ph type="title"/>
          </p:nvPr>
        </p:nvSpPr>
        <p:spPr>
          <a:xfrm flipH="1">
            <a:off x="2054663" y="586975"/>
            <a:ext cx="1842300" cy="11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818" name="Google Shape;818;p82"/>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800"/>
              <a:t>Non-Primitive Data Types</a:t>
            </a:r>
            <a:endParaRPr sz="2800"/>
          </a:p>
        </p:txBody>
      </p:sp>
      <p:sp>
        <p:nvSpPr>
          <p:cNvPr id="819" name="Google Shape;819;p82"/>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700"/>
              <a:t>David Tarvin, AIM Code School</a:t>
            </a:r>
            <a:endParaRPr sz="1700"/>
          </a:p>
        </p:txBody>
      </p:sp>
      <p:pic>
        <p:nvPicPr>
          <p:cNvPr id="820" name="Google Shape;820;p82"/>
          <p:cNvPicPr preferRelativeResize="0"/>
          <p:nvPr/>
        </p:nvPicPr>
        <p:blipFill>
          <a:blip r:embed="rId3">
            <a:alphaModFix/>
          </a:blip>
          <a:stretch>
            <a:fillRect/>
          </a:stretch>
        </p:blipFill>
        <p:spPr>
          <a:xfrm>
            <a:off x="1537775" y="53725"/>
            <a:ext cx="2876099" cy="1185276"/>
          </a:xfrm>
          <a:prstGeom prst="rect">
            <a:avLst/>
          </a:prstGeom>
          <a:noFill/>
          <a:ln>
            <a:noFill/>
          </a:ln>
        </p:spPr>
      </p:pic>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824"/>
        <p:cNvGrpSpPr/>
        <p:nvPr/>
      </p:nvGrpSpPr>
      <p:grpSpPr>
        <a:xfrm>
          <a:off x="0" y="0"/>
          <a:ext cx="0" cy="0"/>
          <a:chOff x="0" y="0"/>
          <a:chExt cx="0" cy="0"/>
        </a:xfrm>
      </p:grpSpPr>
      <p:sp>
        <p:nvSpPr>
          <p:cNvPr id="825" name="Google Shape;825;p8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Immutability</a:t>
            </a:r>
            <a:endParaRPr/>
          </a:p>
        </p:txBody>
      </p:sp>
      <p:sp>
        <p:nvSpPr>
          <p:cNvPr id="826" name="Google Shape;826;p8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a:t>Means value cannot be changed once assigned</a:t>
            </a:r>
            <a:endParaRPr sz="1900"/>
          </a:p>
          <a:p>
            <a:pPr marL="914400" lvl="1" indent="-317500" algn="l" rtl="0">
              <a:spcBef>
                <a:spcPts val="1200"/>
              </a:spcBef>
              <a:spcAft>
                <a:spcPts val="0"/>
              </a:spcAft>
              <a:buSzPts val="1400"/>
              <a:buChar char="-"/>
            </a:pPr>
            <a:r>
              <a:rPr lang="en"/>
              <a:t>Can assign new value but cannot change old value</a:t>
            </a:r>
            <a:endParaRPr/>
          </a:p>
          <a:p>
            <a:pPr marL="914400" lvl="0" indent="0" algn="l" rtl="0">
              <a:spcBef>
                <a:spcPts val="1200"/>
              </a:spcBef>
              <a:spcAft>
                <a:spcPts val="0"/>
              </a:spcAft>
              <a:buNone/>
            </a:pPr>
            <a:endParaRPr/>
          </a:p>
          <a:p>
            <a:pPr marL="1371600" lvl="2" indent="-317500" algn="l" rtl="0">
              <a:spcBef>
                <a:spcPts val="0"/>
              </a:spcBef>
              <a:spcAft>
                <a:spcPts val="0"/>
              </a:spcAft>
              <a:buSzPts val="1400"/>
              <a:buChar char="-"/>
            </a:pPr>
            <a:r>
              <a:rPr lang="en"/>
              <a:t>Ex: if assigning a string value to a variable, we could assign a new value to the variable, but we could not change a character in the old value</a:t>
            </a:r>
            <a:endParaRPr/>
          </a:p>
          <a:p>
            <a:pPr marL="1371600" lvl="0" indent="0" algn="l" rtl="0">
              <a:spcBef>
                <a:spcPts val="1200"/>
              </a:spcBef>
              <a:spcAft>
                <a:spcPts val="0"/>
              </a:spcAft>
              <a:buNone/>
            </a:pPr>
            <a:endParaRPr/>
          </a:p>
          <a:p>
            <a:pPr marL="1371600" lvl="2" indent="-317500" algn="l" rtl="0">
              <a:spcBef>
                <a:spcPts val="0"/>
              </a:spcBef>
              <a:spcAft>
                <a:spcPts val="0"/>
              </a:spcAft>
              <a:buClr>
                <a:schemeClr val="lt2"/>
              </a:buClr>
              <a:buSzPts val="1400"/>
              <a:buChar char="-"/>
            </a:pPr>
            <a:r>
              <a:rPr lang="en">
                <a:solidFill>
                  <a:schemeClr val="lt2"/>
                </a:solidFill>
              </a:rPr>
              <a:t>var word = “cat”;</a:t>
            </a:r>
            <a:br>
              <a:rPr lang="en">
                <a:solidFill>
                  <a:schemeClr val="lt2"/>
                </a:solidFill>
              </a:rPr>
            </a:br>
            <a:r>
              <a:rPr lang="en">
                <a:solidFill>
                  <a:schemeClr val="lt2"/>
                </a:solidFill>
              </a:rPr>
              <a:t>console.log(word[0]); </a:t>
            </a:r>
            <a:r>
              <a:rPr lang="en">
                <a:solidFill>
                  <a:schemeClr val="accent2"/>
                </a:solidFill>
              </a:rPr>
              <a:t>// c</a:t>
            </a:r>
            <a:br>
              <a:rPr lang="en">
                <a:solidFill>
                  <a:schemeClr val="lt2"/>
                </a:solidFill>
              </a:rPr>
            </a:br>
            <a:r>
              <a:rPr lang="en">
                <a:solidFill>
                  <a:schemeClr val="lt2"/>
                </a:solidFill>
              </a:rPr>
              <a:t>word[0] = “r”; </a:t>
            </a:r>
            <a:r>
              <a:rPr lang="en">
                <a:solidFill>
                  <a:schemeClr val="accent2"/>
                </a:solidFill>
              </a:rPr>
              <a:t>// no error shows</a:t>
            </a:r>
            <a:br>
              <a:rPr lang="en">
                <a:solidFill>
                  <a:schemeClr val="lt2"/>
                </a:solidFill>
              </a:rPr>
            </a:br>
            <a:r>
              <a:rPr lang="en">
                <a:solidFill>
                  <a:schemeClr val="lt2"/>
                </a:solidFill>
              </a:rPr>
              <a:t>console.log(word[0]); </a:t>
            </a:r>
            <a:r>
              <a:rPr lang="en">
                <a:solidFill>
                  <a:schemeClr val="accent2"/>
                </a:solidFill>
              </a:rPr>
              <a:t>// c</a:t>
            </a:r>
            <a:br>
              <a:rPr lang="en">
                <a:solidFill>
                  <a:schemeClr val="lt2"/>
                </a:solidFill>
              </a:rPr>
            </a:br>
            <a:r>
              <a:rPr lang="en">
                <a:solidFill>
                  <a:schemeClr val="lt2"/>
                </a:solidFill>
              </a:rPr>
              <a:t>console.log(word); </a:t>
            </a:r>
            <a:r>
              <a:rPr lang="en">
                <a:solidFill>
                  <a:schemeClr val="accent2"/>
                </a:solidFill>
              </a:rPr>
              <a:t>// cat</a:t>
            </a:r>
            <a:endParaRPr>
              <a:solidFill>
                <a:schemeClr val="accent2"/>
              </a:solidFill>
            </a:endParaRP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830"/>
        <p:cNvGrpSpPr/>
        <p:nvPr/>
      </p:nvGrpSpPr>
      <p:grpSpPr>
        <a:xfrm>
          <a:off x="0" y="0"/>
          <a:ext cx="0" cy="0"/>
          <a:chOff x="0" y="0"/>
          <a:chExt cx="0" cy="0"/>
        </a:xfrm>
      </p:grpSpPr>
      <p:sp>
        <p:nvSpPr>
          <p:cNvPr id="831" name="Google Shape;831;p8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 vs by reference</a:t>
            </a:r>
            <a:endParaRPr/>
          </a:p>
        </p:txBody>
      </p:sp>
      <p:sp>
        <p:nvSpPr>
          <p:cNvPr id="832" name="Google Shape;832;p8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500"/>
              <a:t>All variable values are stored in memory at specific addresses</a:t>
            </a:r>
            <a:endParaRPr sz="2500"/>
          </a:p>
          <a:p>
            <a:pPr marL="0" lvl="0" indent="0" algn="l" rtl="0">
              <a:spcBef>
                <a:spcPts val="1200"/>
              </a:spcBef>
              <a:spcAft>
                <a:spcPts val="0"/>
              </a:spcAft>
              <a:buNone/>
            </a:pPr>
            <a:endParaRPr sz="2500"/>
          </a:p>
          <a:p>
            <a:pPr marL="0" lvl="0" indent="0" algn="l" rtl="0">
              <a:spcBef>
                <a:spcPts val="1200"/>
              </a:spcBef>
              <a:spcAft>
                <a:spcPts val="0"/>
              </a:spcAft>
              <a:buNone/>
            </a:pPr>
            <a:r>
              <a:rPr lang="en" sz="2500"/>
              <a:t>Copying of a variable is done with the “=” assignment operator</a:t>
            </a:r>
            <a:endParaRPr sz="2500"/>
          </a:p>
          <a:p>
            <a:pPr marL="0" lvl="0" indent="0" algn="l" rtl="0">
              <a:spcBef>
                <a:spcPts val="1200"/>
              </a:spcBef>
              <a:spcAft>
                <a:spcPts val="1200"/>
              </a:spcAft>
              <a:buNone/>
            </a:pPr>
            <a:endParaRPr sz="2500"/>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836"/>
        <p:cNvGrpSpPr/>
        <p:nvPr/>
      </p:nvGrpSpPr>
      <p:grpSpPr>
        <a:xfrm>
          <a:off x="0" y="0"/>
          <a:ext cx="0" cy="0"/>
          <a:chOff x="0" y="0"/>
          <a:chExt cx="0" cy="0"/>
        </a:xfrm>
      </p:grpSpPr>
      <p:sp>
        <p:nvSpPr>
          <p:cNvPr id="837" name="Google Shape;837;p8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 vs by reference</a:t>
            </a:r>
            <a:endParaRPr/>
          </a:p>
        </p:txBody>
      </p:sp>
      <p:sp>
        <p:nvSpPr>
          <p:cNvPr id="838" name="Google Shape;838;p8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solidFill>
                  <a:schemeClr val="accent3"/>
                </a:solidFill>
              </a:rPr>
              <a:t>Copying by value</a:t>
            </a:r>
            <a:r>
              <a:rPr lang="en" sz="1800"/>
              <a:t> (primitive data type):</a:t>
            </a:r>
            <a:endParaRPr sz="1800"/>
          </a:p>
          <a:p>
            <a:pPr marL="457200" lvl="0" indent="-355600" algn="l" rtl="0">
              <a:spcBef>
                <a:spcPts val="1200"/>
              </a:spcBef>
              <a:spcAft>
                <a:spcPts val="0"/>
              </a:spcAft>
              <a:buSzPts val="2000"/>
              <a:buChar char="-"/>
            </a:pPr>
            <a:r>
              <a:rPr lang="en" sz="1600"/>
              <a:t>Variable holds the value directly</a:t>
            </a:r>
            <a:endParaRPr sz="1600"/>
          </a:p>
          <a:p>
            <a:pPr marL="457200" lvl="0" indent="-355600" algn="l" rtl="0">
              <a:spcBef>
                <a:spcPts val="0"/>
              </a:spcBef>
              <a:spcAft>
                <a:spcPts val="0"/>
              </a:spcAft>
              <a:buSzPts val="2000"/>
              <a:buChar char="-"/>
            </a:pPr>
            <a:r>
              <a:rPr lang="en" sz="1600"/>
              <a:t>Variable doesn’t know the memory address of the value</a:t>
            </a:r>
            <a:endParaRPr sz="1600"/>
          </a:p>
          <a:p>
            <a:pPr marL="457200" lvl="0" indent="-330200" algn="l" rtl="0">
              <a:spcBef>
                <a:spcPts val="0"/>
              </a:spcBef>
              <a:spcAft>
                <a:spcPts val="0"/>
              </a:spcAft>
              <a:buSzPts val="1600"/>
              <a:buChar char="-"/>
            </a:pPr>
            <a:r>
              <a:rPr lang="en" sz="1600"/>
              <a:t>Even if two variables have the same value for the same primitive data type, those values are stored at different memory locations</a:t>
            </a:r>
            <a:r>
              <a:rPr lang="en" sz="1200"/>
              <a:t> </a:t>
            </a:r>
            <a:endParaRPr sz="1200"/>
          </a:p>
          <a:p>
            <a:pPr marL="0" lvl="0" indent="0" algn="l" rtl="0">
              <a:spcBef>
                <a:spcPts val="1200"/>
              </a:spcBef>
              <a:spcAft>
                <a:spcPts val="0"/>
              </a:spcAft>
              <a:buNone/>
            </a:pPr>
            <a:r>
              <a:rPr lang="en" sz="1800">
                <a:solidFill>
                  <a:schemeClr val="accent3"/>
                </a:solidFill>
              </a:rPr>
              <a:t>Copying by Reference</a:t>
            </a:r>
            <a:r>
              <a:rPr lang="en" sz="1800"/>
              <a:t> (non-primitive data type):</a:t>
            </a:r>
            <a:endParaRPr sz="1800"/>
          </a:p>
          <a:p>
            <a:pPr marL="457200" lvl="0" indent="-355600" algn="l" rtl="0">
              <a:spcBef>
                <a:spcPts val="1200"/>
              </a:spcBef>
              <a:spcAft>
                <a:spcPts val="0"/>
              </a:spcAft>
              <a:buSzPts val="2000"/>
              <a:buChar char="-"/>
            </a:pPr>
            <a:r>
              <a:rPr lang="en" sz="1600"/>
              <a:t>Variable holds the memory address of the value, not the value directly</a:t>
            </a:r>
            <a:endParaRPr sz="1600"/>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842"/>
        <p:cNvGrpSpPr/>
        <p:nvPr/>
      </p:nvGrpSpPr>
      <p:grpSpPr>
        <a:xfrm>
          <a:off x="0" y="0"/>
          <a:ext cx="0" cy="0"/>
          <a:chOff x="0" y="0"/>
          <a:chExt cx="0" cy="0"/>
        </a:xfrm>
      </p:grpSpPr>
      <p:sp>
        <p:nvSpPr>
          <p:cNvPr id="843" name="Google Shape;843;p8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a:t>
            </a:r>
            <a:endParaRPr/>
          </a:p>
        </p:txBody>
      </p:sp>
      <p:sp>
        <p:nvSpPr>
          <p:cNvPr id="844" name="Google Shape;844;p8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Means the new variable holds a copy of the old variable</a:t>
            </a:r>
            <a:endParaRPr sz="1800"/>
          </a:p>
          <a:p>
            <a:pPr marL="457200" lvl="0" indent="-330200" algn="l" rtl="0">
              <a:spcBef>
                <a:spcPts val="1200"/>
              </a:spcBef>
              <a:spcAft>
                <a:spcPts val="0"/>
              </a:spcAft>
              <a:buSzPts val="1600"/>
              <a:buChar char="-"/>
            </a:pPr>
            <a:r>
              <a:rPr lang="en" sz="1600"/>
              <a:t>The variables hold the same value but at different memory locations</a:t>
            </a:r>
            <a:endParaRPr sz="1600"/>
          </a:p>
          <a:p>
            <a:pPr marL="457200" lvl="0" indent="-330200" algn="l" rtl="0">
              <a:spcBef>
                <a:spcPts val="0"/>
              </a:spcBef>
              <a:spcAft>
                <a:spcPts val="0"/>
              </a:spcAft>
              <a:buSzPts val="1600"/>
              <a:buChar char="-"/>
            </a:pPr>
            <a:r>
              <a:rPr lang="en" sz="1600"/>
              <a:t>Changing one does not affect the other</a:t>
            </a:r>
            <a:endParaRPr sz="1600"/>
          </a:p>
          <a:p>
            <a:pPr marL="0" lvl="0" indent="0" algn="l" rtl="0">
              <a:spcBef>
                <a:spcPts val="1200"/>
              </a:spcBef>
              <a:spcAft>
                <a:spcPts val="0"/>
              </a:spcAft>
              <a:buNone/>
            </a:pPr>
            <a:endParaRPr sz="1600"/>
          </a:p>
          <a:p>
            <a:pPr marL="0" lvl="0" indent="0" algn="l" rtl="0">
              <a:spcBef>
                <a:spcPts val="0"/>
              </a:spcBef>
              <a:spcAft>
                <a:spcPts val="1200"/>
              </a:spcAft>
              <a:buNone/>
            </a:pPr>
            <a:r>
              <a:rPr lang="en" sz="1600"/>
              <a:t>                  </a:t>
            </a:r>
            <a:r>
              <a:rPr lang="en" sz="1600">
                <a:solidFill>
                  <a:schemeClr val="lt2"/>
                </a:solidFill>
              </a:rPr>
              <a:t>var a = 1;</a:t>
            </a:r>
            <a:br>
              <a:rPr lang="en" sz="1600">
                <a:solidFill>
                  <a:schemeClr val="lt2"/>
                </a:solidFill>
              </a:rPr>
            </a:br>
            <a:r>
              <a:rPr lang="en" sz="1600">
                <a:solidFill>
                  <a:schemeClr val="lt2"/>
                </a:solidFill>
              </a:rPr>
              <a:t>                  var b = a;</a:t>
            </a:r>
            <a:br>
              <a:rPr lang="en" sz="1600">
                <a:solidFill>
                  <a:schemeClr val="lt2"/>
                </a:solidFill>
              </a:rPr>
            </a:br>
            <a:r>
              <a:rPr lang="en" sz="1600">
                <a:solidFill>
                  <a:schemeClr val="lt2"/>
                </a:solidFill>
              </a:rPr>
              <a:t>                  a = 3;</a:t>
            </a:r>
            <a:br>
              <a:rPr lang="en" sz="1600">
                <a:solidFill>
                  <a:schemeClr val="lt2"/>
                </a:solidFill>
              </a:rPr>
            </a:br>
            <a:r>
              <a:rPr lang="en" sz="1600">
                <a:solidFill>
                  <a:schemeClr val="lt2"/>
                </a:solidFill>
              </a:rPr>
              <a:t>                  console.log(a); </a:t>
            </a:r>
            <a:r>
              <a:rPr lang="en" sz="1600">
                <a:solidFill>
                  <a:schemeClr val="accent2"/>
                </a:solidFill>
              </a:rPr>
              <a:t>// 3</a:t>
            </a:r>
            <a:br>
              <a:rPr lang="en" sz="1600">
                <a:solidFill>
                  <a:schemeClr val="lt2"/>
                </a:solidFill>
              </a:rPr>
            </a:br>
            <a:r>
              <a:rPr lang="en" sz="1600">
                <a:solidFill>
                  <a:schemeClr val="lt2"/>
                </a:solidFill>
              </a:rPr>
              <a:t>                  console.log(b); </a:t>
            </a:r>
            <a:r>
              <a:rPr lang="en" sz="1600">
                <a:solidFill>
                  <a:schemeClr val="accent2"/>
                </a:solidFill>
              </a:rPr>
              <a:t>// 1</a:t>
            </a:r>
            <a:endParaRPr sz="1600">
              <a:solidFill>
                <a:schemeClr val="accent2"/>
              </a:solidFill>
            </a:endParaRP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848"/>
        <p:cNvGrpSpPr/>
        <p:nvPr/>
      </p:nvGrpSpPr>
      <p:grpSpPr>
        <a:xfrm>
          <a:off x="0" y="0"/>
          <a:ext cx="0" cy="0"/>
          <a:chOff x="0" y="0"/>
          <a:chExt cx="0" cy="0"/>
        </a:xfrm>
      </p:grpSpPr>
      <p:sp>
        <p:nvSpPr>
          <p:cNvPr id="849" name="Google Shape;849;p8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 by reference</a:t>
            </a:r>
            <a:endParaRPr/>
          </a:p>
        </p:txBody>
      </p:sp>
      <p:sp>
        <p:nvSpPr>
          <p:cNvPr id="850" name="Google Shape;850;p8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endParaRPr sz="1600"/>
          </a:p>
          <a:p>
            <a:pPr marL="0" lvl="0" indent="0" algn="l" rtl="0">
              <a:spcBef>
                <a:spcPts val="1200"/>
              </a:spcBef>
              <a:spcAft>
                <a:spcPts val="0"/>
              </a:spcAft>
              <a:buNone/>
            </a:pPr>
            <a:r>
              <a:rPr lang="en" sz="1600"/>
              <a:t>Means the new variable holds a copy of the old variable’s reference to the value</a:t>
            </a:r>
            <a:endParaRPr sz="1600"/>
          </a:p>
          <a:p>
            <a:pPr marL="457200" lvl="0" indent="-323850" algn="l" rtl="0">
              <a:spcBef>
                <a:spcPts val="1200"/>
              </a:spcBef>
              <a:spcAft>
                <a:spcPts val="0"/>
              </a:spcAft>
              <a:buSzPts val="1500"/>
              <a:buChar char="-"/>
            </a:pPr>
            <a:r>
              <a:rPr lang="en" sz="1500"/>
              <a:t>Both variables hold not the value itself but the memory address for the value</a:t>
            </a:r>
            <a:endParaRPr sz="1500"/>
          </a:p>
          <a:p>
            <a:pPr marL="457200" lvl="0" indent="-323850" algn="l" rtl="0">
              <a:spcBef>
                <a:spcPts val="0"/>
              </a:spcBef>
              <a:spcAft>
                <a:spcPts val="0"/>
              </a:spcAft>
              <a:buSzPts val="1500"/>
              <a:buChar char="-"/>
            </a:pPr>
            <a:r>
              <a:rPr lang="en" sz="1500"/>
              <a:t>Changing the value for one changes the value for the other</a:t>
            </a:r>
            <a:endParaRPr sz="1500"/>
          </a:p>
          <a:p>
            <a:pPr marL="0" lvl="0" indent="0" algn="l" rtl="0">
              <a:lnSpc>
                <a:spcPct val="115000"/>
              </a:lnSpc>
              <a:spcBef>
                <a:spcPts val="1200"/>
              </a:spcBef>
              <a:spcAft>
                <a:spcPts val="0"/>
              </a:spcAft>
              <a:buNone/>
            </a:pPr>
            <a:r>
              <a:rPr lang="en" sz="1500"/>
              <a:t>                </a:t>
            </a:r>
            <a:r>
              <a:rPr lang="en" sz="1500">
                <a:solidFill>
                  <a:schemeClr val="lt2"/>
                </a:solidFill>
              </a:rPr>
              <a:t>var a = [8, 3];</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var b = a;</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a.push(5);</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console.log(a); </a:t>
            </a:r>
            <a:r>
              <a:rPr lang="en" sz="1500">
                <a:solidFill>
                  <a:schemeClr val="accent2"/>
                </a:solidFill>
              </a:rPr>
              <a:t>// [8, 3, 5]</a:t>
            </a:r>
            <a:endParaRPr sz="1500">
              <a:solidFill>
                <a:schemeClr val="accent2"/>
              </a:solidFill>
            </a:endParaRPr>
          </a:p>
          <a:p>
            <a:pPr marL="0" lvl="0" indent="0" algn="l" rtl="0">
              <a:lnSpc>
                <a:spcPct val="115000"/>
              </a:lnSpc>
              <a:spcBef>
                <a:spcPts val="0"/>
              </a:spcBef>
              <a:spcAft>
                <a:spcPts val="0"/>
              </a:spcAft>
              <a:buNone/>
            </a:pPr>
            <a:r>
              <a:rPr lang="en" sz="1500">
                <a:solidFill>
                  <a:schemeClr val="lt2"/>
                </a:solidFill>
              </a:rPr>
              <a:t>                console.log(b); </a:t>
            </a:r>
            <a:r>
              <a:rPr lang="en" sz="1500">
                <a:solidFill>
                  <a:schemeClr val="accent2"/>
                </a:solidFill>
              </a:rPr>
              <a:t>// [8, 3, 5]</a:t>
            </a:r>
            <a:endParaRPr sz="1500">
              <a:solidFill>
                <a:schemeClr val="accent2"/>
              </a:solidFill>
            </a:endParaRPr>
          </a:p>
          <a:p>
            <a:pPr marL="0" lvl="0" indent="0" algn="l" rtl="0">
              <a:spcBef>
                <a:spcPts val="0"/>
              </a:spcBef>
              <a:spcAft>
                <a:spcPts val="1200"/>
              </a:spcAft>
              <a:buNone/>
            </a:pPr>
            <a:endParaRPr sz="1800"/>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854"/>
        <p:cNvGrpSpPr/>
        <p:nvPr/>
      </p:nvGrpSpPr>
      <p:grpSpPr>
        <a:xfrm>
          <a:off x="0" y="0"/>
          <a:ext cx="0" cy="0"/>
          <a:chOff x="0" y="0"/>
          <a:chExt cx="0" cy="0"/>
        </a:xfrm>
      </p:grpSpPr>
      <p:sp>
        <p:nvSpPr>
          <p:cNvPr id="855" name="Google Shape;855;p8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Contents Of </a:t>
            </a:r>
            <a:r>
              <a:rPr lang="en">
                <a:solidFill>
                  <a:schemeClr val="accent2"/>
                </a:solidFill>
              </a:rPr>
              <a:t>‘This Template’;</a:t>
            </a:r>
            <a:endParaRPr>
              <a:solidFill>
                <a:schemeClr val="accent2"/>
              </a:solidFill>
            </a:endParaRPr>
          </a:p>
        </p:txBody>
      </p:sp>
      <p:sp>
        <p:nvSpPr>
          <p:cNvPr id="856" name="Google Shape;856;p8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rPr>
              <a:t>Here’s what you’ll find in this </a:t>
            </a:r>
            <a:r>
              <a:rPr lang="en" b="1">
                <a:solidFill>
                  <a:schemeClr val="accent1"/>
                </a:solidFill>
                <a:uFill>
                  <a:noFill/>
                </a:uFill>
                <a:hlinkClick r:id="rId3">
                  <a:extLst>
                    <a:ext uri="{A12FA001-AC4F-418D-AE19-62706E023703}">
                      <ahyp:hlinkClr xmlns:ahyp="http://schemas.microsoft.com/office/drawing/2018/hyperlinkcolor" val="tx"/>
                    </a:ext>
                  </a:extLst>
                </a:hlinkClick>
              </a:rPr>
              <a:t>Slidesgo</a:t>
            </a:r>
            <a:r>
              <a:rPr lang="en">
                <a:solidFill>
                  <a:schemeClr val="accent3"/>
                </a:solidFill>
              </a:rPr>
              <a:t> template: </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slide structure based on a Workshop presentation, which you can easily adapt to your needs. For more info on how to edit the template, please visit </a:t>
            </a:r>
            <a:r>
              <a:rPr lang="en" b="1">
                <a:solidFill>
                  <a:schemeClr val="accent1"/>
                </a:solidFill>
                <a:uFill>
                  <a:noFill/>
                </a:uFill>
                <a:hlinkClick r:id="rId4">
                  <a:extLst>
                    <a:ext uri="{A12FA001-AC4F-418D-AE19-62706E023703}">
                      <ahyp:hlinkClr xmlns:ahyp="http://schemas.microsoft.com/office/drawing/2018/hyperlinkcolor" val="tx"/>
                    </a:ext>
                  </a:extLst>
                </a:hlinkClick>
              </a:rPr>
              <a:t>Slidesgo School</a:t>
            </a:r>
            <a:r>
              <a:rPr lang="en">
                <a:solidFill>
                  <a:schemeClr val="accent3"/>
                </a:solidFill>
              </a:rPr>
              <a:t> or read our </a:t>
            </a:r>
            <a:r>
              <a:rPr lang="en" b="1">
                <a:solidFill>
                  <a:schemeClr val="accent1"/>
                </a:solidFill>
                <a:uFill>
                  <a:noFill/>
                </a:uFill>
                <a:hlinkClick r:id="rId5">
                  <a:extLst>
                    <a:ext uri="{A12FA001-AC4F-418D-AE19-62706E023703}">
                      <ahyp:hlinkClr xmlns:ahyp="http://schemas.microsoft.com/office/drawing/2018/hyperlinkcolor" val="tx"/>
                    </a:ext>
                  </a:extLst>
                </a:hlinkClick>
              </a:rPr>
              <a:t>FAQs</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An assortment of graphic resources that are suitable for use in the presentation can be found in the </a:t>
            </a:r>
            <a:r>
              <a:rPr lang="en" b="1">
                <a:solidFill>
                  <a:schemeClr val="accent1"/>
                </a:solidFill>
                <a:uFill>
                  <a:noFill/>
                </a:uFill>
                <a:hlinkClick r:id="rId6" action="ppaction://hlinksldjump">
                  <a:extLst>
                    <a:ext uri="{A12FA001-AC4F-418D-AE19-62706E023703}">
                      <ahyp:hlinkClr xmlns:ahyp="http://schemas.microsoft.com/office/drawing/2018/hyperlinkcolor" val="tx"/>
                    </a:ext>
                  </a:extLst>
                </a:hlinkClick>
              </a:rPr>
              <a:t>alternative resources slide</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7" action="ppaction://hlinksldjump">
                  <a:extLst>
                    <a:ext uri="{A12FA001-AC4F-418D-AE19-62706E023703}">
                      <ahyp:hlinkClr xmlns:ahyp="http://schemas.microsoft.com/office/drawing/2018/hyperlinkcolor" val="tx"/>
                    </a:ext>
                  </a:extLst>
                </a:hlinkClick>
              </a:rPr>
              <a:t>thanks slide</a:t>
            </a:r>
            <a:r>
              <a:rPr lang="en">
                <a:solidFill>
                  <a:schemeClr val="accent3"/>
                </a:solidFill>
              </a:rPr>
              <a:t>, which you must keep so that proper credits for our design are given.</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8" action="ppaction://hlinksldjump">
                  <a:extLst>
                    <a:ext uri="{A12FA001-AC4F-418D-AE19-62706E023703}">
                      <ahyp:hlinkClr xmlns:ahyp="http://schemas.microsoft.com/office/drawing/2018/hyperlinkcolor" val="tx"/>
                    </a:ext>
                  </a:extLst>
                </a:hlinkClick>
              </a:rPr>
              <a:t>resources slide</a:t>
            </a:r>
            <a:r>
              <a:rPr lang="en">
                <a:solidFill>
                  <a:schemeClr val="accent3"/>
                </a:solidFill>
              </a:rPr>
              <a:t>, where you’ll find links to all the elements used in the template.</a:t>
            </a:r>
            <a:endParaRPr>
              <a:solidFill>
                <a:schemeClr val="accent3"/>
              </a:solidFill>
            </a:endParaRPr>
          </a:p>
          <a:p>
            <a:pPr marL="457200" lvl="0" indent="-292100" algn="l" rtl="0">
              <a:spcBef>
                <a:spcPts val="0"/>
              </a:spcBef>
              <a:spcAft>
                <a:spcPts val="0"/>
              </a:spcAft>
              <a:buClr>
                <a:schemeClr val="accent3"/>
              </a:buClr>
              <a:buSzPts val="1000"/>
              <a:buChar char="∗"/>
            </a:pPr>
            <a:r>
              <a:rPr lang="en" b="1">
                <a:solidFill>
                  <a:schemeClr val="accent1"/>
                </a:solidFill>
                <a:uFill>
                  <a:noFill/>
                </a:uFill>
                <a:hlinkClick r:id="rId9" action="ppaction://hlinksldjump">
                  <a:extLst>
                    <a:ext uri="{A12FA001-AC4F-418D-AE19-62706E023703}">
                      <ahyp:hlinkClr xmlns:ahyp="http://schemas.microsoft.com/office/drawing/2018/hyperlinkcolor" val="tx"/>
                    </a:ext>
                  </a:extLst>
                </a:hlinkClick>
              </a:rPr>
              <a:t>Instructions for use</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Final slides with:</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The </a:t>
            </a:r>
            <a:r>
              <a:rPr lang="en" b="1">
                <a:solidFill>
                  <a:schemeClr val="accent1"/>
                </a:solidFill>
                <a:uFill>
                  <a:noFill/>
                </a:uFill>
                <a:hlinkClick r:id="rId10" action="ppaction://hlinksldjump">
                  <a:extLst>
                    <a:ext uri="{A12FA001-AC4F-418D-AE19-62706E023703}">
                      <ahyp:hlinkClr xmlns:ahyp="http://schemas.microsoft.com/office/drawing/2018/hyperlinkcolor" val="tx"/>
                    </a:ext>
                  </a:extLst>
                </a:hlinkClick>
              </a:rPr>
              <a:t>fonts and colors</a:t>
            </a:r>
            <a:r>
              <a:rPr lang="en">
                <a:solidFill>
                  <a:schemeClr val="accent3"/>
                </a:solidFill>
              </a:rPr>
              <a:t> used in the template.</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11" action="ppaction://hlinksldjump">
                  <a:extLst>
                    <a:ext uri="{A12FA001-AC4F-418D-AE19-62706E023703}">
                      <ahyp:hlinkClr xmlns:ahyp="http://schemas.microsoft.com/office/drawing/2018/hyperlinkcolor" val="tx"/>
                    </a:ext>
                  </a:extLst>
                </a:hlinkClick>
              </a:rPr>
              <a:t>selection of illustrations</a:t>
            </a:r>
            <a:r>
              <a:rPr lang="en" b="1">
                <a:solidFill>
                  <a:schemeClr val="accent3"/>
                </a:solidFill>
              </a:rPr>
              <a:t>.</a:t>
            </a:r>
            <a:r>
              <a:rPr lang="en">
                <a:solidFill>
                  <a:schemeClr val="accent3"/>
                </a:solidFill>
              </a:rPr>
              <a:t> You can also customize and animate them as you wish with the online editor. Visit</a:t>
            </a:r>
            <a:r>
              <a:rPr lang="en" b="1">
                <a:solidFill>
                  <a:schemeClr val="accent3"/>
                </a:solidFill>
              </a:rPr>
              <a:t> </a:t>
            </a:r>
            <a:r>
              <a:rPr lang="en" b="1">
                <a:solidFill>
                  <a:schemeClr val="accent1"/>
                </a:solidFill>
                <a:uFill>
                  <a:noFill/>
                </a:uFill>
                <a:hlinkClick r:id="rId12">
                  <a:extLst>
                    <a:ext uri="{A12FA001-AC4F-418D-AE19-62706E023703}">
                      <ahyp:hlinkClr xmlns:ahyp="http://schemas.microsoft.com/office/drawing/2018/hyperlinkcolor" val="tx"/>
                    </a:ext>
                  </a:extLst>
                </a:hlinkClick>
              </a:rPr>
              <a:t>Storyset</a:t>
            </a:r>
            <a:r>
              <a:rPr lang="en">
                <a:solidFill>
                  <a:schemeClr val="accent3"/>
                </a:solidFill>
              </a:rPr>
              <a:t> to find more. </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More</a:t>
            </a:r>
            <a:r>
              <a:rPr lang="en">
                <a:solidFill>
                  <a:schemeClr val="accent3"/>
                </a:solidFill>
                <a:uFill>
                  <a:noFill/>
                </a:uFill>
                <a:hlinkClick r:id="rId13" action="ppaction://hlinksldjump">
                  <a:extLst>
                    <a:ext uri="{A12FA001-AC4F-418D-AE19-62706E023703}">
                      <ahyp:hlinkClr xmlns:ahyp="http://schemas.microsoft.com/office/drawing/2018/hyperlinkcolor" val="tx"/>
                    </a:ext>
                  </a:extLst>
                </a:hlinkClick>
              </a:rPr>
              <a:t> </a:t>
            </a:r>
            <a:r>
              <a:rPr lang="en" b="1">
                <a:solidFill>
                  <a:schemeClr val="accent1"/>
                </a:solidFill>
                <a:uFill>
                  <a:noFill/>
                </a:uFill>
                <a:hlinkClick r:id="rId13" action="ppaction://hlinksldjump">
                  <a:extLst>
                    <a:ext uri="{A12FA001-AC4F-418D-AE19-62706E023703}">
                      <ahyp:hlinkClr xmlns:ahyp="http://schemas.microsoft.com/office/drawing/2018/hyperlinkcolor" val="tx"/>
                    </a:ext>
                  </a:extLst>
                </a:hlinkClick>
              </a:rPr>
              <a:t>infographic resources</a:t>
            </a:r>
            <a:r>
              <a:rPr lang="en">
                <a:solidFill>
                  <a:schemeClr val="accent3"/>
                </a:solidFill>
              </a:rPr>
              <a:t>, whose size and color can be edited. </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Sets of </a:t>
            </a:r>
            <a:r>
              <a:rPr lang="en" b="1">
                <a:solidFill>
                  <a:schemeClr val="accent1"/>
                </a:solidFill>
                <a:uFill>
                  <a:noFill/>
                </a:uFill>
                <a:hlinkClick r:id="rId14" action="ppaction://hlinksldjump">
                  <a:extLst>
                    <a:ext uri="{A12FA001-AC4F-418D-AE19-62706E023703}">
                      <ahyp:hlinkClr xmlns:ahyp="http://schemas.microsoft.com/office/drawing/2018/hyperlinkcolor" val="tx"/>
                    </a:ext>
                  </a:extLst>
                </a:hlinkClick>
              </a:rPr>
              <a:t>customizable icons</a:t>
            </a:r>
            <a:r>
              <a:rPr lang="en">
                <a:solidFill>
                  <a:schemeClr val="accent1"/>
                </a:solidFill>
                <a:uFill>
                  <a:noFill/>
                </a:uFill>
                <a:hlinkClick r:id="rId14" action="ppaction://hlinksldjump">
                  <a:extLst>
                    <a:ext uri="{A12FA001-AC4F-418D-AE19-62706E023703}">
                      <ahyp:hlinkClr xmlns:ahyp="http://schemas.microsoft.com/office/drawing/2018/hyperlinkcolor" val="tx"/>
                    </a:ext>
                  </a:extLst>
                </a:hlinkClick>
              </a:rPr>
              <a:t> </a:t>
            </a:r>
            <a:r>
              <a:rPr lang="en">
                <a:solidFill>
                  <a:schemeClr val="accent3"/>
                </a:solidFill>
              </a:rPr>
              <a:t>of the following themes: general, business, avatar, creative process, education, help &amp; support, medical, nature, performing arts, SEO &amp; marketing, and teamwork.</a:t>
            </a:r>
            <a:endParaRPr>
              <a:solidFill>
                <a:schemeClr val="accent3"/>
              </a:solidFill>
            </a:endParaRPr>
          </a:p>
          <a:p>
            <a:pPr marL="0" lvl="0" indent="0" algn="l" rtl="0">
              <a:spcBef>
                <a:spcPts val="0"/>
              </a:spcBef>
              <a:spcAft>
                <a:spcPts val="0"/>
              </a:spcAft>
              <a:buNone/>
            </a:pPr>
            <a:r>
              <a:rPr lang="en">
                <a:solidFill>
                  <a:schemeClr val="accent3"/>
                </a:solidFill>
              </a:rPr>
              <a:t>You can delete this slide when you’re done editing the presentation.</a:t>
            </a:r>
            <a:endParaRPr>
              <a:solidFill>
                <a:schemeClr val="accent3"/>
              </a:solidFill>
            </a:endParaRPr>
          </a:p>
        </p:txBody>
      </p:sp>
      <p:sp>
        <p:nvSpPr>
          <p:cNvPr id="857" name="Google Shape;857;p8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58" name="Google Shape;858;p8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59" name="Google Shape;859;p8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863"/>
        <p:cNvGrpSpPr/>
        <p:nvPr/>
      </p:nvGrpSpPr>
      <p:grpSpPr>
        <a:xfrm>
          <a:off x="0" y="0"/>
          <a:ext cx="0" cy="0"/>
          <a:chOff x="0" y="0"/>
          <a:chExt cx="0" cy="0"/>
        </a:xfrm>
      </p:grpSpPr>
      <p:sp>
        <p:nvSpPr>
          <p:cNvPr id="864" name="Google Shape;864;p89"/>
          <p:cNvSpPr txBox="1">
            <a:spLocks noGrp="1"/>
          </p:cNvSpPr>
          <p:nvPr>
            <p:ph type="title"/>
          </p:nvPr>
        </p:nvSpPr>
        <p:spPr>
          <a:xfrm flipH="1">
            <a:off x="1460450" y="1436713"/>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865" name="Google Shape;865;p89"/>
          <p:cNvSpPr txBox="1">
            <a:spLocks noGrp="1"/>
          </p:cNvSpPr>
          <p:nvPr>
            <p:ph type="subTitle" idx="1"/>
          </p:nvPr>
        </p:nvSpPr>
        <p:spPr>
          <a:xfrm>
            <a:off x="2332550" y="177511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866" name="Google Shape;866;p89"/>
          <p:cNvSpPr txBox="1">
            <a:spLocks noGrp="1"/>
          </p:cNvSpPr>
          <p:nvPr>
            <p:ph type="subTitle" idx="2"/>
          </p:nvPr>
        </p:nvSpPr>
        <p:spPr>
          <a:xfrm>
            <a:off x="2332550" y="1436725"/>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Theory Lesson</a:t>
            </a:r>
            <a:endParaRPr/>
          </a:p>
        </p:txBody>
      </p:sp>
      <p:sp>
        <p:nvSpPr>
          <p:cNvPr id="867" name="Google Shape;867;p89"/>
          <p:cNvSpPr txBox="1">
            <a:spLocks noGrp="1"/>
          </p:cNvSpPr>
          <p:nvPr>
            <p:ph type="title" idx="3"/>
          </p:nvPr>
        </p:nvSpPr>
        <p:spPr>
          <a:xfrm flipH="1">
            <a:off x="2850125" y="2419862"/>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868" name="Google Shape;868;p89"/>
          <p:cNvSpPr txBox="1">
            <a:spLocks noGrp="1"/>
          </p:cNvSpPr>
          <p:nvPr>
            <p:ph type="subTitle" idx="4"/>
          </p:nvPr>
        </p:nvSpPr>
        <p:spPr>
          <a:xfrm>
            <a:off x="3722225" y="275546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869" name="Google Shape;869;p89"/>
          <p:cNvSpPr txBox="1">
            <a:spLocks noGrp="1"/>
          </p:cNvSpPr>
          <p:nvPr>
            <p:ph type="subTitle" idx="5"/>
          </p:nvPr>
        </p:nvSpPr>
        <p:spPr>
          <a:xfrm>
            <a:off x="3722225" y="2419850"/>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Features of the Topic</a:t>
            </a:r>
            <a:endParaRPr/>
          </a:p>
        </p:txBody>
      </p:sp>
      <p:sp>
        <p:nvSpPr>
          <p:cNvPr id="870" name="Google Shape;870;p89"/>
          <p:cNvSpPr txBox="1">
            <a:spLocks noGrp="1"/>
          </p:cNvSpPr>
          <p:nvPr>
            <p:ph type="title" idx="6"/>
          </p:nvPr>
        </p:nvSpPr>
        <p:spPr>
          <a:xfrm flipH="1">
            <a:off x="4242875" y="3400212"/>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871" name="Google Shape;871;p89"/>
          <p:cNvSpPr txBox="1">
            <a:spLocks noGrp="1"/>
          </p:cNvSpPr>
          <p:nvPr>
            <p:ph type="subTitle" idx="7"/>
          </p:nvPr>
        </p:nvSpPr>
        <p:spPr>
          <a:xfrm>
            <a:off x="5114975" y="373859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872" name="Google Shape;872;p89"/>
          <p:cNvSpPr txBox="1">
            <a:spLocks noGrp="1"/>
          </p:cNvSpPr>
          <p:nvPr>
            <p:ph type="subTitle" idx="8"/>
          </p:nvPr>
        </p:nvSpPr>
        <p:spPr>
          <a:xfrm>
            <a:off x="5114975" y="3400200"/>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Practical Exercise</a:t>
            </a:r>
            <a:endParaRPr/>
          </a:p>
        </p:txBody>
      </p:sp>
      <p:sp>
        <p:nvSpPr>
          <p:cNvPr id="873" name="Google Shape;873;p89"/>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a:t>
            </a:r>
            <a:r>
              <a:rPr lang="en">
                <a:solidFill>
                  <a:schemeClr val="accent2"/>
                </a:solidFill>
              </a:rPr>
              <a:t>‘Contents’</a:t>
            </a:r>
            <a:r>
              <a:rPr lang="en"/>
              <a:t> </a:t>
            </a:r>
            <a:r>
              <a:rPr lang="en">
                <a:solidFill>
                  <a:schemeClr val="accent6"/>
                </a:solidFill>
              </a:rPr>
              <a:t>{</a:t>
            </a:r>
            <a:endParaRPr>
              <a:solidFill>
                <a:schemeClr val="accent6"/>
              </a:solidFill>
            </a:endParaRPr>
          </a:p>
        </p:txBody>
      </p:sp>
      <p:grpSp>
        <p:nvGrpSpPr>
          <p:cNvPr id="874" name="Google Shape;874;p89"/>
          <p:cNvGrpSpPr/>
          <p:nvPr/>
        </p:nvGrpSpPr>
        <p:grpSpPr>
          <a:xfrm>
            <a:off x="1084825" y="1168950"/>
            <a:ext cx="506100" cy="3401075"/>
            <a:chOff x="1084825" y="1168950"/>
            <a:chExt cx="506100" cy="3401075"/>
          </a:xfrm>
        </p:grpSpPr>
        <p:sp>
          <p:nvSpPr>
            <p:cNvPr id="875" name="Google Shape;875;p8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876" name="Google Shape;876;p89"/>
            <p:cNvCxnSpPr/>
            <p:nvPr/>
          </p:nvCxnSpPr>
          <p:spPr>
            <a:xfrm>
              <a:off x="1337875" y="1168950"/>
              <a:ext cx="0" cy="2764500"/>
            </a:xfrm>
            <a:prstGeom prst="straightConnector1">
              <a:avLst/>
            </a:prstGeom>
            <a:noFill/>
            <a:ln w="9525" cap="flat" cmpd="sng">
              <a:solidFill>
                <a:schemeClr val="accent4"/>
              </a:solidFill>
              <a:prstDash val="solid"/>
              <a:round/>
              <a:headEnd type="none" w="med" len="med"/>
              <a:tailEnd type="none" w="med" len="med"/>
            </a:ln>
          </p:spPr>
        </p:cxnSp>
      </p:grpSp>
      <p:sp>
        <p:nvSpPr>
          <p:cNvPr id="877" name="Google Shape;877;p89"/>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78" name="Google Shape;878;p89"/>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79" name="Google Shape;879;p89"/>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883"/>
        <p:cNvGrpSpPr/>
        <p:nvPr/>
      </p:nvGrpSpPr>
      <p:grpSpPr>
        <a:xfrm>
          <a:off x="0" y="0"/>
          <a:ext cx="0" cy="0"/>
          <a:chOff x="0" y="0"/>
          <a:chExt cx="0" cy="0"/>
        </a:xfrm>
      </p:grpSpPr>
      <p:sp>
        <p:nvSpPr>
          <p:cNvPr id="884" name="Google Shape;884;p90"/>
          <p:cNvSpPr txBox="1">
            <a:spLocks noGrp="1"/>
          </p:cNvSpPr>
          <p:nvPr>
            <p:ph type="title"/>
          </p:nvPr>
        </p:nvSpPr>
        <p:spPr>
          <a:xfrm flipH="1">
            <a:off x="2054663" y="586975"/>
            <a:ext cx="1842300" cy="11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5000"/>
              <a:t>01 </a:t>
            </a:r>
            <a:r>
              <a:rPr lang="en" sz="5000">
                <a:solidFill>
                  <a:schemeClr val="accent6"/>
                </a:solidFill>
              </a:rPr>
              <a:t>{</a:t>
            </a:r>
            <a:endParaRPr sz="5000">
              <a:solidFill>
                <a:schemeClr val="accent6"/>
              </a:solidFill>
            </a:endParaRPr>
          </a:p>
        </p:txBody>
      </p:sp>
      <p:sp>
        <p:nvSpPr>
          <p:cNvPr id="885" name="Google Shape;885;p90"/>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Theory Lesson</a:t>
            </a:r>
            <a:r>
              <a:rPr lang="en">
                <a:solidFill>
                  <a:schemeClr val="accent6"/>
                </a:solidFill>
              </a:rPr>
              <a:t>]</a:t>
            </a:r>
            <a:r>
              <a:rPr lang="en">
                <a:solidFill>
                  <a:schemeClr val="accent1"/>
                </a:solidFill>
              </a:rPr>
              <a:t> </a:t>
            </a:r>
            <a:endParaRPr>
              <a:solidFill>
                <a:schemeClr val="accent3"/>
              </a:solidFill>
            </a:endParaRPr>
          </a:p>
        </p:txBody>
      </p:sp>
      <p:sp>
        <p:nvSpPr>
          <p:cNvPr id="886" name="Google Shape;886;p90"/>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887" name="Google Shape;887;p90"/>
          <p:cNvSpPr txBox="1"/>
          <p:nvPr/>
        </p:nvSpPr>
        <p:spPr>
          <a:xfrm>
            <a:off x="2127375" y="3586575"/>
            <a:ext cx="506100" cy="783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888" name="Google Shape;888;p90"/>
          <p:cNvCxnSpPr>
            <a:endCxn id="887" idx="0"/>
          </p:cNvCxnSpPr>
          <p:nvPr/>
        </p:nvCxnSpPr>
        <p:spPr>
          <a:xfrm>
            <a:off x="2380425" y="1478475"/>
            <a:ext cx="0" cy="2108100"/>
          </a:xfrm>
          <a:prstGeom prst="straightConnector1">
            <a:avLst/>
          </a:prstGeom>
          <a:noFill/>
          <a:ln w="9525" cap="flat" cmpd="sng">
            <a:solidFill>
              <a:schemeClr val="accent4"/>
            </a:solidFill>
            <a:prstDash val="solid"/>
            <a:round/>
            <a:headEnd type="none" w="med" len="med"/>
            <a:tailEnd type="none" w="med" len="med"/>
          </a:ln>
        </p:spPr>
      </p:cxnSp>
      <p:sp>
        <p:nvSpPr>
          <p:cNvPr id="889" name="Google Shape;889;p9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90" name="Google Shape;890;p9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91" name="Google Shape;891;p9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895"/>
        <p:cNvGrpSpPr/>
        <p:nvPr/>
      </p:nvGrpSpPr>
      <p:grpSpPr>
        <a:xfrm>
          <a:off x="0" y="0"/>
          <a:ext cx="0" cy="0"/>
          <a:chOff x="0" y="0"/>
          <a:chExt cx="0" cy="0"/>
        </a:xfrm>
      </p:grpSpPr>
      <p:sp>
        <p:nvSpPr>
          <p:cNvPr id="896" name="Google Shape;896;p91"/>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System—it’s only a bit larger than the Moon &gt;</a:t>
            </a:r>
            <a:endParaRPr/>
          </a:p>
        </p:txBody>
      </p:sp>
      <p:sp>
        <p:nvSpPr>
          <p:cNvPr id="897" name="Google Shape;897;p91"/>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beautiful name and is the second planet from the Sun. It’s hot and has a poisonous atmosphere &gt;</a:t>
            </a:r>
            <a:endParaRPr/>
          </a:p>
        </p:txBody>
      </p:sp>
      <p:sp>
        <p:nvSpPr>
          <p:cNvPr id="898" name="Google Shape;898;p91"/>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Concepts &lt; /2 &gt;</a:t>
            </a:r>
            <a:r>
              <a:rPr lang="en">
                <a:solidFill>
                  <a:schemeClr val="lt1"/>
                </a:solidFill>
              </a:rPr>
              <a:t> </a:t>
            </a:r>
            <a:r>
              <a:rPr lang="en">
                <a:solidFill>
                  <a:schemeClr val="accent6"/>
                </a:solidFill>
              </a:rPr>
              <a:t>{</a:t>
            </a:r>
            <a:endParaRPr>
              <a:solidFill>
                <a:schemeClr val="accent6"/>
              </a:solidFill>
            </a:endParaRPr>
          </a:p>
        </p:txBody>
      </p:sp>
      <p:sp>
        <p:nvSpPr>
          <p:cNvPr id="899" name="Google Shape;899;p91"/>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Concepts &lt; /1 &gt; </a:t>
            </a:r>
            <a:r>
              <a:rPr lang="en">
                <a:solidFill>
                  <a:schemeClr val="accent6"/>
                </a:solidFill>
              </a:rPr>
              <a:t>{</a:t>
            </a:r>
            <a:r>
              <a:rPr lang="en"/>
              <a:t> </a:t>
            </a:r>
            <a:endParaRPr/>
          </a:p>
        </p:txBody>
      </p:sp>
      <p:grpSp>
        <p:nvGrpSpPr>
          <p:cNvPr id="900" name="Google Shape;900;p91"/>
          <p:cNvGrpSpPr/>
          <p:nvPr/>
        </p:nvGrpSpPr>
        <p:grpSpPr>
          <a:xfrm>
            <a:off x="1707884" y="1417701"/>
            <a:ext cx="320076" cy="320076"/>
            <a:chOff x="1562938" y="4248450"/>
            <a:chExt cx="475950" cy="475950"/>
          </a:xfrm>
        </p:grpSpPr>
        <p:sp>
          <p:nvSpPr>
            <p:cNvPr id="901" name="Google Shape;901;p91"/>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91"/>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91"/>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91"/>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91"/>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91"/>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91"/>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91"/>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91"/>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91"/>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91"/>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91"/>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91"/>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91"/>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91"/>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 name="Google Shape;916;p91"/>
          <p:cNvGrpSpPr/>
          <p:nvPr/>
        </p:nvGrpSpPr>
        <p:grpSpPr>
          <a:xfrm>
            <a:off x="1707878" y="3444511"/>
            <a:ext cx="320088" cy="260682"/>
            <a:chOff x="5899913" y="4248925"/>
            <a:chExt cx="639025" cy="524300"/>
          </a:xfrm>
        </p:grpSpPr>
        <p:sp>
          <p:nvSpPr>
            <p:cNvPr id="917" name="Google Shape;917;p91"/>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91"/>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91"/>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91"/>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91"/>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91"/>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91"/>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91"/>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91"/>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 name="Google Shape;926;p9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927" name="Google Shape;927;p9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928" name="Google Shape;928;p9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929" name="Google Shape;929;p91"/>
          <p:cNvGrpSpPr/>
          <p:nvPr/>
        </p:nvGrpSpPr>
        <p:grpSpPr>
          <a:xfrm>
            <a:off x="1614876" y="1364434"/>
            <a:ext cx="506092" cy="426611"/>
            <a:chOff x="1665363" y="1706700"/>
            <a:chExt cx="578325" cy="487500"/>
          </a:xfrm>
        </p:grpSpPr>
        <p:sp>
          <p:nvSpPr>
            <p:cNvPr id="930" name="Google Shape;930;p9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9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 name="Google Shape;932;p91"/>
          <p:cNvGrpSpPr/>
          <p:nvPr/>
        </p:nvGrpSpPr>
        <p:grpSpPr>
          <a:xfrm>
            <a:off x="1614876" y="3361546"/>
            <a:ext cx="506092" cy="426611"/>
            <a:chOff x="1665363" y="1706700"/>
            <a:chExt cx="578325" cy="487500"/>
          </a:xfrm>
        </p:grpSpPr>
        <p:sp>
          <p:nvSpPr>
            <p:cNvPr id="933" name="Google Shape;933;p9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9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 name="Google Shape;935;p91"/>
          <p:cNvGrpSpPr/>
          <p:nvPr/>
        </p:nvGrpSpPr>
        <p:grpSpPr>
          <a:xfrm>
            <a:off x="1084825" y="3203163"/>
            <a:ext cx="506100" cy="1366863"/>
            <a:chOff x="1084825" y="3203163"/>
            <a:chExt cx="506100" cy="1366863"/>
          </a:xfrm>
        </p:grpSpPr>
        <p:cxnSp>
          <p:nvCxnSpPr>
            <p:cNvPr id="936" name="Google Shape;936;p9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937" name="Google Shape;937;p9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grpSp>
        <p:nvGrpSpPr>
          <p:cNvPr id="938" name="Google Shape;938;p91"/>
          <p:cNvGrpSpPr/>
          <p:nvPr/>
        </p:nvGrpSpPr>
        <p:grpSpPr>
          <a:xfrm>
            <a:off x="1084825" y="1208049"/>
            <a:ext cx="506100" cy="1366863"/>
            <a:chOff x="1084825" y="3203163"/>
            <a:chExt cx="506100" cy="1366863"/>
          </a:xfrm>
        </p:grpSpPr>
        <p:cxnSp>
          <p:nvCxnSpPr>
            <p:cNvPr id="939" name="Google Shape;939;p9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940" name="Google Shape;940;p9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944"/>
        <p:cNvGrpSpPr/>
        <p:nvPr/>
      </p:nvGrpSpPr>
      <p:grpSpPr>
        <a:xfrm>
          <a:off x="0" y="0"/>
          <a:ext cx="0" cy="0"/>
          <a:chOff x="0" y="0"/>
          <a:chExt cx="0" cy="0"/>
        </a:xfrm>
      </p:grpSpPr>
      <p:sp>
        <p:nvSpPr>
          <p:cNvPr id="945" name="Google Shape;945;p92"/>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Introduction; </a:t>
            </a:r>
            <a:r>
              <a:rPr lang="en">
                <a:solidFill>
                  <a:schemeClr val="accent6"/>
                </a:solidFill>
              </a:rPr>
              <a:t>{</a:t>
            </a:r>
            <a:endParaRPr>
              <a:solidFill>
                <a:schemeClr val="accent6"/>
              </a:solidFill>
            </a:endParaRPr>
          </a:p>
        </p:txBody>
      </p:sp>
      <p:sp>
        <p:nvSpPr>
          <p:cNvPr id="946" name="Google Shape;946;p92"/>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‘Here you can give a brief description of the topic you want to talk about’</a:t>
            </a:r>
            <a:endParaRPr>
              <a:solidFill>
                <a:schemeClr val="accent2"/>
              </a:solidFill>
            </a:endParaRPr>
          </a:p>
          <a:p>
            <a:pPr marL="449116" lvl="0" indent="0" algn="l" rtl="0">
              <a:spcBef>
                <a:spcPts val="1000"/>
              </a:spcBef>
              <a:spcAft>
                <a:spcPts val="0"/>
              </a:spcAft>
              <a:buNone/>
            </a:pPr>
            <a:r>
              <a:rPr lang="en">
                <a:solidFill>
                  <a:schemeClr val="accent6"/>
                </a:solidFill>
              </a:rPr>
              <a:t>&lt;</a:t>
            </a:r>
            <a:r>
              <a:rPr lang="en">
                <a:solidFill>
                  <a:schemeClr val="accent1"/>
                </a:solidFill>
              </a:rPr>
              <a:t>p</a:t>
            </a:r>
            <a:r>
              <a:rPr lang="en">
                <a:solidFill>
                  <a:schemeClr val="accent3"/>
                </a:solidFill>
              </a:rPr>
              <a:t> For example, if you want to talk about Mercury, you can say that it’s the smallest planet in the entire Solar System &gt;</a:t>
            </a:r>
            <a:endParaRPr>
              <a:solidFill>
                <a:schemeClr val="accent3"/>
              </a:solidFill>
            </a:endParaRPr>
          </a:p>
        </p:txBody>
      </p:sp>
      <p:grpSp>
        <p:nvGrpSpPr>
          <p:cNvPr id="947" name="Google Shape;947;p92"/>
          <p:cNvGrpSpPr/>
          <p:nvPr/>
        </p:nvGrpSpPr>
        <p:grpSpPr>
          <a:xfrm>
            <a:off x="1084825" y="1168950"/>
            <a:ext cx="506100" cy="3431975"/>
            <a:chOff x="1084825" y="1168950"/>
            <a:chExt cx="506100" cy="3431975"/>
          </a:xfrm>
        </p:grpSpPr>
        <p:sp>
          <p:nvSpPr>
            <p:cNvPr id="948" name="Google Shape;948;p92"/>
            <p:cNvSpPr txBox="1"/>
            <p:nvPr/>
          </p:nvSpPr>
          <p:spPr>
            <a:xfrm>
              <a:off x="1084825" y="3954425"/>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949" name="Google Shape;949;p92"/>
            <p:cNvCxnSpPr/>
            <p:nvPr/>
          </p:nvCxnSpPr>
          <p:spPr>
            <a:xfrm>
              <a:off x="1337875" y="1168950"/>
              <a:ext cx="0" cy="2767200"/>
            </a:xfrm>
            <a:prstGeom prst="straightConnector1">
              <a:avLst/>
            </a:prstGeom>
            <a:noFill/>
            <a:ln w="9525" cap="flat" cmpd="sng">
              <a:solidFill>
                <a:schemeClr val="accent4"/>
              </a:solidFill>
              <a:prstDash val="solid"/>
              <a:round/>
              <a:headEnd type="none" w="med" len="med"/>
              <a:tailEnd type="none" w="med" len="med"/>
            </a:ln>
          </p:spPr>
        </p:cxnSp>
      </p:grpSp>
      <p:grpSp>
        <p:nvGrpSpPr>
          <p:cNvPr id="950" name="Google Shape;950;p92"/>
          <p:cNvGrpSpPr/>
          <p:nvPr/>
        </p:nvGrpSpPr>
        <p:grpSpPr>
          <a:xfrm>
            <a:off x="2008321" y="2971150"/>
            <a:ext cx="667800" cy="902750"/>
            <a:chOff x="2008321" y="2971150"/>
            <a:chExt cx="667800" cy="902750"/>
          </a:xfrm>
        </p:grpSpPr>
        <p:cxnSp>
          <p:nvCxnSpPr>
            <p:cNvPr id="951" name="Google Shape;951;p92"/>
            <p:cNvCxnSpPr/>
            <p:nvPr/>
          </p:nvCxnSpPr>
          <p:spPr>
            <a:xfrm>
              <a:off x="2280025" y="2971150"/>
              <a:ext cx="0" cy="521700"/>
            </a:xfrm>
            <a:prstGeom prst="straightConnector1">
              <a:avLst/>
            </a:prstGeom>
            <a:noFill/>
            <a:ln w="9525" cap="flat" cmpd="sng">
              <a:solidFill>
                <a:schemeClr val="accent4"/>
              </a:solidFill>
              <a:prstDash val="solid"/>
              <a:round/>
              <a:headEnd type="none" w="med" len="med"/>
              <a:tailEnd type="none" w="med" len="med"/>
            </a:ln>
          </p:spPr>
        </p:cxnSp>
        <p:sp>
          <p:nvSpPr>
            <p:cNvPr id="952" name="Google Shape;952;p92"/>
            <p:cNvSpPr txBox="1"/>
            <p:nvPr/>
          </p:nvSpPr>
          <p:spPr>
            <a:xfrm>
              <a:off x="2008321" y="3473700"/>
              <a:ext cx="6678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accent6"/>
                  </a:solidFill>
                  <a:latin typeface="Fira Code"/>
                  <a:ea typeface="Fira Code"/>
                  <a:cs typeface="Fira Code"/>
                  <a:sym typeface="Fira Code"/>
                </a:rPr>
                <a:t>&lt;</a:t>
              </a:r>
              <a:r>
                <a:rPr lang="en">
                  <a:solidFill>
                    <a:schemeClr val="accent1"/>
                  </a:solidFill>
                  <a:latin typeface="Fira Code"/>
                  <a:ea typeface="Fira Code"/>
                  <a:cs typeface="Fira Code"/>
                  <a:sym typeface="Fira Code"/>
                </a:rPr>
                <a:t>/p</a:t>
              </a:r>
              <a:r>
                <a:rPr lang="en">
                  <a:solidFill>
                    <a:schemeClr val="accent6"/>
                  </a:solidFill>
                  <a:latin typeface="Fira Code"/>
                  <a:ea typeface="Fira Code"/>
                  <a:cs typeface="Fira Code"/>
                  <a:sym typeface="Fira Code"/>
                </a:rPr>
                <a:t>&gt;</a:t>
              </a:r>
              <a:endParaRPr>
                <a:solidFill>
                  <a:schemeClr val="accent6"/>
                </a:solidFill>
                <a:latin typeface="Fira Code"/>
                <a:ea typeface="Fira Code"/>
                <a:cs typeface="Fira Code"/>
                <a:sym typeface="Fira Code"/>
              </a:endParaRPr>
            </a:p>
          </p:txBody>
        </p:sp>
      </p:grpSp>
      <p:sp>
        <p:nvSpPr>
          <p:cNvPr id="953" name="Google Shape;953;p92"/>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954" name="Google Shape;954;p92"/>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955" name="Google Shape;955;p92"/>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959"/>
        <p:cNvGrpSpPr/>
        <p:nvPr/>
      </p:nvGrpSpPr>
      <p:grpSpPr>
        <a:xfrm>
          <a:off x="0" y="0"/>
          <a:ext cx="0" cy="0"/>
          <a:chOff x="0" y="0"/>
          <a:chExt cx="0" cy="0"/>
        </a:xfrm>
      </p:grpSpPr>
      <p:cxnSp>
        <p:nvCxnSpPr>
          <p:cNvPr id="960" name="Google Shape;960;p93"/>
          <p:cNvCxnSpPr>
            <a:stCxn id="961" idx="1"/>
            <a:endCxn id="962" idx="1"/>
          </p:cNvCxnSpPr>
          <p:nvPr/>
        </p:nvCxnSpPr>
        <p:spPr>
          <a:xfrm>
            <a:off x="2798125"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963" name="Google Shape;963;p9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a:t>
            </a:r>
            <a:r>
              <a:rPr lang="en">
                <a:solidFill>
                  <a:schemeClr val="accent2"/>
                </a:solidFill>
              </a:rPr>
              <a:t>‘Topic About ?’ </a:t>
            </a:r>
            <a:r>
              <a:rPr lang="en">
                <a:solidFill>
                  <a:schemeClr val="accent6"/>
                </a:solidFill>
              </a:rPr>
              <a:t>{</a:t>
            </a:r>
            <a:endParaRPr>
              <a:solidFill>
                <a:schemeClr val="accent6"/>
              </a:solidFill>
            </a:endParaRPr>
          </a:p>
        </p:txBody>
      </p:sp>
      <p:grpSp>
        <p:nvGrpSpPr>
          <p:cNvPr id="964" name="Google Shape;964;p93"/>
          <p:cNvGrpSpPr/>
          <p:nvPr/>
        </p:nvGrpSpPr>
        <p:grpSpPr>
          <a:xfrm>
            <a:off x="1084825" y="1153725"/>
            <a:ext cx="506100" cy="3416300"/>
            <a:chOff x="1084825" y="1153725"/>
            <a:chExt cx="506100" cy="3416300"/>
          </a:xfrm>
        </p:grpSpPr>
        <p:sp>
          <p:nvSpPr>
            <p:cNvPr id="965" name="Google Shape;965;p93"/>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966" name="Google Shape;966;p93"/>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sp>
        <p:nvSpPr>
          <p:cNvPr id="967" name="Google Shape;967;p93"/>
          <p:cNvSpPr txBox="1"/>
          <p:nvPr/>
        </p:nvSpPr>
        <p:spPr>
          <a:xfrm>
            <a:off x="1642225" y="1276463"/>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Languages</a:t>
            </a:r>
            <a:endParaRPr sz="2000">
              <a:solidFill>
                <a:schemeClr val="accent1"/>
              </a:solidFill>
              <a:latin typeface="Fira Code"/>
              <a:ea typeface="Fira Code"/>
              <a:cs typeface="Fira Code"/>
              <a:sym typeface="Fira Code"/>
            </a:endParaRPr>
          </a:p>
        </p:txBody>
      </p:sp>
      <p:sp>
        <p:nvSpPr>
          <p:cNvPr id="968" name="Google Shape;968;p93"/>
          <p:cNvSpPr txBox="1"/>
          <p:nvPr/>
        </p:nvSpPr>
        <p:spPr>
          <a:xfrm>
            <a:off x="1642225" y="2982667"/>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Create a web page</a:t>
            </a:r>
            <a:endParaRPr sz="2000">
              <a:solidFill>
                <a:schemeClr val="accent1"/>
              </a:solidFill>
              <a:latin typeface="Fira Code"/>
              <a:ea typeface="Fira Code"/>
              <a:cs typeface="Fira Code"/>
              <a:sym typeface="Fira Code"/>
            </a:endParaRPr>
          </a:p>
        </p:txBody>
      </p:sp>
      <p:sp>
        <p:nvSpPr>
          <p:cNvPr id="969" name="Google Shape;969;p93"/>
          <p:cNvSpPr txBox="1"/>
          <p:nvPr/>
        </p:nvSpPr>
        <p:spPr>
          <a:xfrm>
            <a:off x="209275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lt2"/>
                </a:solidFill>
                <a:latin typeface="Fira Code"/>
                <a:ea typeface="Fira Code"/>
                <a:cs typeface="Fira Code"/>
                <a:sym typeface="Fira Code"/>
              </a:rPr>
              <a:t>Html</a:t>
            </a:r>
            <a:endParaRPr sz="1600">
              <a:solidFill>
                <a:schemeClr val="lt2"/>
              </a:solidFill>
              <a:latin typeface="Fira Code"/>
              <a:ea typeface="Fira Code"/>
              <a:cs typeface="Fira Code"/>
              <a:sym typeface="Fira Code"/>
            </a:endParaRPr>
          </a:p>
        </p:txBody>
      </p:sp>
      <p:sp>
        <p:nvSpPr>
          <p:cNvPr id="961" name="Google Shape;961;p93"/>
          <p:cNvSpPr/>
          <p:nvPr/>
        </p:nvSpPr>
        <p:spPr>
          <a:xfrm>
            <a:off x="2798125" y="1880842"/>
            <a:ext cx="778200" cy="134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93"/>
          <p:cNvSpPr txBox="1"/>
          <p:nvPr/>
        </p:nvSpPr>
        <p:spPr>
          <a:xfrm>
            <a:off x="2092750"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Mercury is the smallest planet in the entire Solar System &gt;</a:t>
            </a:r>
            <a:endParaRPr>
              <a:solidFill>
                <a:schemeClr val="accent3"/>
              </a:solidFill>
              <a:latin typeface="Fira Code"/>
              <a:ea typeface="Fira Code"/>
              <a:cs typeface="Fira Code"/>
              <a:sym typeface="Fira Code"/>
            </a:endParaRPr>
          </a:p>
        </p:txBody>
      </p:sp>
      <p:sp>
        <p:nvSpPr>
          <p:cNvPr id="962" name="Google Shape;962;p93"/>
          <p:cNvSpPr txBox="1"/>
          <p:nvPr/>
        </p:nvSpPr>
        <p:spPr>
          <a:xfrm>
            <a:off x="396300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60%</a:t>
            </a:r>
            <a:endParaRPr>
              <a:solidFill>
                <a:schemeClr val="accent3"/>
              </a:solidFill>
              <a:latin typeface="Fira Code"/>
              <a:ea typeface="Fira Code"/>
              <a:cs typeface="Fira Code"/>
              <a:sym typeface="Fira Code"/>
            </a:endParaRPr>
          </a:p>
        </p:txBody>
      </p:sp>
      <p:cxnSp>
        <p:nvCxnSpPr>
          <p:cNvPr id="971" name="Google Shape;971;p93"/>
          <p:cNvCxnSpPr>
            <a:stCxn id="972" idx="1"/>
            <a:endCxn id="973" idx="1"/>
          </p:cNvCxnSpPr>
          <p:nvPr/>
        </p:nvCxnSpPr>
        <p:spPr>
          <a:xfrm>
            <a:off x="5745650"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974" name="Google Shape;974;p93"/>
          <p:cNvSpPr txBox="1"/>
          <p:nvPr/>
        </p:nvSpPr>
        <p:spPr>
          <a:xfrm>
            <a:off x="504027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Fira Code"/>
                <a:ea typeface="Fira Code"/>
                <a:cs typeface="Fira Code"/>
                <a:sym typeface="Fira Code"/>
              </a:rPr>
              <a:t>Css</a:t>
            </a:r>
            <a:endParaRPr sz="1600">
              <a:solidFill>
                <a:schemeClr val="dk2"/>
              </a:solidFill>
              <a:latin typeface="Fira Code"/>
              <a:ea typeface="Fira Code"/>
              <a:cs typeface="Fira Code"/>
              <a:sym typeface="Fira Code"/>
            </a:endParaRPr>
          </a:p>
        </p:txBody>
      </p:sp>
      <p:sp>
        <p:nvSpPr>
          <p:cNvPr id="972" name="Google Shape;972;p93"/>
          <p:cNvSpPr/>
          <p:nvPr/>
        </p:nvSpPr>
        <p:spPr>
          <a:xfrm>
            <a:off x="5745650" y="1880842"/>
            <a:ext cx="506100" cy="134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93"/>
          <p:cNvSpPr txBox="1"/>
          <p:nvPr/>
        </p:nvSpPr>
        <p:spPr>
          <a:xfrm>
            <a:off x="5040275"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The Earth is the only one that harbors life in the Solar System &gt;</a:t>
            </a:r>
            <a:endParaRPr>
              <a:solidFill>
                <a:schemeClr val="accent3"/>
              </a:solidFill>
              <a:latin typeface="Fira Code"/>
              <a:ea typeface="Fira Code"/>
              <a:cs typeface="Fira Code"/>
              <a:sym typeface="Fira Code"/>
            </a:endParaRPr>
          </a:p>
        </p:txBody>
      </p:sp>
      <p:sp>
        <p:nvSpPr>
          <p:cNvPr id="973" name="Google Shape;973;p93"/>
          <p:cNvSpPr txBox="1"/>
          <p:nvPr/>
        </p:nvSpPr>
        <p:spPr>
          <a:xfrm>
            <a:off x="691052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40%</a:t>
            </a:r>
            <a:endParaRPr>
              <a:solidFill>
                <a:schemeClr val="accent3"/>
              </a:solidFill>
              <a:latin typeface="Fira Code"/>
              <a:ea typeface="Fira Code"/>
              <a:cs typeface="Fira Code"/>
              <a:sym typeface="Fira Code"/>
            </a:endParaRPr>
          </a:p>
        </p:txBody>
      </p:sp>
      <p:grpSp>
        <p:nvGrpSpPr>
          <p:cNvPr id="976" name="Google Shape;976;p93"/>
          <p:cNvGrpSpPr/>
          <p:nvPr/>
        </p:nvGrpSpPr>
        <p:grpSpPr>
          <a:xfrm>
            <a:off x="4288657" y="3527161"/>
            <a:ext cx="365741" cy="365763"/>
            <a:chOff x="1776263" y="1291425"/>
            <a:chExt cx="431400" cy="431375"/>
          </a:xfrm>
        </p:grpSpPr>
        <p:sp>
          <p:nvSpPr>
            <p:cNvPr id="977" name="Google Shape;977;p93"/>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93"/>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93"/>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93"/>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93"/>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93"/>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93"/>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93"/>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93"/>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93"/>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93"/>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93"/>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 name="Google Shape;989;p93"/>
          <p:cNvGrpSpPr/>
          <p:nvPr/>
        </p:nvGrpSpPr>
        <p:grpSpPr>
          <a:xfrm>
            <a:off x="6522835" y="3527165"/>
            <a:ext cx="365742" cy="365754"/>
            <a:chOff x="3826463" y="1356825"/>
            <a:chExt cx="366475" cy="366450"/>
          </a:xfrm>
        </p:grpSpPr>
        <p:sp>
          <p:nvSpPr>
            <p:cNvPr id="990" name="Google Shape;990;p93"/>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93"/>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93"/>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93"/>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93"/>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93"/>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93"/>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93"/>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93"/>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93"/>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93"/>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93"/>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 name="Google Shape;1002;p93"/>
          <p:cNvGrpSpPr/>
          <p:nvPr/>
        </p:nvGrpSpPr>
        <p:grpSpPr>
          <a:xfrm>
            <a:off x="2188928" y="3527177"/>
            <a:ext cx="231293" cy="365730"/>
            <a:chOff x="1461488" y="3250125"/>
            <a:chExt cx="394900" cy="624325"/>
          </a:xfrm>
        </p:grpSpPr>
        <p:sp>
          <p:nvSpPr>
            <p:cNvPr id="1003" name="Google Shape;1003;p93"/>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93"/>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93"/>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93"/>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93"/>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 name="Google Shape;1008;p93"/>
          <p:cNvSpPr txBox="1"/>
          <p:nvPr/>
        </p:nvSpPr>
        <p:spPr>
          <a:xfrm>
            <a:off x="2479763"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nice name</a:t>
            </a:r>
            <a:endParaRPr>
              <a:solidFill>
                <a:schemeClr val="accent3"/>
              </a:solidFill>
              <a:latin typeface="Fira Code"/>
              <a:ea typeface="Fira Code"/>
              <a:cs typeface="Fira Code"/>
              <a:sym typeface="Fira Code"/>
            </a:endParaRPr>
          </a:p>
        </p:txBody>
      </p:sp>
      <p:sp>
        <p:nvSpPr>
          <p:cNvPr id="1009" name="Google Shape;1009;p93"/>
          <p:cNvSpPr txBox="1"/>
          <p:nvPr/>
        </p:nvSpPr>
        <p:spPr>
          <a:xfrm>
            <a:off x="470922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Mars is a cold place</a:t>
            </a:r>
            <a:endParaRPr>
              <a:solidFill>
                <a:schemeClr val="accent3"/>
              </a:solidFill>
              <a:latin typeface="Fira Code"/>
              <a:ea typeface="Fira Code"/>
              <a:cs typeface="Fira Code"/>
              <a:sym typeface="Fira Code"/>
            </a:endParaRPr>
          </a:p>
        </p:txBody>
      </p:sp>
      <p:sp>
        <p:nvSpPr>
          <p:cNvPr id="1010" name="Google Shape;1010;p93"/>
          <p:cNvSpPr txBox="1"/>
          <p:nvPr/>
        </p:nvSpPr>
        <p:spPr>
          <a:xfrm>
            <a:off x="697297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Jupiter is a gas giant</a:t>
            </a:r>
            <a:endParaRPr>
              <a:solidFill>
                <a:schemeClr val="accent3"/>
              </a:solidFill>
              <a:latin typeface="Fira Code"/>
              <a:ea typeface="Fira Code"/>
              <a:cs typeface="Fira Code"/>
              <a:sym typeface="Fira Code"/>
            </a:endParaRPr>
          </a:p>
        </p:txBody>
      </p:sp>
      <p:sp>
        <p:nvSpPr>
          <p:cNvPr id="1011" name="Google Shape;1011;p9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12" name="Google Shape;1012;p9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13" name="Google Shape;1013;p9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1017"/>
        <p:cNvGrpSpPr/>
        <p:nvPr/>
      </p:nvGrpSpPr>
      <p:grpSpPr>
        <a:xfrm>
          <a:off x="0" y="0"/>
          <a:ext cx="0" cy="0"/>
          <a:chOff x="0" y="0"/>
          <a:chExt cx="0" cy="0"/>
        </a:xfrm>
      </p:grpSpPr>
      <p:sp>
        <p:nvSpPr>
          <p:cNvPr id="1018" name="Google Shape;1018;p9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Features of </a:t>
            </a:r>
            <a:r>
              <a:rPr lang="en">
                <a:solidFill>
                  <a:schemeClr val="accent2"/>
                </a:solidFill>
              </a:rPr>
              <a:t>‘the Topic’ </a:t>
            </a:r>
            <a:r>
              <a:rPr lang="en">
                <a:solidFill>
                  <a:schemeClr val="accent6"/>
                </a:solidFill>
              </a:rPr>
              <a:t>{</a:t>
            </a:r>
            <a:endParaRPr>
              <a:solidFill>
                <a:schemeClr val="accent6"/>
              </a:solidFill>
            </a:endParaRPr>
          </a:p>
        </p:txBody>
      </p:sp>
      <p:sp>
        <p:nvSpPr>
          <p:cNvPr id="1019" name="Google Shape;1019;p94"/>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sp>
        <p:nvSpPr>
          <p:cNvPr id="1020" name="Google Shape;1020;p94"/>
          <p:cNvSpPr txBox="1"/>
          <p:nvPr/>
        </p:nvSpPr>
        <p:spPr>
          <a:xfrm>
            <a:off x="1630375" y="126147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Step 01</a:t>
            </a:r>
            <a:endParaRPr sz="2000">
              <a:solidFill>
                <a:schemeClr val="accent1"/>
              </a:solidFill>
              <a:latin typeface="Fira Code"/>
              <a:ea typeface="Fira Code"/>
              <a:cs typeface="Fira Code"/>
              <a:sym typeface="Fira Code"/>
            </a:endParaRPr>
          </a:p>
        </p:txBody>
      </p:sp>
      <p:sp>
        <p:nvSpPr>
          <p:cNvPr id="1021" name="Google Shape;1021;p94"/>
          <p:cNvSpPr txBox="1"/>
          <p:nvPr/>
        </p:nvSpPr>
        <p:spPr>
          <a:xfrm>
            <a:off x="2888875" y="1261450"/>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closest planet to the Sun and the smallest one</a:t>
            </a:r>
            <a:endParaRPr>
              <a:solidFill>
                <a:schemeClr val="accent3"/>
              </a:solidFill>
              <a:latin typeface="Fira Code"/>
              <a:ea typeface="Fira Code"/>
              <a:cs typeface="Fira Code"/>
              <a:sym typeface="Fira Code"/>
            </a:endParaRPr>
          </a:p>
        </p:txBody>
      </p:sp>
      <p:sp>
        <p:nvSpPr>
          <p:cNvPr id="1022" name="Google Shape;1022;p94"/>
          <p:cNvSpPr txBox="1"/>
          <p:nvPr/>
        </p:nvSpPr>
        <p:spPr>
          <a:xfrm>
            <a:off x="2068425" y="198400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lt2"/>
                </a:solidFill>
                <a:latin typeface="Fira Code"/>
                <a:ea typeface="Fira Code"/>
                <a:cs typeface="Fira Code"/>
                <a:sym typeface="Fira Code"/>
              </a:rPr>
              <a:t>Step 02</a:t>
            </a:r>
            <a:endParaRPr sz="2000">
              <a:solidFill>
                <a:schemeClr val="lt2"/>
              </a:solidFill>
              <a:latin typeface="Fira Code"/>
              <a:ea typeface="Fira Code"/>
              <a:cs typeface="Fira Code"/>
              <a:sym typeface="Fira Code"/>
            </a:endParaRPr>
          </a:p>
        </p:txBody>
      </p:sp>
      <p:sp>
        <p:nvSpPr>
          <p:cNvPr id="1023" name="Google Shape;1023;p94"/>
          <p:cNvSpPr txBox="1"/>
          <p:nvPr/>
        </p:nvSpPr>
        <p:spPr>
          <a:xfrm>
            <a:off x="3326925" y="1984008"/>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 is a gas giant and has several rings</a:t>
            </a:r>
            <a:endParaRPr>
              <a:solidFill>
                <a:schemeClr val="accent3"/>
              </a:solidFill>
              <a:latin typeface="Fira Code"/>
              <a:ea typeface="Fira Code"/>
              <a:cs typeface="Fira Code"/>
              <a:sym typeface="Fira Code"/>
            </a:endParaRPr>
          </a:p>
        </p:txBody>
      </p:sp>
      <p:sp>
        <p:nvSpPr>
          <p:cNvPr id="1024" name="Google Shape;1024;p94"/>
          <p:cNvSpPr txBox="1"/>
          <p:nvPr/>
        </p:nvSpPr>
        <p:spPr>
          <a:xfrm>
            <a:off x="2505725" y="270655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2"/>
                </a:solidFill>
                <a:latin typeface="Fira Code"/>
                <a:ea typeface="Fira Code"/>
                <a:cs typeface="Fira Code"/>
                <a:sym typeface="Fira Code"/>
              </a:rPr>
              <a:t>Step 03</a:t>
            </a:r>
            <a:endParaRPr sz="2000">
              <a:solidFill>
                <a:schemeClr val="dk2"/>
              </a:solidFill>
              <a:latin typeface="Fira Code"/>
              <a:ea typeface="Fira Code"/>
              <a:cs typeface="Fira Code"/>
              <a:sym typeface="Fira Code"/>
            </a:endParaRPr>
          </a:p>
        </p:txBody>
      </p:sp>
      <p:sp>
        <p:nvSpPr>
          <p:cNvPr id="1025" name="Google Shape;1025;p94"/>
          <p:cNvSpPr txBox="1"/>
          <p:nvPr/>
        </p:nvSpPr>
        <p:spPr>
          <a:xfrm>
            <a:off x="3764225" y="2706567"/>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The Earth is the only planet that harbors life</a:t>
            </a:r>
            <a:endParaRPr>
              <a:solidFill>
                <a:schemeClr val="accent3"/>
              </a:solidFill>
              <a:latin typeface="Fira Code"/>
              <a:ea typeface="Fira Code"/>
              <a:cs typeface="Fira Code"/>
              <a:sym typeface="Fira Code"/>
            </a:endParaRPr>
          </a:p>
        </p:txBody>
      </p:sp>
      <p:sp>
        <p:nvSpPr>
          <p:cNvPr id="1026" name="Google Shape;1026;p94"/>
          <p:cNvSpPr txBox="1"/>
          <p:nvPr/>
        </p:nvSpPr>
        <p:spPr>
          <a:xfrm>
            <a:off x="2924775" y="342912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2"/>
                </a:solidFill>
                <a:latin typeface="Fira Code"/>
                <a:ea typeface="Fira Code"/>
                <a:cs typeface="Fira Code"/>
                <a:sym typeface="Fira Code"/>
              </a:rPr>
              <a:t>Step 04</a:t>
            </a:r>
            <a:endParaRPr sz="2000">
              <a:solidFill>
                <a:schemeClr val="accent2"/>
              </a:solidFill>
              <a:latin typeface="Fira Code"/>
              <a:ea typeface="Fira Code"/>
              <a:cs typeface="Fira Code"/>
              <a:sym typeface="Fira Code"/>
            </a:endParaRPr>
          </a:p>
        </p:txBody>
      </p:sp>
      <p:sp>
        <p:nvSpPr>
          <p:cNvPr id="1027" name="Google Shape;1027;p94"/>
          <p:cNvSpPr txBox="1"/>
          <p:nvPr/>
        </p:nvSpPr>
        <p:spPr>
          <a:xfrm>
            <a:off x="4183275" y="3429125"/>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is the second planet from the Sun</a:t>
            </a:r>
            <a:endParaRPr>
              <a:solidFill>
                <a:schemeClr val="accent3"/>
              </a:solidFill>
              <a:latin typeface="Fira Code"/>
              <a:ea typeface="Fira Code"/>
              <a:cs typeface="Fira Code"/>
              <a:sym typeface="Fira Code"/>
            </a:endParaRPr>
          </a:p>
        </p:txBody>
      </p:sp>
      <p:sp>
        <p:nvSpPr>
          <p:cNvPr id="1028" name="Google Shape;1028;p9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29" name="Google Shape;1029;p9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30" name="Google Shape;1030;p9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cxnSp>
        <p:nvCxnSpPr>
          <p:cNvPr id="1031" name="Google Shape;1031;p94"/>
          <p:cNvCxnSpPr/>
          <p:nvPr/>
        </p:nvCxnSpPr>
        <p:spPr>
          <a:xfrm>
            <a:off x="1337875" y="1154900"/>
            <a:ext cx="0" cy="2778600"/>
          </a:xfrm>
          <a:prstGeom prst="straightConnector1">
            <a:avLst/>
          </a:prstGeom>
          <a:noFill/>
          <a:ln w="9525" cap="flat" cmpd="sng">
            <a:solidFill>
              <a:schemeClr val="accent4"/>
            </a:solidFill>
            <a:prstDash val="solid"/>
            <a:round/>
            <a:headEnd type="none" w="med" len="med"/>
            <a:tailEnd type="none" w="med" len="med"/>
          </a:ln>
        </p:spPr>
      </p:cxnSp>
      <p:cxnSp>
        <p:nvCxnSpPr>
          <p:cNvPr id="1032" name="Google Shape;1032;p94"/>
          <p:cNvCxnSpPr>
            <a:stCxn id="1033" idx="2"/>
            <a:endCxn id="1020" idx="1"/>
          </p:cNvCxnSpPr>
          <p:nvPr/>
        </p:nvCxnSpPr>
        <p:spPr>
          <a:xfrm>
            <a:off x="1337875" y="1553675"/>
            <a:ext cx="292500" cy="0"/>
          </a:xfrm>
          <a:prstGeom prst="straightConnector1">
            <a:avLst/>
          </a:prstGeom>
          <a:noFill/>
          <a:ln w="9525" cap="flat" cmpd="sng">
            <a:solidFill>
              <a:schemeClr val="accent4"/>
            </a:solidFill>
            <a:prstDash val="solid"/>
            <a:round/>
            <a:headEnd type="none" w="med" len="med"/>
            <a:tailEnd type="none" w="med" len="med"/>
          </a:ln>
        </p:spPr>
      </p:cxnSp>
      <p:cxnSp>
        <p:nvCxnSpPr>
          <p:cNvPr id="1034" name="Google Shape;1034;p94"/>
          <p:cNvCxnSpPr/>
          <p:nvPr/>
        </p:nvCxnSpPr>
        <p:spPr>
          <a:xfrm>
            <a:off x="1337875" y="2276200"/>
            <a:ext cx="698400" cy="0"/>
          </a:xfrm>
          <a:prstGeom prst="straightConnector1">
            <a:avLst/>
          </a:prstGeom>
          <a:noFill/>
          <a:ln w="9525" cap="flat" cmpd="sng">
            <a:solidFill>
              <a:schemeClr val="accent4"/>
            </a:solidFill>
            <a:prstDash val="solid"/>
            <a:round/>
            <a:headEnd type="none" w="med" len="med"/>
            <a:tailEnd type="none" w="med" len="med"/>
          </a:ln>
        </p:spPr>
      </p:cxnSp>
      <p:sp>
        <p:nvSpPr>
          <p:cNvPr id="1035" name="Google Shape;1035;p94"/>
          <p:cNvSpPr/>
          <p:nvPr/>
        </p:nvSpPr>
        <p:spPr>
          <a:xfrm>
            <a:off x="1280125" y="2218446"/>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6" name="Google Shape;1036;p94"/>
          <p:cNvCxnSpPr/>
          <p:nvPr/>
        </p:nvCxnSpPr>
        <p:spPr>
          <a:xfrm>
            <a:off x="1337875" y="2998763"/>
            <a:ext cx="1152000" cy="0"/>
          </a:xfrm>
          <a:prstGeom prst="straightConnector1">
            <a:avLst/>
          </a:prstGeom>
          <a:noFill/>
          <a:ln w="9525" cap="flat" cmpd="sng">
            <a:solidFill>
              <a:schemeClr val="accent4"/>
            </a:solidFill>
            <a:prstDash val="solid"/>
            <a:round/>
            <a:headEnd type="none" w="med" len="med"/>
            <a:tailEnd type="none" w="med" len="med"/>
          </a:ln>
        </p:spPr>
      </p:cxnSp>
      <p:sp>
        <p:nvSpPr>
          <p:cNvPr id="1037" name="Google Shape;1037;p94"/>
          <p:cNvSpPr/>
          <p:nvPr/>
        </p:nvSpPr>
        <p:spPr>
          <a:xfrm>
            <a:off x="1280125" y="2941004"/>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8" name="Google Shape;1038;p94"/>
          <p:cNvCxnSpPr/>
          <p:nvPr/>
        </p:nvCxnSpPr>
        <p:spPr>
          <a:xfrm>
            <a:off x="1337875" y="3721325"/>
            <a:ext cx="1587000" cy="0"/>
          </a:xfrm>
          <a:prstGeom prst="straightConnector1">
            <a:avLst/>
          </a:prstGeom>
          <a:noFill/>
          <a:ln w="9525" cap="flat" cmpd="sng">
            <a:solidFill>
              <a:schemeClr val="accent4"/>
            </a:solidFill>
            <a:prstDash val="solid"/>
            <a:round/>
            <a:headEnd type="none" w="med" len="med"/>
            <a:tailEnd type="none" w="med" len="med"/>
          </a:ln>
        </p:spPr>
      </p:cxnSp>
      <p:sp>
        <p:nvSpPr>
          <p:cNvPr id="1039" name="Google Shape;1039;p94"/>
          <p:cNvSpPr/>
          <p:nvPr/>
        </p:nvSpPr>
        <p:spPr>
          <a:xfrm>
            <a:off x="1280125" y="3663563"/>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1043"/>
        <p:cNvGrpSpPr/>
        <p:nvPr/>
      </p:nvGrpSpPr>
      <p:grpSpPr>
        <a:xfrm>
          <a:off x="0" y="0"/>
          <a:ext cx="0" cy="0"/>
          <a:chOff x="0" y="0"/>
          <a:chExt cx="0" cy="0"/>
        </a:xfrm>
      </p:grpSpPr>
      <p:sp>
        <p:nvSpPr>
          <p:cNvPr id="1044" name="Google Shape;1044;p9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Recommendations; </a:t>
            </a:r>
            <a:r>
              <a:rPr lang="en">
                <a:solidFill>
                  <a:schemeClr val="accent3"/>
                </a:solidFill>
              </a:rPr>
              <a:t>{</a:t>
            </a:r>
            <a:endParaRPr>
              <a:solidFill>
                <a:schemeClr val="accent6"/>
              </a:solidFill>
            </a:endParaRPr>
          </a:p>
        </p:txBody>
      </p:sp>
      <p:sp>
        <p:nvSpPr>
          <p:cNvPr id="1045" name="Google Shape;1045;p9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in the Solar System &gt;</a:t>
            </a:r>
            <a:endParaRPr/>
          </a:p>
        </p:txBody>
      </p:sp>
      <p:sp>
        <p:nvSpPr>
          <p:cNvPr id="1046" name="Google Shape;1046;p9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It was named after the Roman god of wealth and agriculture &gt;</a:t>
            </a:r>
            <a:endParaRPr/>
          </a:p>
        </p:txBody>
      </p:sp>
      <p:sp>
        <p:nvSpPr>
          <p:cNvPr id="1047" name="Google Shape;1047;p9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1048" name="Google Shape;1048;p9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 &gt;</a:t>
            </a:r>
            <a:endParaRPr/>
          </a:p>
        </p:txBody>
      </p:sp>
      <p:sp>
        <p:nvSpPr>
          <p:cNvPr id="1049" name="Google Shape;1049;p9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1050" name="Google Shape;1050;p9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grpSp>
        <p:nvGrpSpPr>
          <p:cNvPr id="1051" name="Google Shape;1051;p95"/>
          <p:cNvGrpSpPr/>
          <p:nvPr/>
        </p:nvGrpSpPr>
        <p:grpSpPr>
          <a:xfrm>
            <a:off x="1084825" y="1153725"/>
            <a:ext cx="506100" cy="3416300"/>
            <a:chOff x="1084825" y="1153725"/>
            <a:chExt cx="506100" cy="3416300"/>
          </a:xfrm>
        </p:grpSpPr>
        <p:sp>
          <p:nvSpPr>
            <p:cNvPr id="1052" name="Google Shape;1052;p9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053" name="Google Shape;1053;p95"/>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grpSp>
        <p:nvGrpSpPr>
          <p:cNvPr id="1054" name="Google Shape;1054;p95"/>
          <p:cNvGrpSpPr/>
          <p:nvPr/>
        </p:nvGrpSpPr>
        <p:grpSpPr>
          <a:xfrm>
            <a:off x="1877950" y="1628855"/>
            <a:ext cx="365774" cy="320040"/>
            <a:chOff x="5618463" y="1291725"/>
            <a:chExt cx="515175" cy="452225"/>
          </a:xfrm>
        </p:grpSpPr>
        <p:sp>
          <p:nvSpPr>
            <p:cNvPr id="1055" name="Google Shape;1055;p95"/>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95"/>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95"/>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95"/>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95"/>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95"/>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95"/>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95"/>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95"/>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95"/>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 name="Google Shape;1065;p95"/>
          <p:cNvGrpSpPr/>
          <p:nvPr/>
        </p:nvGrpSpPr>
        <p:grpSpPr>
          <a:xfrm>
            <a:off x="2304461" y="2622860"/>
            <a:ext cx="365778" cy="297855"/>
            <a:chOff x="5899913" y="4248925"/>
            <a:chExt cx="639025" cy="524300"/>
          </a:xfrm>
        </p:grpSpPr>
        <p:sp>
          <p:nvSpPr>
            <p:cNvPr id="1066" name="Google Shape;1066;p95"/>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95"/>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95"/>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95"/>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95"/>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95"/>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95"/>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95"/>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95"/>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 name="Google Shape;1075;p95"/>
          <p:cNvGrpSpPr/>
          <p:nvPr/>
        </p:nvGrpSpPr>
        <p:grpSpPr>
          <a:xfrm>
            <a:off x="2731004" y="3571824"/>
            <a:ext cx="365767" cy="365751"/>
            <a:chOff x="4596788" y="1356600"/>
            <a:chExt cx="315725" cy="315575"/>
          </a:xfrm>
        </p:grpSpPr>
        <p:sp>
          <p:nvSpPr>
            <p:cNvPr id="1076" name="Google Shape;1076;p95"/>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95"/>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95"/>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95"/>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 name="Google Shape;1080;p95"/>
          <p:cNvGrpSpPr/>
          <p:nvPr/>
        </p:nvGrpSpPr>
        <p:grpSpPr>
          <a:xfrm>
            <a:off x="1771675" y="1545125"/>
            <a:ext cx="578325" cy="487500"/>
            <a:chOff x="4764875" y="1706700"/>
            <a:chExt cx="578325" cy="487500"/>
          </a:xfrm>
        </p:grpSpPr>
        <p:sp>
          <p:nvSpPr>
            <p:cNvPr id="1081" name="Google Shape;1081;p9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9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 name="Google Shape;1083;p95"/>
          <p:cNvGrpSpPr/>
          <p:nvPr/>
        </p:nvGrpSpPr>
        <p:grpSpPr>
          <a:xfrm>
            <a:off x="2198188" y="2528038"/>
            <a:ext cx="578325" cy="487500"/>
            <a:chOff x="4764875" y="1706700"/>
            <a:chExt cx="578325" cy="487500"/>
          </a:xfrm>
        </p:grpSpPr>
        <p:sp>
          <p:nvSpPr>
            <p:cNvPr id="1084" name="Google Shape;1084;p9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9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 name="Google Shape;1086;p95"/>
          <p:cNvGrpSpPr/>
          <p:nvPr/>
        </p:nvGrpSpPr>
        <p:grpSpPr>
          <a:xfrm>
            <a:off x="2624725" y="3510950"/>
            <a:ext cx="578325" cy="487500"/>
            <a:chOff x="4764875" y="1706700"/>
            <a:chExt cx="578325" cy="487500"/>
          </a:xfrm>
        </p:grpSpPr>
        <p:sp>
          <p:nvSpPr>
            <p:cNvPr id="1087" name="Google Shape;1087;p9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9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 name="Google Shape;1089;p95"/>
          <p:cNvSpPr txBox="1">
            <a:spLocks noGrp="1"/>
          </p:cNvSpPr>
          <p:nvPr>
            <p:ph type="subTitle" idx="4"/>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90" name="Google Shape;1090;p95"/>
          <p:cNvSpPr txBox="1">
            <a:spLocks noGrp="1"/>
          </p:cNvSpPr>
          <p:nvPr>
            <p:ph type="subTitle" idx="4"/>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91" name="Google Shape;1091;p95"/>
          <p:cNvSpPr txBox="1">
            <a:spLocks noGrp="1"/>
          </p:cNvSpPr>
          <p:nvPr>
            <p:ph type="subTitle" idx="4"/>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1095"/>
        <p:cNvGrpSpPr/>
        <p:nvPr/>
      </p:nvGrpSpPr>
      <p:grpSpPr>
        <a:xfrm>
          <a:off x="0" y="0"/>
          <a:ext cx="0" cy="0"/>
          <a:chOff x="0" y="0"/>
          <a:chExt cx="0" cy="0"/>
        </a:xfrm>
      </p:grpSpPr>
      <p:sp>
        <p:nvSpPr>
          <p:cNvPr id="1096" name="Google Shape;1096;p9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&gt;</a:t>
            </a:r>
            <a:endParaRPr/>
          </a:p>
        </p:txBody>
      </p:sp>
      <p:sp>
        <p:nvSpPr>
          <p:cNvPr id="1097" name="Google Shape;1097;p9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&gt;</a:t>
            </a:r>
            <a:endParaRPr/>
          </a:p>
        </p:txBody>
      </p:sp>
      <p:sp>
        <p:nvSpPr>
          <p:cNvPr id="1098" name="Google Shape;1098;p9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1099" name="Google Shape;1099;p9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1100" name="Google Shape;1100;p9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nice name and high temperatures &gt;</a:t>
            </a:r>
            <a:endParaRPr/>
          </a:p>
        </p:txBody>
      </p:sp>
      <p:sp>
        <p:nvSpPr>
          <p:cNvPr id="1101" name="Google Shape;1101;p9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a gas giant and has several rings &gt;</a:t>
            </a:r>
            <a:endParaRPr/>
          </a:p>
        </p:txBody>
      </p:sp>
      <p:sp>
        <p:nvSpPr>
          <p:cNvPr id="1102" name="Google Shape;1102;p9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1103" name="Google Shape;1103;p9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1104" name="Google Shape;1104;p9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Examples About </a:t>
            </a:r>
            <a:r>
              <a:rPr lang="en">
                <a:solidFill>
                  <a:schemeClr val="accent2"/>
                </a:solidFill>
              </a:rPr>
              <a:t>‘The Topic’</a:t>
            </a:r>
            <a:r>
              <a:rPr lang="en">
                <a:solidFill>
                  <a:schemeClr val="accent6"/>
                </a:solidFill>
              </a:rPr>
              <a:t>{</a:t>
            </a:r>
            <a:endParaRPr>
              <a:solidFill>
                <a:schemeClr val="accent6"/>
              </a:solidFill>
            </a:endParaRPr>
          </a:p>
        </p:txBody>
      </p:sp>
      <p:grpSp>
        <p:nvGrpSpPr>
          <p:cNvPr id="1105" name="Google Shape;1105;p96"/>
          <p:cNvGrpSpPr/>
          <p:nvPr/>
        </p:nvGrpSpPr>
        <p:grpSpPr>
          <a:xfrm>
            <a:off x="1084825" y="1152525"/>
            <a:ext cx="506100" cy="3417500"/>
            <a:chOff x="1084825" y="1152525"/>
            <a:chExt cx="506100" cy="3417500"/>
          </a:xfrm>
        </p:grpSpPr>
        <p:sp>
          <p:nvSpPr>
            <p:cNvPr id="1106" name="Google Shape;1106;p9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107" name="Google Shape;1107;p9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grpSp>
        <p:nvGrpSpPr>
          <p:cNvPr id="1108" name="Google Shape;1108;p96"/>
          <p:cNvGrpSpPr/>
          <p:nvPr/>
        </p:nvGrpSpPr>
        <p:grpSpPr>
          <a:xfrm>
            <a:off x="1877955" y="1732523"/>
            <a:ext cx="365741" cy="365755"/>
            <a:chOff x="5165638" y="1291400"/>
            <a:chExt cx="431400" cy="431875"/>
          </a:xfrm>
        </p:grpSpPr>
        <p:sp>
          <p:nvSpPr>
            <p:cNvPr id="1109" name="Google Shape;1109;p96"/>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96"/>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96"/>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96"/>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 name="Google Shape;1113;p96"/>
          <p:cNvGrpSpPr/>
          <p:nvPr/>
        </p:nvGrpSpPr>
        <p:grpSpPr>
          <a:xfrm>
            <a:off x="5411269" y="3319749"/>
            <a:ext cx="365747" cy="365752"/>
            <a:chOff x="2036988" y="4249875"/>
            <a:chExt cx="525725" cy="524300"/>
          </a:xfrm>
        </p:grpSpPr>
        <p:sp>
          <p:nvSpPr>
            <p:cNvPr id="1114" name="Google Shape;1114;p96"/>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96"/>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96"/>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96"/>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96"/>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96"/>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96"/>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96"/>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96"/>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96"/>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96"/>
          <p:cNvGrpSpPr/>
          <p:nvPr/>
        </p:nvGrpSpPr>
        <p:grpSpPr>
          <a:xfrm>
            <a:off x="5024762" y="1732509"/>
            <a:ext cx="271150" cy="365781"/>
            <a:chOff x="4786863" y="4248100"/>
            <a:chExt cx="390650" cy="525850"/>
          </a:xfrm>
        </p:grpSpPr>
        <p:sp>
          <p:nvSpPr>
            <p:cNvPr id="1125" name="Google Shape;1125;p96"/>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96"/>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96"/>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96"/>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96"/>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96"/>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96"/>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96"/>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96"/>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 name="Google Shape;1134;p96"/>
          <p:cNvGrpSpPr/>
          <p:nvPr/>
        </p:nvGrpSpPr>
        <p:grpSpPr>
          <a:xfrm>
            <a:off x="2311771" y="3351401"/>
            <a:ext cx="365750" cy="302447"/>
            <a:chOff x="4667413" y="5261950"/>
            <a:chExt cx="475000" cy="389200"/>
          </a:xfrm>
        </p:grpSpPr>
        <p:sp>
          <p:nvSpPr>
            <p:cNvPr id="1135" name="Google Shape;1135;p96"/>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96"/>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96"/>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96"/>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96"/>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96"/>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96"/>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96"/>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96"/>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96"/>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96"/>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96"/>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 name="Google Shape;1147;p96"/>
          <p:cNvGrpSpPr/>
          <p:nvPr/>
        </p:nvGrpSpPr>
        <p:grpSpPr>
          <a:xfrm>
            <a:off x="1771663" y="1671650"/>
            <a:ext cx="578325" cy="487500"/>
            <a:chOff x="1665363" y="1706700"/>
            <a:chExt cx="578325" cy="487500"/>
          </a:xfrm>
        </p:grpSpPr>
        <p:sp>
          <p:nvSpPr>
            <p:cNvPr id="1148" name="Google Shape;1148;p96"/>
            <p:cNvSpPr/>
            <p:nvPr/>
          </p:nvSpPr>
          <p:spPr>
            <a:xfrm flipH="1">
              <a:off x="2174988"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96"/>
            <p:cNvSpPr/>
            <p:nvPr/>
          </p:nvSpPr>
          <p:spPr>
            <a:xfrm>
              <a:off x="1665363"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 name="Google Shape;1150;p96"/>
          <p:cNvGrpSpPr/>
          <p:nvPr/>
        </p:nvGrpSpPr>
        <p:grpSpPr>
          <a:xfrm>
            <a:off x="4871175" y="1671650"/>
            <a:ext cx="578325" cy="487500"/>
            <a:chOff x="4764875" y="1706700"/>
            <a:chExt cx="578325" cy="487500"/>
          </a:xfrm>
        </p:grpSpPr>
        <p:sp>
          <p:nvSpPr>
            <p:cNvPr id="1151" name="Google Shape;1151;p96"/>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96"/>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 name="Google Shape;1153;p96"/>
          <p:cNvGrpSpPr/>
          <p:nvPr/>
        </p:nvGrpSpPr>
        <p:grpSpPr>
          <a:xfrm>
            <a:off x="5304988" y="3258875"/>
            <a:ext cx="578325" cy="487500"/>
            <a:chOff x="5198688" y="3289450"/>
            <a:chExt cx="578325" cy="487500"/>
          </a:xfrm>
        </p:grpSpPr>
        <p:sp>
          <p:nvSpPr>
            <p:cNvPr id="1154" name="Google Shape;1154;p96"/>
            <p:cNvSpPr/>
            <p:nvPr/>
          </p:nvSpPr>
          <p:spPr>
            <a:xfrm flipH="1">
              <a:off x="5708313"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96"/>
            <p:cNvSpPr/>
            <p:nvPr/>
          </p:nvSpPr>
          <p:spPr>
            <a:xfrm>
              <a:off x="5198688"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 name="Google Shape;1156;p96"/>
          <p:cNvGrpSpPr/>
          <p:nvPr/>
        </p:nvGrpSpPr>
        <p:grpSpPr>
          <a:xfrm>
            <a:off x="2205475" y="3258875"/>
            <a:ext cx="578325" cy="487500"/>
            <a:chOff x="2099175" y="3289450"/>
            <a:chExt cx="578325" cy="487500"/>
          </a:xfrm>
        </p:grpSpPr>
        <p:sp>
          <p:nvSpPr>
            <p:cNvPr id="1157" name="Google Shape;1157;p96"/>
            <p:cNvSpPr/>
            <p:nvPr/>
          </p:nvSpPr>
          <p:spPr>
            <a:xfrm flipH="1">
              <a:off x="2608800"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96"/>
            <p:cNvSpPr/>
            <p:nvPr/>
          </p:nvSpPr>
          <p:spPr>
            <a:xfrm>
              <a:off x="2099175"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9" name="Google Shape;1159;p96"/>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60" name="Google Shape;1160;p96"/>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61" name="Google Shape;1161;p96"/>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1165"/>
        <p:cNvGrpSpPr/>
        <p:nvPr/>
      </p:nvGrpSpPr>
      <p:grpSpPr>
        <a:xfrm>
          <a:off x="0" y="0"/>
          <a:ext cx="0" cy="0"/>
          <a:chOff x="0" y="0"/>
          <a:chExt cx="0" cy="0"/>
        </a:xfrm>
      </p:grpSpPr>
      <p:sp>
        <p:nvSpPr>
          <p:cNvPr id="1166" name="Google Shape;1166;p97"/>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Mercury is the smallest planet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The Earth is the planet we live on</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Saturn is made of oxygen and helium</a:t>
            </a:r>
            <a:endParaRPr>
              <a:solidFill>
                <a:schemeClr val="accent3"/>
              </a:solidFill>
            </a:endParaRPr>
          </a:p>
        </p:txBody>
      </p:sp>
      <p:sp>
        <p:nvSpPr>
          <p:cNvPr id="1167" name="Google Shape;1167;p9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Practical Exercise </a:t>
            </a:r>
            <a:r>
              <a:rPr lang="en">
                <a:solidFill>
                  <a:schemeClr val="accent6"/>
                </a:solidFill>
              </a:rPr>
              <a:t>{</a:t>
            </a:r>
            <a:endParaRPr>
              <a:solidFill>
                <a:schemeClr val="accent6"/>
              </a:solidFill>
            </a:endParaRPr>
          </a:p>
        </p:txBody>
      </p:sp>
      <p:sp>
        <p:nvSpPr>
          <p:cNvPr id="1168" name="Google Shape;1168;p97"/>
          <p:cNvSpPr txBox="1">
            <a:spLocks noGrp="1"/>
          </p:cNvSpPr>
          <p:nvPr>
            <p:ph type="title" idx="2"/>
          </p:nvPr>
        </p:nvSpPr>
        <p:spPr>
          <a:xfrm flipH="1">
            <a:off x="2091200" y="2372263"/>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/1 &gt;</a:t>
            </a:r>
            <a:endParaRPr/>
          </a:p>
        </p:txBody>
      </p:sp>
      <p:sp>
        <p:nvSpPr>
          <p:cNvPr id="1169" name="Google Shape;1169;p97"/>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Jupiter is a gas giant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Venus has high temperatures</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Neptune is very far away from the Sun</a:t>
            </a:r>
            <a:endParaRPr>
              <a:solidFill>
                <a:schemeClr val="accent3"/>
              </a:solidFill>
            </a:endParaRPr>
          </a:p>
        </p:txBody>
      </p:sp>
      <p:sp>
        <p:nvSpPr>
          <p:cNvPr id="1170" name="Google Shape;1170;p97"/>
          <p:cNvSpPr txBox="1">
            <a:spLocks noGrp="1"/>
          </p:cNvSpPr>
          <p:nvPr>
            <p:ph type="title" idx="4"/>
          </p:nvPr>
        </p:nvSpPr>
        <p:spPr>
          <a:xfrm flipH="1">
            <a:off x="2524600" y="3309175"/>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/2 &gt;</a:t>
            </a:r>
            <a:endParaRPr/>
          </a:p>
        </p:txBody>
      </p:sp>
      <p:sp>
        <p:nvSpPr>
          <p:cNvPr id="1171" name="Google Shape;1171;p97"/>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the fourth-largest object by diameter in the Solar System &gt;</a:t>
            </a:r>
            <a:endParaRPr/>
          </a:p>
        </p:txBody>
      </p:sp>
      <p:sp>
        <p:nvSpPr>
          <p:cNvPr id="1172" name="Google Shape;1172;p97"/>
          <p:cNvSpPr txBox="1">
            <a:spLocks noGrp="1"/>
          </p:cNvSpPr>
          <p:nvPr>
            <p:ph type="subTitle" idx="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73" name="Google Shape;1173;p97"/>
          <p:cNvSpPr txBox="1">
            <a:spLocks noGrp="1"/>
          </p:cNvSpPr>
          <p:nvPr>
            <p:ph type="subTitle" idx="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74" name="Google Shape;1174;p97"/>
          <p:cNvSpPr txBox="1">
            <a:spLocks noGrp="1"/>
          </p:cNvSpPr>
          <p:nvPr>
            <p:ph type="subTitle" idx="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175" name="Google Shape;1175;p97"/>
          <p:cNvGrpSpPr/>
          <p:nvPr/>
        </p:nvGrpSpPr>
        <p:grpSpPr>
          <a:xfrm>
            <a:off x="1084825" y="1152525"/>
            <a:ext cx="506100" cy="3417500"/>
            <a:chOff x="1084825" y="1152525"/>
            <a:chExt cx="506100" cy="3417500"/>
          </a:xfrm>
        </p:grpSpPr>
        <p:sp>
          <p:nvSpPr>
            <p:cNvPr id="1176" name="Google Shape;1176;p9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177" name="Google Shape;1177;p9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1181"/>
        <p:cNvGrpSpPr/>
        <p:nvPr/>
      </p:nvGrpSpPr>
      <p:grpSpPr>
        <a:xfrm>
          <a:off x="0" y="0"/>
          <a:ext cx="0" cy="0"/>
          <a:chOff x="0" y="0"/>
          <a:chExt cx="0" cy="0"/>
        </a:xfrm>
      </p:grpSpPr>
      <p:sp>
        <p:nvSpPr>
          <p:cNvPr id="1182" name="Google Shape;1182;p98"/>
          <p:cNvSpPr txBox="1">
            <a:spLocks noGrp="1"/>
          </p:cNvSpPr>
          <p:nvPr>
            <p:ph type="title"/>
          </p:nvPr>
        </p:nvSpPr>
        <p:spPr>
          <a:xfrm>
            <a:off x="1134200" y="686250"/>
            <a:ext cx="5341200" cy="63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9h 55m 23s </a:t>
            </a:r>
            <a:r>
              <a:rPr lang="en">
                <a:solidFill>
                  <a:schemeClr val="accent6"/>
                </a:solidFill>
              </a:rPr>
              <a:t>{</a:t>
            </a:r>
            <a:r>
              <a:rPr lang="en">
                <a:solidFill>
                  <a:schemeClr val="lt1"/>
                </a:solidFill>
              </a:rPr>
              <a:t>  </a:t>
            </a:r>
            <a:endParaRPr>
              <a:solidFill>
                <a:schemeClr val="lt1"/>
              </a:solidFill>
            </a:endParaRPr>
          </a:p>
        </p:txBody>
      </p:sp>
      <p:sp>
        <p:nvSpPr>
          <p:cNvPr id="1183" name="Google Shape;1183;p9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Is Jupiter's rotation period &gt;</a:t>
            </a:r>
            <a:endParaRPr/>
          </a:p>
        </p:txBody>
      </p:sp>
      <p:grpSp>
        <p:nvGrpSpPr>
          <p:cNvPr id="1184" name="Google Shape;1184;p98"/>
          <p:cNvGrpSpPr/>
          <p:nvPr/>
        </p:nvGrpSpPr>
        <p:grpSpPr>
          <a:xfrm>
            <a:off x="1084825" y="1403975"/>
            <a:ext cx="506100" cy="3200700"/>
            <a:chOff x="1084825" y="1403975"/>
            <a:chExt cx="506100" cy="3200700"/>
          </a:xfrm>
        </p:grpSpPr>
        <p:sp>
          <p:nvSpPr>
            <p:cNvPr id="1185" name="Google Shape;1185;p98"/>
            <p:cNvSpPr txBox="1"/>
            <p:nvPr/>
          </p:nvSpPr>
          <p:spPr>
            <a:xfrm>
              <a:off x="1084825" y="3650375"/>
              <a:ext cx="506100" cy="954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1186" name="Google Shape;1186;p98"/>
            <p:cNvCxnSpPr/>
            <p:nvPr/>
          </p:nvCxnSpPr>
          <p:spPr>
            <a:xfrm>
              <a:off x="1337875" y="1403975"/>
              <a:ext cx="0" cy="2255100"/>
            </a:xfrm>
            <a:prstGeom prst="straightConnector1">
              <a:avLst/>
            </a:prstGeom>
            <a:noFill/>
            <a:ln w="9525" cap="flat" cmpd="sng">
              <a:solidFill>
                <a:schemeClr val="accent4"/>
              </a:solidFill>
              <a:prstDash val="solid"/>
              <a:round/>
              <a:headEnd type="none" w="med" len="med"/>
              <a:tailEnd type="none" w="med" len="med"/>
            </a:ln>
          </p:spPr>
        </p:cxnSp>
      </p:grpSp>
      <p:sp>
        <p:nvSpPr>
          <p:cNvPr id="1187" name="Google Shape;1187;p98"/>
          <p:cNvSpPr txBox="1">
            <a:spLocks noGrp="1"/>
          </p:cNvSpPr>
          <p:nvPr>
            <p:ph type="title" idx="2"/>
          </p:nvPr>
        </p:nvSpPr>
        <p:spPr>
          <a:xfrm>
            <a:off x="2100875" y="2016175"/>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333,000.000</a:t>
            </a:r>
            <a:endParaRPr/>
          </a:p>
        </p:txBody>
      </p:sp>
      <p:sp>
        <p:nvSpPr>
          <p:cNvPr id="1188" name="Google Shape;1188;p9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Earths fit in the Sun’s mass &gt;</a:t>
            </a:r>
            <a:endParaRPr/>
          </a:p>
        </p:txBody>
      </p:sp>
      <p:sp>
        <p:nvSpPr>
          <p:cNvPr id="1189" name="Google Shape;1189;p98"/>
          <p:cNvSpPr txBox="1">
            <a:spLocks noGrp="1"/>
          </p:cNvSpPr>
          <p:nvPr>
            <p:ph type="title" idx="4"/>
          </p:nvPr>
        </p:nvSpPr>
        <p:spPr>
          <a:xfrm>
            <a:off x="2100875" y="3013959"/>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386,000 km</a:t>
            </a:r>
            <a:endParaRPr/>
          </a:p>
        </p:txBody>
      </p:sp>
      <p:sp>
        <p:nvSpPr>
          <p:cNvPr id="1190" name="Google Shape;1190;p98"/>
          <p:cNvSpPr txBox="1">
            <a:spLocks noGrp="1"/>
          </p:cNvSpPr>
          <p:nvPr>
            <p:ph type="subTitle" idx="5"/>
          </p:nvPr>
        </p:nvSpPr>
        <p:spPr>
          <a:xfrm>
            <a:off x="2100875" y="3504150"/>
            <a:ext cx="58302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Distance between the Moon and the Earth &gt;</a:t>
            </a:r>
            <a:endParaRPr/>
          </a:p>
        </p:txBody>
      </p:sp>
      <p:sp>
        <p:nvSpPr>
          <p:cNvPr id="1191" name="Google Shape;1191;p9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92" name="Google Shape;1192;p9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93" name="Google Shape;1193;p9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197"/>
        <p:cNvGrpSpPr/>
        <p:nvPr/>
      </p:nvGrpSpPr>
      <p:grpSpPr>
        <a:xfrm>
          <a:off x="0" y="0"/>
          <a:ext cx="0" cy="0"/>
          <a:chOff x="0" y="0"/>
          <a:chExt cx="0" cy="0"/>
        </a:xfrm>
      </p:grpSpPr>
      <p:sp>
        <p:nvSpPr>
          <p:cNvPr id="1198" name="Google Shape;1198;p99"/>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a:t>
            </a:r>
            <a:r>
              <a:rPr lang="en">
                <a:solidFill>
                  <a:schemeClr val="accent2"/>
                </a:solidFill>
              </a:rPr>
              <a:t>‘Picture’</a:t>
            </a:r>
            <a:r>
              <a:rPr lang="en"/>
              <a:t> Is </a:t>
            </a:r>
            <a:r>
              <a:rPr lang="en">
                <a:solidFill>
                  <a:schemeClr val="accent6"/>
                </a:solidFill>
              </a:rPr>
              <a:t>{</a:t>
            </a:r>
            <a:r>
              <a:rPr lang="en"/>
              <a:t> </a:t>
            </a:r>
            <a:r>
              <a:rPr lang="en">
                <a:solidFill>
                  <a:schemeClr val="accent1"/>
                </a:solidFill>
              </a:rPr>
              <a:t>Worth a Thousand Words</a:t>
            </a:r>
            <a:endParaRPr>
              <a:solidFill>
                <a:schemeClr val="accent1"/>
              </a:solidFill>
            </a:endParaRPr>
          </a:p>
        </p:txBody>
      </p:sp>
      <p:sp>
        <p:nvSpPr>
          <p:cNvPr id="1199" name="Google Shape;1199;p99"/>
          <p:cNvSpPr txBox="1"/>
          <p:nvPr/>
        </p:nvSpPr>
        <p:spPr>
          <a:xfrm>
            <a:off x="710125" y="2395800"/>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1200" name="Google Shape;1200;p99"/>
          <p:cNvCxnSpPr>
            <a:endCxn id="1199" idx="0"/>
          </p:cNvCxnSpPr>
          <p:nvPr/>
        </p:nvCxnSpPr>
        <p:spPr>
          <a:xfrm>
            <a:off x="963175" y="1954200"/>
            <a:ext cx="0" cy="4416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Shape 1204"/>
        <p:cNvGrpSpPr/>
        <p:nvPr/>
      </p:nvGrpSpPr>
      <p:grpSpPr>
        <a:xfrm>
          <a:off x="0" y="0"/>
          <a:ext cx="0" cy="0"/>
          <a:chOff x="0" y="0"/>
          <a:chExt cx="0" cy="0"/>
        </a:xfrm>
      </p:grpSpPr>
      <p:sp>
        <p:nvSpPr>
          <p:cNvPr id="1205" name="Google Shape;1205;p100"/>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Awesome</a:t>
            </a:r>
            <a:r>
              <a:rPr lang="en" sz="5000"/>
              <a:t> </a:t>
            </a:r>
            <a:r>
              <a:rPr lang="en" sz="5000">
                <a:solidFill>
                  <a:schemeClr val="accent6"/>
                </a:solidFill>
              </a:rPr>
              <a:t>{</a:t>
            </a:r>
            <a:r>
              <a:rPr lang="en" sz="2800">
                <a:solidFill>
                  <a:schemeClr val="accent3"/>
                </a:solidFill>
              </a:rPr>
              <a:t> </a:t>
            </a:r>
            <a:r>
              <a:rPr lang="en" sz="6000">
                <a:solidFill>
                  <a:schemeClr val="accent2"/>
                </a:solidFill>
              </a:rPr>
              <a:t>Words;</a:t>
            </a:r>
            <a:r>
              <a:rPr lang="en" sz="5000">
                <a:solidFill>
                  <a:schemeClr val="accent2"/>
                </a:solidFill>
              </a:rPr>
              <a:t> </a:t>
            </a:r>
            <a:endParaRPr sz="5000">
              <a:solidFill>
                <a:schemeClr val="accent2"/>
              </a:solidFill>
            </a:endParaRPr>
          </a:p>
        </p:txBody>
      </p:sp>
      <p:sp>
        <p:nvSpPr>
          <p:cNvPr id="1206" name="Google Shape;1206;p10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207" name="Google Shape;1207;p10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208" name="Google Shape;1208;p100"/>
          <p:cNvSpPr txBox="1"/>
          <p:nvPr/>
        </p:nvSpPr>
        <p:spPr>
          <a:xfrm>
            <a:off x="2544750" y="3415438"/>
            <a:ext cx="506100" cy="9543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1209" name="Google Shape;1209;p100"/>
          <p:cNvCxnSpPr>
            <a:endCxn id="1208" idx="0"/>
          </p:cNvCxnSpPr>
          <p:nvPr/>
        </p:nvCxnSpPr>
        <p:spPr>
          <a:xfrm>
            <a:off x="2797800" y="2876338"/>
            <a:ext cx="0" cy="539100"/>
          </a:xfrm>
          <a:prstGeom prst="straightConnector1">
            <a:avLst/>
          </a:prstGeom>
          <a:noFill/>
          <a:ln w="9525" cap="flat" cmpd="sng">
            <a:solidFill>
              <a:schemeClr val="accent4"/>
            </a:solidFill>
            <a:prstDash val="solid"/>
            <a:round/>
            <a:headEnd type="none" w="med" len="med"/>
            <a:tailEnd type="none" w="med" len="med"/>
          </a:ln>
        </p:spPr>
      </p:cxnSp>
      <p:sp>
        <p:nvSpPr>
          <p:cNvPr id="1210" name="Google Shape;1210;p10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1214"/>
        <p:cNvGrpSpPr/>
        <p:nvPr/>
      </p:nvGrpSpPr>
      <p:grpSpPr>
        <a:xfrm>
          <a:off x="0" y="0"/>
          <a:ext cx="0" cy="0"/>
          <a:chOff x="0" y="0"/>
          <a:chExt cx="0" cy="0"/>
        </a:xfrm>
      </p:grpSpPr>
      <p:sp>
        <p:nvSpPr>
          <p:cNvPr id="1215" name="Google Shape;1215;p10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Know </a:t>
            </a:r>
            <a:r>
              <a:rPr lang="en">
                <a:solidFill>
                  <a:schemeClr val="accent2"/>
                </a:solidFill>
              </a:rPr>
              <a:t>‘This ?’</a:t>
            </a:r>
            <a:r>
              <a:rPr lang="en"/>
              <a:t> </a:t>
            </a:r>
            <a:r>
              <a:rPr lang="en">
                <a:solidFill>
                  <a:schemeClr val="accent6"/>
                </a:solidFill>
              </a:rPr>
              <a:t>{</a:t>
            </a:r>
            <a:endParaRPr>
              <a:solidFill>
                <a:schemeClr val="accent6"/>
              </a:solidFill>
            </a:endParaRPr>
          </a:p>
        </p:txBody>
      </p:sp>
      <p:sp>
        <p:nvSpPr>
          <p:cNvPr id="1216" name="Google Shape;1216;p101"/>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217" name="Google Shape;1217;p101"/>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218" name="Google Shape;1218;p101"/>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1219" name="Google Shape;1219;p101" title="Points scored">
            <a:hlinkClick r:id="rId3"/>
          </p:cNvPr>
          <p:cNvPicPr preferRelativeResize="0"/>
          <p:nvPr/>
        </p:nvPicPr>
        <p:blipFill>
          <a:blip r:embed="rId4">
            <a:alphaModFix/>
          </a:blip>
          <a:stretch>
            <a:fillRect/>
          </a:stretch>
        </p:blipFill>
        <p:spPr>
          <a:xfrm>
            <a:off x="1566700" y="1368438"/>
            <a:ext cx="3109674" cy="2477376"/>
          </a:xfrm>
          <a:prstGeom prst="rect">
            <a:avLst/>
          </a:prstGeom>
          <a:noFill/>
          <a:ln>
            <a:noFill/>
          </a:ln>
        </p:spPr>
      </p:pic>
      <p:sp>
        <p:nvSpPr>
          <p:cNvPr id="1220" name="Google Shape;1220;p101"/>
          <p:cNvSpPr txBox="1"/>
          <p:nvPr/>
        </p:nvSpPr>
        <p:spPr>
          <a:xfrm>
            <a:off x="5199275" y="1629175"/>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smallest planet of the Solar System</a:t>
            </a:r>
            <a:endParaRPr>
              <a:solidFill>
                <a:schemeClr val="accent3"/>
              </a:solidFill>
              <a:latin typeface="Fira Code"/>
              <a:ea typeface="Fira Code"/>
              <a:cs typeface="Fira Code"/>
              <a:sym typeface="Fira Code"/>
            </a:endParaRPr>
          </a:p>
        </p:txBody>
      </p:sp>
      <p:sp>
        <p:nvSpPr>
          <p:cNvPr id="1221" name="Google Shape;1221;p101"/>
          <p:cNvSpPr txBox="1"/>
          <p:nvPr/>
        </p:nvSpPr>
        <p:spPr>
          <a:xfrm>
            <a:off x="5199150" y="2261971"/>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high temperatures</a:t>
            </a:r>
            <a:endParaRPr>
              <a:solidFill>
                <a:schemeClr val="accent3"/>
              </a:solidFill>
              <a:latin typeface="Fira Code"/>
              <a:ea typeface="Fira Code"/>
              <a:cs typeface="Fira Code"/>
              <a:sym typeface="Fira Code"/>
            </a:endParaRPr>
          </a:p>
        </p:txBody>
      </p:sp>
      <p:sp>
        <p:nvSpPr>
          <p:cNvPr id="1222" name="Google Shape;1222;p101"/>
          <p:cNvSpPr txBox="1"/>
          <p:nvPr/>
        </p:nvSpPr>
        <p:spPr>
          <a:xfrm>
            <a:off x="5199150" y="2894778"/>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Despite being red, Mars is actually a cold place</a:t>
            </a:r>
            <a:endParaRPr>
              <a:solidFill>
                <a:schemeClr val="accent3"/>
              </a:solidFill>
              <a:latin typeface="Fira Code"/>
              <a:ea typeface="Fira Code"/>
              <a:cs typeface="Fira Code"/>
              <a:sym typeface="Fira Code"/>
            </a:endParaRPr>
          </a:p>
        </p:txBody>
      </p:sp>
      <p:sp>
        <p:nvSpPr>
          <p:cNvPr id="1223" name="Google Shape;1223;p101"/>
          <p:cNvSpPr txBox="1"/>
          <p:nvPr/>
        </p:nvSpPr>
        <p:spPr>
          <a:xfrm>
            <a:off x="4278550" y="1717825"/>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36.00</a:t>
            </a:r>
            <a:endParaRPr>
              <a:solidFill>
                <a:schemeClr val="accent1"/>
              </a:solidFill>
              <a:latin typeface="Fira Code"/>
              <a:ea typeface="Fira Code"/>
              <a:cs typeface="Fira Code"/>
              <a:sym typeface="Fira Code"/>
            </a:endParaRPr>
          </a:p>
        </p:txBody>
      </p:sp>
      <p:sp>
        <p:nvSpPr>
          <p:cNvPr id="1224" name="Google Shape;1224;p101"/>
          <p:cNvSpPr txBox="1"/>
          <p:nvPr/>
        </p:nvSpPr>
        <p:spPr>
          <a:xfrm>
            <a:off x="3458575" y="2350621"/>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25.00</a:t>
            </a:r>
            <a:endParaRPr>
              <a:solidFill>
                <a:schemeClr val="lt2"/>
              </a:solidFill>
              <a:latin typeface="Fira Code"/>
              <a:ea typeface="Fira Code"/>
              <a:cs typeface="Fira Code"/>
              <a:sym typeface="Fira Code"/>
            </a:endParaRPr>
          </a:p>
        </p:txBody>
      </p:sp>
      <p:sp>
        <p:nvSpPr>
          <p:cNvPr id="1225" name="Google Shape;1225;p101"/>
          <p:cNvSpPr txBox="1"/>
          <p:nvPr/>
        </p:nvSpPr>
        <p:spPr>
          <a:xfrm>
            <a:off x="2488953" y="2983428"/>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12.00</a:t>
            </a:r>
            <a:endParaRPr>
              <a:solidFill>
                <a:schemeClr val="dk2"/>
              </a:solidFill>
              <a:latin typeface="Fira Code"/>
              <a:ea typeface="Fira Code"/>
              <a:cs typeface="Fira Code"/>
              <a:sym typeface="Fira Code"/>
            </a:endParaRPr>
          </a:p>
        </p:txBody>
      </p:sp>
      <p:cxnSp>
        <p:nvCxnSpPr>
          <p:cNvPr id="1226" name="Google Shape;1226;p101"/>
          <p:cNvCxnSpPr>
            <a:stCxn id="1220" idx="1"/>
            <a:endCxn id="1223" idx="3"/>
          </p:cNvCxnSpPr>
          <p:nvPr/>
        </p:nvCxnSpPr>
        <p:spPr>
          <a:xfrm rot="10800000">
            <a:off x="5015975" y="1921375"/>
            <a:ext cx="183300" cy="0"/>
          </a:xfrm>
          <a:prstGeom prst="straightConnector1">
            <a:avLst/>
          </a:prstGeom>
          <a:noFill/>
          <a:ln w="9525" cap="flat" cmpd="sng">
            <a:solidFill>
              <a:schemeClr val="accent4"/>
            </a:solidFill>
            <a:prstDash val="solid"/>
            <a:round/>
            <a:headEnd type="none" w="med" len="med"/>
            <a:tailEnd type="none" w="med" len="med"/>
          </a:ln>
        </p:spPr>
      </p:cxnSp>
      <p:cxnSp>
        <p:nvCxnSpPr>
          <p:cNvPr id="1227" name="Google Shape;1227;p101"/>
          <p:cNvCxnSpPr>
            <a:stCxn id="1221" idx="1"/>
            <a:endCxn id="1224" idx="3"/>
          </p:cNvCxnSpPr>
          <p:nvPr/>
        </p:nvCxnSpPr>
        <p:spPr>
          <a:xfrm rot="10800000">
            <a:off x="4195950" y="2554171"/>
            <a:ext cx="1003200" cy="0"/>
          </a:xfrm>
          <a:prstGeom prst="straightConnector1">
            <a:avLst/>
          </a:prstGeom>
          <a:noFill/>
          <a:ln w="9525" cap="flat" cmpd="sng">
            <a:solidFill>
              <a:schemeClr val="accent4"/>
            </a:solidFill>
            <a:prstDash val="solid"/>
            <a:round/>
            <a:headEnd type="none" w="med" len="med"/>
            <a:tailEnd type="none" w="med" len="med"/>
          </a:ln>
        </p:spPr>
      </p:cxnSp>
      <p:cxnSp>
        <p:nvCxnSpPr>
          <p:cNvPr id="1228" name="Google Shape;1228;p101"/>
          <p:cNvCxnSpPr>
            <a:stCxn id="1222" idx="1"/>
            <a:endCxn id="1225" idx="3"/>
          </p:cNvCxnSpPr>
          <p:nvPr/>
        </p:nvCxnSpPr>
        <p:spPr>
          <a:xfrm rot="10800000">
            <a:off x="3226350" y="3186978"/>
            <a:ext cx="1972800" cy="0"/>
          </a:xfrm>
          <a:prstGeom prst="straightConnector1">
            <a:avLst/>
          </a:prstGeom>
          <a:noFill/>
          <a:ln w="9525" cap="flat" cmpd="sng">
            <a:solidFill>
              <a:schemeClr val="accent4"/>
            </a:solidFill>
            <a:prstDash val="solid"/>
            <a:round/>
            <a:headEnd type="none" w="med" len="med"/>
            <a:tailEnd type="none" w="med" len="med"/>
          </a:ln>
        </p:spPr>
      </p:cxnSp>
      <p:sp>
        <p:nvSpPr>
          <p:cNvPr id="1229" name="Google Shape;1229;p101"/>
          <p:cNvSpPr txBox="1"/>
          <p:nvPr/>
        </p:nvSpPr>
        <p:spPr>
          <a:xfrm>
            <a:off x="1603900" y="4071850"/>
            <a:ext cx="6829800" cy="407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1200">
                <a:solidFill>
                  <a:schemeClr val="accent3"/>
                </a:solidFill>
                <a:latin typeface="Fira Code"/>
                <a:ea typeface="Fira Code"/>
                <a:cs typeface="Fira Code"/>
                <a:sym typeface="Fira Code"/>
              </a:rPr>
              <a:t> Follow the link in the graph to modify its data and then paste the new one here. </a:t>
            </a:r>
            <a:r>
              <a:rPr lang="en" sz="1200" b="1">
                <a:solidFill>
                  <a:schemeClr val="accent3"/>
                </a:solidFill>
                <a:uFill>
                  <a:noFill/>
                </a:uFill>
                <a:latin typeface="Fira Code"/>
                <a:ea typeface="Fira Code"/>
                <a:cs typeface="Fira Code"/>
                <a:sym typeface="Fira Code"/>
                <a:hlinkClick r:id="rId5">
                  <a:extLst>
                    <a:ext uri="{A12FA001-AC4F-418D-AE19-62706E023703}">
                      <ahyp:hlinkClr xmlns:ahyp="http://schemas.microsoft.com/office/drawing/2018/hyperlinkcolor" val="tx"/>
                    </a:ext>
                  </a:extLst>
                </a:hlinkClick>
              </a:rPr>
              <a:t>For more info, click here</a:t>
            </a:r>
            <a:endParaRPr sz="1200" b="1">
              <a:solidFill>
                <a:schemeClr val="accent3"/>
              </a:solidFill>
              <a:latin typeface="Fira Code"/>
              <a:ea typeface="Fira Code"/>
              <a:cs typeface="Fira Code"/>
              <a:sym typeface="Fira Code"/>
            </a:endParaRPr>
          </a:p>
        </p:txBody>
      </p:sp>
      <p:sp>
        <p:nvSpPr>
          <p:cNvPr id="1230" name="Google Shape;1230;p10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231" name="Google Shape;1231;p10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Shape 1235"/>
        <p:cNvGrpSpPr/>
        <p:nvPr/>
      </p:nvGrpSpPr>
      <p:grpSpPr>
        <a:xfrm>
          <a:off x="0" y="0"/>
          <a:ext cx="0" cy="0"/>
          <a:chOff x="0" y="0"/>
          <a:chExt cx="0" cy="0"/>
        </a:xfrm>
      </p:grpSpPr>
      <p:sp>
        <p:nvSpPr>
          <p:cNvPr id="1236" name="Google Shape;1236;p102"/>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A</a:t>
            </a:r>
            <a:r>
              <a:rPr lang="en">
                <a:solidFill>
                  <a:schemeClr val="accent2"/>
                </a:solidFill>
              </a:rPr>
              <a:t> ‘Picture’ </a:t>
            </a:r>
            <a:r>
              <a:rPr lang="en">
                <a:solidFill>
                  <a:schemeClr val="lt1"/>
                </a:solidFill>
              </a:rPr>
              <a:t>Always Reinforces The Concept </a:t>
            </a:r>
            <a:r>
              <a:rPr lang="en">
                <a:solidFill>
                  <a:schemeClr val="accent6"/>
                </a:solidFill>
              </a:rPr>
              <a:t>{</a:t>
            </a:r>
            <a:endParaRPr>
              <a:solidFill>
                <a:schemeClr val="accent6"/>
              </a:solidFill>
            </a:endParaRPr>
          </a:p>
        </p:txBody>
      </p:sp>
      <p:sp>
        <p:nvSpPr>
          <p:cNvPr id="1237" name="Google Shape;1237;p102"/>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Images reveal large amounts of data, so remember: use an image instead of a long text. Your audience will appreciate it &gt;</a:t>
            </a:r>
            <a:endParaRPr/>
          </a:p>
        </p:txBody>
      </p:sp>
      <p:sp>
        <p:nvSpPr>
          <p:cNvPr id="1238" name="Google Shape;1238;p102"/>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239" name="Google Shape;1239;p102"/>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240" name="Google Shape;1240;p102"/>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1241" name="Google Shape;1241;p102"/>
          <p:cNvPicPr preferRelativeResize="0"/>
          <p:nvPr/>
        </p:nvPicPr>
        <p:blipFill rotWithShape="1">
          <a:blip r:embed="rId3">
            <a:alphaModFix/>
          </a:blip>
          <a:srcRect l="24205" r="17482"/>
          <a:stretch/>
        </p:blipFill>
        <p:spPr>
          <a:xfrm>
            <a:off x="5575225" y="937613"/>
            <a:ext cx="2858650" cy="3268275"/>
          </a:xfrm>
          <a:prstGeom prst="rect">
            <a:avLst/>
          </a:prstGeom>
          <a:noFill/>
          <a:ln>
            <a:noFill/>
          </a:ln>
        </p:spPr>
      </p:pic>
      <p:grpSp>
        <p:nvGrpSpPr>
          <p:cNvPr id="1242" name="Google Shape;1242;p102"/>
          <p:cNvGrpSpPr/>
          <p:nvPr/>
        </p:nvGrpSpPr>
        <p:grpSpPr>
          <a:xfrm>
            <a:off x="1084825" y="2556550"/>
            <a:ext cx="506100" cy="2013475"/>
            <a:chOff x="1084825" y="2556550"/>
            <a:chExt cx="506100" cy="2013475"/>
          </a:xfrm>
        </p:grpSpPr>
        <p:sp>
          <p:nvSpPr>
            <p:cNvPr id="1243" name="Google Shape;1243;p10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244" name="Google Shape;1244;p102"/>
            <p:cNvCxnSpPr/>
            <p:nvPr/>
          </p:nvCxnSpPr>
          <p:spPr>
            <a:xfrm>
              <a:off x="1337875" y="2556550"/>
              <a:ext cx="0" cy="1377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Shape 1248"/>
        <p:cNvGrpSpPr/>
        <p:nvPr/>
      </p:nvGrpSpPr>
      <p:grpSpPr>
        <a:xfrm>
          <a:off x="0" y="0"/>
          <a:ext cx="0" cy="0"/>
          <a:chOff x="0" y="0"/>
          <a:chExt cx="0" cy="0"/>
        </a:xfrm>
      </p:grpSpPr>
      <p:sp>
        <p:nvSpPr>
          <p:cNvPr id="1249" name="Google Shape;1249;p10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250" name="Google Shape;1250;p103"/>
          <p:cNvSpPr txBox="1">
            <a:spLocks noGrp="1"/>
          </p:cNvSpPr>
          <p:nvPr>
            <p:ph type="title"/>
          </p:nvPr>
        </p:nvSpPr>
        <p:spPr>
          <a:xfrm>
            <a:off x="1084225" y="1311425"/>
            <a:ext cx="6379200" cy="1018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150,005,630 </a:t>
            </a:r>
            <a:r>
              <a:rPr lang="en" sz="6000">
                <a:solidFill>
                  <a:schemeClr val="accent6"/>
                </a:solidFill>
              </a:rPr>
              <a:t>{</a:t>
            </a:r>
            <a:endParaRPr sz="6000">
              <a:solidFill>
                <a:schemeClr val="accent6"/>
              </a:solidFill>
            </a:endParaRPr>
          </a:p>
        </p:txBody>
      </p:sp>
      <p:sp>
        <p:nvSpPr>
          <p:cNvPr id="1251" name="Google Shape;1251;p103"/>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Big numbers catch your audience’s attention &gt;</a:t>
            </a:r>
            <a:endParaRPr/>
          </a:p>
        </p:txBody>
      </p:sp>
      <p:sp>
        <p:nvSpPr>
          <p:cNvPr id="1252" name="Google Shape;1252;p10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253" name="Google Shape;1253;p10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254" name="Google Shape;1254;p103"/>
          <p:cNvGrpSpPr/>
          <p:nvPr/>
        </p:nvGrpSpPr>
        <p:grpSpPr>
          <a:xfrm>
            <a:off x="1084825" y="2250725"/>
            <a:ext cx="506100" cy="1952100"/>
            <a:chOff x="1084825" y="2250725"/>
            <a:chExt cx="506100" cy="1952100"/>
          </a:xfrm>
        </p:grpSpPr>
        <p:cxnSp>
          <p:nvCxnSpPr>
            <p:cNvPr id="1255" name="Google Shape;1255;p103"/>
            <p:cNvCxnSpPr>
              <a:endCxn id="1256" idx="0"/>
            </p:cNvCxnSpPr>
            <p:nvPr/>
          </p:nvCxnSpPr>
          <p:spPr>
            <a:xfrm>
              <a:off x="1337875" y="2250725"/>
              <a:ext cx="0" cy="843900"/>
            </a:xfrm>
            <a:prstGeom prst="straightConnector1">
              <a:avLst/>
            </a:prstGeom>
            <a:noFill/>
            <a:ln w="9525" cap="flat" cmpd="sng">
              <a:solidFill>
                <a:schemeClr val="accent4"/>
              </a:solidFill>
              <a:prstDash val="solid"/>
              <a:round/>
              <a:headEnd type="none" w="med" len="med"/>
              <a:tailEnd type="none" w="med" len="med"/>
            </a:ln>
          </p:spPr>
        </p:cxnSp>
        <p:sp>
          <p:nvSpPr>
            <p:cNvPr id="1256" name="Google Shape;1256;p103"/>
            <p:cNvSpPr txBox="1"/>
            <p:nvPr/>
          </p:nvSpPr>
          <p:spPr>
            <a:xfrm>
              <a:off x="1084825" y="3094625"/>
              <a:ext cx="506100" cy="1108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6000">
                  <a:solidFill>
                    <a:schemeClr val="accent6"/>
                  </a:solidFill>
                  <a:latin typeface="Fira Code"/>
                  <a:ea typeface="Fira Code"/>
                  <a:cs typeface="Fira Code"/>
                  <a:sym typeface="Fira Code"/>
                </a:rPr>
                <a:t>}</a:t>
              </a:r>
              <a:endParaRPr sz="6000">
                <a:solidFill>
                  <a:schemeClr val="accent6"/>
                </a:solidFill>
                <a:latin typeface="Fira Code"/>
                <a:ea typeface="Fira Code"/>
                <a:cs typeface="Fira Code"/>
                <a:sym typeface="Fira Code"/>
              </a:endParaRPr>
            </a:p>
          </p:txBody>
        </p:sp>
      </p:gr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Shape 1260"/>
        <p:cNvGrpSpPr/>
        <p:nvPr/>
      </p:nvGrpSpPr>
      <p:grpSpPr>
        <a:xfrm>
          <a:off x="0" y="0"/>
          <a:ext cx="0" cy="0"/>
          <a:chOff x="0" y="0"/>
          <a:chExt cx="0" cy="0"/>
        </a:xfrm>
      </p:grpSpPr>
      <p:sp>
        <p:nvSpPr>
          <p:cNvPr id="1261" name="Google Shape;1261;p10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 Someone </a:t>
            </a:r>
            <a:r>
              <a:rPr lang="en">
                <a:solidFill>
                  <a:schemeClr val="accent2"/>
                </a:solidFill>
              </a:rPr>
              <a:t>‘Famous’</a:t>
            </a:r>
            <a:endParaRPr>
              <a:solidFill>
                <a:schemeClr val="accent2"/>
              </a:solidFill>
            </a:endParaRPr>
          </a:p>
        </p:txBody>
      </p:sp>
      <p:sp>
        <p:nvSpPr>
          <p:cNvPr id="1262" name="Google Shape;1262;p10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“This is a quote, words full of wisdom that someone important said and can make the reader get inspired.” &gt;</a:t>
            </a:r>
            <a:endParaRPr/>
          </a:p>
        </p:txBody>
      </p:sp>
      <p:sp>
        <p:nvSpPr>
          <p:cNvPr id="1263" name="Google Shape;1263;p10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264" name="Google Shape;1264;p10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265" name="Google Shape;1265;p10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Shape 1269"/>
        <p:cNvGrpSpPr/>
        <p:nvPr/>
      </p:nvGrpSpPr>
      <p:grpSpPr>
        <a:xfrm>
          <a:off x="0" y="0"/>
          <a:ext cx="0" cy="0"/>
          <a:chOff x="0" y="0"/>
          <a:chExt cx="0" cy="0"/>
        </a:xfrm>
      </p:grpSpPr>
      <p:sp>
        <p:nvSpPr>
          <p:cNvPr id="1270" name="Google Shape;1270;p10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Review </a:t>
            </a:r>
            <a:r>
              <a:rPr lang="en">
                <a:solidFill>
                  <a:schemeClr val="accent2"/>
                </a:solidFill>
              </a:rPr>
              <a:t>‘Concepts’ </a:t>
            </a:r>
            <a:r>
              <a:rPr lang="en">
                <a:solidFill>
                  <a:schemeClr val="accent6"/>
                </a:solidFill>
              </a:rPr>
              <a:t>{</a:t>
            </a:r>
            <a:endParaRPr>
              <a:solidFill>
                <a:schemeClr val="accent6"/>
              </a:solidFill>
            </a:endParaRPr>
          </a:p>
        </p:txBody>
      </p:sp>
      <p:sp>
        <p:nvSpPr>
          <p:cNvPr id="1271" name="Google Shape;1271;p105"/>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272" name="Google Shape;1272;p105"/>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273" name="Google Shape;1273;p105"/>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274" name="Google Shape;1274;p105"/>
          <p:cNvGrpSpPr/>
          <p:nvPr/>
        </p:nvGrpSpPr>
        <p:grpSpPr>
          <a:xfrm>
            <a:off x="4299686" y="1531640"/>
            <a:ext cx="4052518" cy="2060409"/>
            <a:chOff x="4329899" y="1362969"/>
            <a:chExt cx="4456744" cy="2265929"/>
          </a:xfrm>
        </p:grpSpPr>
        <p:sp>
          <p:nvSpPr>
            <p:cNvPr id="1275" name="Google Shape;1275;p105"/>
            <p:cNvSpPr/>
            <p:nvPr/>
          </p:nvSpPr>
          <p:spPr>
            <a:xfrm>
              <a:off x="8082739" y="3073036"/>
              <a:ext cx="38913" cy="33316"/>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105"/>
            <p:cNvSpPr/>
            <p:nvPr/>
          </p:nvSpPr>
          <p:spPr>
            <a:xfrm>
              <a:off x="8082739" y="3120679"/>
              <a:ext cx="38788" cy="33207"/>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105"/>
            <p:cNvSpPr/>
            <p:nvPr/>
          </p:nvSpPr>
          <p:spPr>
            <a:xfrm>
              <a:off x="8082739" y="3168088"/>
              <a:ext cx="38788" cy="33316"/>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105"/>
            <p:cNvSpPr/>
            <p:nvPr/>
          </p:nvSpPr>
          <p:spPr>
            <a:xfrm>
              <a:off x="8130258"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105"/>
            <p:cNvSpPr/>
            <p:nvPr/>
          </p:nvSpPr>
          <p:spPr>
            <a:xfrm>
              <a:off x="8130258"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105"/>
            <p:cNvSpPr/>
            <p:nvPr/>
          </p:nvSpPr>
          <p:spPr>
            <a:xfrm>
              <a:off x="8177651" y="3120679"/>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105"/>
            <p:cNvSpPr/>
            <p:nvPr/>
          </p:nvSpPr>
          <p:spPr>
            <a:xfrm>
              <a:off x="8177651" y="3168088"/>
              <a:ext cx="38928" cy="33316"/>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105"/>
            <p:cNvSpPr/>
            <p:nvPr/>
          </p:nvSpPr>
          <p:spPr>
            <a:xfrm>
              <a:off x="8177651" y="3263140"/>
              <a:ext cx="38928" cy="33269"/>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105"/>
            <p:cNvSpPr/>
            <p:nvPr/>
          </p:nvSpPr>
          <p:spPr>
            <a:xfrm>
              <a:off x="8225185" y="3120679"/>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105"/>
            <p:cNvSpPr/>
            <p:nvPr/>
          </p:nvSpPr>
          <p:spPr>
            <a:xfrm>
              <a:off x="8225185"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105"/>
            <p:cNvSpPr/>
            <p:nvPr/>
          </p:nvSpPr>
          <p:spPr>
            <a:xfrm>
              <a:off x="8225185" y="3310658"/>
              <a:ext cx="38928" cy="33238"/>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105"/>
            <p:cNvSpPr/>
            <p:nvPr/>
          </p:nvSpPr>
          <p:spPr>
            <a:xfrm>
              <a:off x="8225185" y="326314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105"/>
            <p:cNvSpPr/>
            <p:nvPr/>
          </p:nvSpPr>
          <p:spPr>
            <a:xfrm>
              <a:off x="8225185" y="3215606"/>
              <a:ext cx="38928" cy="33269"/>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105"/>
            <p:cNvSpPr/>
            <p:nvPr/>
          </p:nvSpPr>
          <p:spPr>
            <a:xfrm>
              <a:off x="8321126" y="3120679"/>
              <a:ext cx="38928" cy="33207"/>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105"/>
            <p:cNvSpPr/>
            <p:nvPr/>
          </p:nvSpPr>
          <p:spPr>
            <a:xfrm>
              <a:off x="8321126"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105"/>
            <p:cNvSpPr/>
            <p:nvPr/>
          </p:nvSpPr>
          <p:spPr>
            <a:xfrm>
              <a:off x="8321126" y="3310658"/>
              <a:ext cx="38928" cy="33238"/>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105"/>
            <p:cNvSpPr/>
            <p:nvPr/>
          </p:nvSpPr>
          <p:spPr>
            <a:xfrm>
              <a:off x="8321126" y="3263140"/>
              <a:ext cx="38928" cy="33269"/>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105"/>
            <p:cNvSpPr/>
            <p:nvPr/>
          </p:nvSpPr>
          <p:spPr>
            <a:xfrm>
              <a:off x="8321126" y="3215606"/>
              <a:ext cx="38928" cy="33269"/>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105"/>
            <p:cNvSpPr/>
            <p:nvPr/>
          </p:nvSpPr>
          <p:spPr>
            <a:xfrm>
              <a:off x="8369159" y="3168088"/>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105"/>
            <p:cNvSpPr/>
            <p:nvPr/>
          </p:nvSpPr>
          <p:spPr>
            <a:xfrm>
              <a:off x="8369159" y="3263140"/>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105"/>
            <p:cNvSpPr/>
            <p:nvPr/>
          </p:nvSpPr>
          <p:spPr>
            <a:xfrm>
              <a:off x="8369159" y="3215606"/>
              <a:ext cx="38804" cy="33269"/>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105"/>
            <p:cNvSpPr/>
            <p:nvPr/>
          </p:nvSpPr>
          <p:spPr>
            <a:xfrm>
              <a:off x="8177651" y="3215606"/>
              <a:ext cx="38928" cy="33269"/>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105"/>
            <p:cNvSpPr/>
            <p:nvPr/>
          </p:nvSpPr>
          <p:spPr>
            <a:xfrm>
              <a:off x="8130258"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105"/>
            <p:cNvSpPr/>
            <p:nvPr/>
          </p:nvSpPr>
          <p:spPr>
            <a:xfrm>
              <a:off x="8082739" y="3215606"/>
              <a:ext cx="38788" cy="33269"/>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105"/>
            <p:cNvSpPr/>
            <p:nvPr/>
          </p:nvSpPr>
          <p:spPr>
            <a:xfrm>
              <a:off x="7892744"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105"/>
            <p:cNvSpPr/>
            <p:nvPr/>
          </p:nvSpPr>
          <p:spPr>
            <a:xfrm>
              <a:off x="7892744" y="3215606"/>
              <a:ext cx="38804" cy="33269"/>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105"/>
            <p:cNvSpPr/>
            <p:nvPr/>
          </p:nvSpPr>
          <p:spPr>
            <a:xfrm>
              <a:off x="7940153" y="3120679"/>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105"/>
            <p:cNvSpPr/>
            <p:nvPr/>
          </p:nvSpPr>
          <p:spPr>
            <a:xfrm>
              <a:off x="7940153" y="3168088"/>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105"/>
            <p:cNvSpPr/>
            <p:nvPr/>
          </p:nvSpPr>
          <p:spPr>
            <a:xfrm>
              <a:off x="7940153" y="3215606"/>
              <a:ext cx="38928" cy="33269"/>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105"/>
            <p:cNvSpPr/>
            <p:nvPr/>
          </p:nvSpPr>
          <p:spPr>
            <a:xfrm>
              <a:off x="7987672" y="3073036"/>
              <a:ext cx="38928" cy="33347"/>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105"/>
            <p:cNvSpPr/>
            <p:nvPr/>
          </p:nvSpPr>
          <p:spPr>
            <a:xfrm>
              <a:off x="7987672" y="3120679"/>
              <a:ext cx="38928" cy="33238"/>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105"/>
            <p:cNvSpPr/>
            <p:nvPr/>
          </p:nvSpPr>
          <p:spPr>
            <a:xfrm>
              <a:off x="7987672" y="3168088"/>
              <a:ext cx="38928" cy="33347"/>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105"/>
            <p:cNvSpPr/>
            <p:nvPr/>
          </p:nvSpPr>
          <p:spPr>
            <a:xfrm>
              <a:off x="7987672" y="3215606"/>
              <a:ext cx="38928" cy="33269"/>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105"/>
            <p:cNvSpPr/>
            <p:nvPr/>
          </p:nvSpPr>
          <p:spPr>
            <a:xfrm>
              <a:off x="803520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105"/>
            <p:cNvSpPr/>
            <p:nvPr/>
          </p:nvSpPr>
          <p:spPr>
            <a:xfrm>
              <a:off x="803520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105"/>
            <p:cNvSpPr/>
            <p:nvPr/>
          </p:nvSpPr>
          <p:spPr>
            <a:xfrm>
              <a:off x="803520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105"/>
            <p:cNvSpPr/>
            <p:nvPr/>
          </p:nvSpPr>
          <p:spPr>
            <a:xfrm>
              <a:off x="803520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105"/>
            <p:cNvSpPr/>
            <p:nvPr/>
          </p:nvSpPr>
          <p:spPr>
            <a:xfrm>
              <a:off x="803520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105"/>
            <p:cNvSpPr/>
            <p:nvPr/>
          </p:nvSpPr>
          <p:spPr>
            <a:xfrm>
              <a:off x="8652803"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105"/>
            <p:cNvSpPr/>
            <p:nvPr/>
          </p:nvSpPr>
          <p:spPr>
            <a:xfrm>
              <a:off x="8462824"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105"/>
            <p:cNvSpPr/>
            <p:nvPr/>
          </p:nvSpPr>
          <p:spPr>
            <a:xfrm>
              <a:off x="8462824"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105"/>
            <p:cNvSpPr/>
            <p:nvPr/>
          </p:nvSpPr>
          <p:spPr>
            <a:xfrm>
              <a:off x="8510342"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105"/>
            <p:cNvSpPr/>
            <p:nvPr/>
          </p:nvSpPr>
          <p:spPr>
            <a:xfrm>
              <a:off x="8415165" y="2977983"/>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105"/>
            <p:cNvSpPr/>
            <p:nvPr/>
          </p:nvSpPr>
          <p:spPr>
            <a:xfrm>
              <a:off x="8320237" y="2883056"/>
              <a:ext cx="38804" cy="33269"/>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105"/>
            <p:cNvSpPr/>
            <p:nvPr/>
          </p:nvSpPr>
          <p:spPr>
            <a:xfrm>
              <a:off x="8082739" y="2835522"/>
              <a:ext cx="38788" cy="33269"/>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105"/>
            <p:cNvSpPr/>
            <p:nvPr/>
          </p:nvSpPr>
          <p:spPr>
            <a:xfrm>
              <a:off x="8225185" y="2930574"/>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105"/>
            <p:cNvSpPr/>
            <p:nvPr/>
          </p:nvSpPr>
          <p:spPr>
            <a:xfrm>
              <a:off x="8225185" y="2883056"/>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105"/>
            <p:cNvSpPr/>
            <p:nvPr/>
          </p:nvSpPr>
          <p:spPr>
            <a:xfrm>
              <a:off x="8177651" y="2930574"/>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105"/>
            <p:cNvSpPr/>
            <p:nvPr/>
          </p:nvSpPr>
          <p:spPr>
            <a:xfrm>
              <a:off x="8177651" y="2883056"/>
              <a:ext cx="38928" cy="33269"/>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105"/>
            <p:cNvSpPr/>
            <p:nvPr/>
          </p:nvSpPr>
          <p:spPr>
            <a:xfrm>
              <a:off x="8130258"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105"/>
            <p:cNvSpPr/>
            <p:nvPr/>
          </p:nvSpPr>
          <p:spPr>
            <a:xfrm>
              <a:off x="8130258" y="283552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105"/>
            <p:cNvSpPr/>
            <p:nvPr/>
          </p:nvSpPr>
          <p:spPr>
            <a:xfrm>
              <a:off x="8605269" y="3358068"/>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105"/>
            <p:cNvSpPr/>
            <p:nvPr/>
          </p:nvSpPr>
          <p:spPr>
            <a:xfrm>
              <a:off x="8557751" y="3453120"/>
              <a:ext cx="38913" cy="33269"/>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105"/>
            <p:cNvSpPr/>
            <p:nvPr/>
          </p:nvSpPr>
          <p:spPr>
            <a:xfrm>
              <a:off x="8557751" y="3405586"/>
              <a:ext cx="38913" cy="33331"/>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105"/>
            <p:cNvSpPr/>
            <p:nvPr/>
          </p:nvSpPr>
          <p:spPr>
            <a:xfrm>
              <a:off x="8510342" y="345312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105"/>
            <p:cNvSpPr/>
            <p:nvPr/>
          </p:nvSpPr>
          <p:spPr>
            <a:xfrm>
              <a:off x="8225185" y="345312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105"/>
            <p:cNvSpPr/>
            <p:nvPr/>
          </p:nvSpPr>
          <p:spPr>
            <a:xfrm>
              <a:off x="8272719" y="3358068"/>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105"/>
            <p:cNvSpPr/>
            <p:nvPr/>
          </p:nvSpPr>
          <p:spPr>
            <a:xfrm>
              <a:off x="8272719" y="3310658"/>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105"/>
            <p:cNvSpPr/>
            <p:nvPr/>
          </p:nvSpPr>
          <p:spPr>
            <a:xfrm>
              <a:off x="8272719" y="3263140"/>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105"/>
            <p:cNvSpPr/>
            <p:nvPr/>
          </p:nvSpPr>
          <p:spPr>
            <a:xfrm>
              <a:off x="8272719" y="3215606"/>
              <a:ext cx="38788" cy="33269"/>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105"/>
            <p:cNvSpPr/>
            <p:nvPr/>
          </p:nvSpPr>
          <p:spPr>
            <a:xfrm>
              <a:off x="8272719" y="3168088"/>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105"/>
            <p:cNvSpPr/>
            <p:nvPr/>
          </p:nvSpPr>
          <p:spPr>
            <a:xfrm>
              <a:off x="8272719"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105"/>
            <p:cNvSpPr/>
            <p:nvPr/>
          </p:nvSpPr>
          <p:spPr>
            <a:xfrm>
              <a:off x="8272719"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105"/>
            <p:cNvSpPr/>
            <p:nvPr/>
          </p:nvSpPr>
          <p:spPr>
            <a:xfrm>
              <a:off x="8225185" y="3358068"/>
              <a:ext cx="38928" cy="33316"/>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105"/>
            <p:cNvSpPr/>
            <p:nvPr/>
          </p:nvSpPr>
          <p:spPr>
            <a:xfrm>
              <a:off x="8225185" y="3073036"/>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105"/>
            <p:cNvSpPr/>
            <p:nvPr/>
          </p:nvSpPr>
          <p:spPr>
            <a:xfrm>
              <a:off x="8225185" y="3025502"/>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105"/>
            <p:cNvSpPr/>
            <p:nvPr/>
          </p:nvSpPr>
          <p:spPr>
            <a:xfrm>
              <a:off x="8177651" y="3358068"/>
              <a:ext cx="38928" cy="33316"/>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105"/>
            <p:cNvSpPr/>
            <p:nvPr/>
          </p:nvSpPr>
          <p:spPr>
            <a:xfrm>
              <a:off x="8177651" y="3310658"/>
              <a:ext cx="38928" cy="33238"/>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105"/>
            <p:cNvSpPr/>
            <p:nvPr/>
          </p:nvSpPr>
          <p:spPr>
            <a:xfrm>
              <a:off x="8177651" y="3073036"/>
              <a:ext cx="38928" cy="33316"/>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105"/>
            <p:cNvSpPr/>
            <p:nvPr/>
          </p:nvSpPr>
          <p:spPr>
            <a:xfrm>
              <a:off x="8177651" y="3025502"/>
              <a:ext cx="38928" cy="33331"/>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105"/>
            <p:cNvSpPr/>
            <p:nvPr/>
          </p:nvSpPr>
          <p:spPr>
            <a:xfrm>
              <a:off x="8130258"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105"/>
            <p:cNvSpPr/>
            <p:nvPr/>
          </p:nvSpPr>
          <p:spPr>
            <a:xfrm>
              <a:off x="8130258"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105"/>
            <p:cNvSpPr/>
            <p:nvPr/>
          </p:nvSpPr>
          <p:spPr>
            <a:xfrm>
              <a:off x="813025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105"/>
            <p:cNvSpPr/>
            <p:nvPr/>
          </p:nvSpPr>
          <p:spPr>
            <a:xfrm>
              <a:off x="813025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105"/>
            <p:cNvSpPr/>
            <p:nvPr/>
          </p:nvSpPr>
          <p:spPr>
            <a:xfrm>
              <a:off x="8082739" y="3263140"/>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105"/>
            <p:cNvSpPr/>
            <p:nvPr/>
          </p:nvSpPr>
          <p:spPr>
            <a:xfrm>
              <a:off x="8082739" y="3025502"/>
              <a:ext cx="38788" cy="33331"/>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105"/>
            <p:cNvSpPr/>
            <p:nvPr/>
          </p:nvSpPr>
          <p:spPr>
            <a:xfrm>
              <a:off x="8082739" y="2977983"/>
              <a:ext cx="38788" cy="33316"/>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105"/>
            <p:cNvSpPr/>
            <p:nvPr/>
          </p:nvSpPr>
          <p:spPr>
            <a:xfrm>
              <a:off x="803520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105"/>
            <p:cNvSpPr/>
            <p:nvPr/>
          </p:nvSpPr>
          <p:spPr>
            <a:xfrm>
              <a:off x="803520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105"/>
            <p:cNvSpPr/>
            <p:nvPr/>
          </p:nvSpPr>
          <p:spPr>
            <a:xfrm>
              <a:off x="7987672" y="3263140"/>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105"/>
            <p:cNvSpPr/>
            <p:nvPr/>
          </p:nvSpPr>
          <p:spPr>
            <a:xfrm>
              <a:off x="7987672" y="3025502"/>
              <a:ext cx="38928" cy="33331"/>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105"/>
            <p:cNvSpPr/>
            <p:nvPr/>
          </p:nvSpPr>
          <p:spPr>
            <a:xfrm>
              <a:off x="7940153" y="3263140"/>
              <a:ext cx="38928" cy="33269"/>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105"/>
            <p:cNvSpPr/>
            <p:nvPr/>
          </p:nvSpPr>
          <p:spPr>
            <a:xfrm>
              <a:off x="7940153" y="3073036"/>
              <a:ext cx="38928" cy="33316"/>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105"/>
            <p:cNvSpPr/>
            <p:nvPr/>
          </p:nvSpPr>
          <p:spPr>
            <a:xfrm>
              <a:off x="7940153" y="3025502"/>
              <a:ext cx="38928" cy="33331"/>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105"/>
            <p:cNvSpPr/>
            <p:nvPr/>
          </p:nvSpPr>
          <p:spPr>
            <a:xfrm>
              <a:off x="7892744"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105"/>
            <p:cNvSpPr/>
            <p:nvPr/>
          </p:nvSpPr>
          <p:spPr>
            <a:xfrm>
              <a:off x="7892744"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105"/>
            <p:cNvSpPr/>
            <p:nvPr/>
          </p:nvSpPr>
          <p:spPr>
            <a:xfrm>
              <a:off x="7892744" y="3073036"/>
              <a:ext cx="38928" cy="33316"/>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105"/>
            <p:cNvSpPr/>
            <p:nvPr/>
          </p:nvSpPr>
          <p:spPr>
            <a:xfrm>
              <a:off x="784522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105"/>
            <p:cNvSpPr/>
            <p:nvPr/>
          </p:nvSpPr>
          <p:spPr>
            <a:xfrm>
              <a:off x="784522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105"/>
            <p:cNvSpPr/>
            <p:nvPr/>
          </p:nvSpPr>
          <p:spPr>
            <a:xfrm>
              <a:off x="784522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105"/>
            <p:cNvSpPr/>
            <p:nvPr/>
          </p:nvSpPr>
          <p:spPr>
            <a:xfrm>
              <a:off x="784522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105"/>
            <p:cNvSpPr/>
            <p:nvPr/>
          </p:nvSpPr>
          <p:spPr>
            <a:xfrm>
              <a:off x="6990130"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105"/>
            <p:cNvSpPr/>
            <p:nvPr/>
          </p:nvSpPr>
          <p:spPr>
            <a:xfrm>
              <a:off x="699013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105"/>
            <p:cNvSpPr/>
            <p:nvPr/>
          </p:nvSpPr>
          <p:spPr>
            <a:xfrm>
              <a:off x="699013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105"/>
            <p:cNvSpPr/>
            <p:nvPr/>
          </p:nvSpPr>
          <p:spPr>
            <a:xfrm>
              <a:off x="6942596" y="3168088"/>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105"/>
            <p:cNvSpPr/>
            <p:nvPr/>
          </p:nvSpPr>
          <p:spPr>
            <a:xfrm>
              <a:off x="6942596" y="312067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105"/>
            <p:cNvSpPr/>
            <p:nvPr/>
          </p:nvSpPr>
          <p:spPr>
            <a:xfrm>
              <a:off x="6942596" y="3073036"/>
              <a:ext cx="38928" cy="33316"/>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105"/>
            <p:cNvSpPr/>
            <p:nvPr/>
          </p:nvSpPr>
          <p:spPr>
            <a:xfrm>
              <a:off x="6895062" y="2693076"/>
              <a:ext cx="38928" cy="33269"/>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105"/>
            <p:cNvSpPr/>
            <p:nvPr/>
          </p:nvSpPr>
          <p:spPr>
            <a:xfrm>
              <a:off x="689506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105"/>
            <p:cNvSpPr/>
            <p:nvPr/>
          </p:nvSpPr>
          <p:spPr>
            <a:xfrm>
              <a:off x="6657689" y="2455563"/>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105"/>
            <p:cNvSpPr/>
            <p:nvPr/>
          </p:nvSpPr>
          <p:spPr>
            <a:xfrm>
              <a:off x="6657689" y="2503096"/>
              <a:ext cx="38804" cy="33222"/>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105"/>
            <p:cNvSpPr/>
            <p:nvPr/>
          </p:nvSpPr>
          <p:spPr>
            <a:xfrm>
              <a:off x="6657689" y="2550490"/>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105"/>
            <p:cNvSpPr/>
            <p:nvPr/>
          </p:nvSpPr>
          <p:spPr>
            <a:xfrm>
              <a:off x="6657689" y="259802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105"/>
            <p:cNvSpPr/>
            <p:nvPr/>
          </p:nvSpPr>
          <p:spPr>
            <a:xfrm>
              <a:off x="6657689" y="264554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105"/>
            <p:cNvSpPr/>
            <p:nvPr/>
          </p:nvSpPr>
          <p:spPr>
            <a:xfrm>
              <a:off x="6657689" y="269307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105"/>
            <p:cNvSpPr/>
            <p:nvPr/>
          </p:nvSpPr>
          <p:spPr>
            <a:xfrm>
              <a:off x="6657689" y="2740470"/>
              <a:ext cx="38804" cy="33331"/>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105"/>
            <p:cNvSpPr/>
            <p:nvPr/>
          </p:nvSpPr>
          <p:spPr>
            <a:xfrm>
              <a:off x="6657689" y="278800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105"/>
            <p:cNvSpPr/>
            <p:nvPr/>
          </p:nvSpPr>
          <p:spPr>
            <a:xfrm>
              <a:off x="6657689" y="283552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105"/>
            <p:cNvSpPr/>
            <p:nvPr/>
          </p:nvSpPr>
          <p:spPr>
            <a:xfrm>
              <a:off x="6657689" y="288305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105"/>
            <p:cNvSpPr/>
            <p:nvPr/>
          </p:nvSpPr>
          <p:spPr>
            <a:xfrm>
              <a:off x="6657689" y="2930574"/>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105"/>
            <p:cNvSpPr/>
            <p:nvPr/>
          </p:nvSpPr>
          <p:spPr>
            <a:xfrm>
              <a:off x="6657689" y="2977983"/>
              <a:ext cx="38804" cy="33316"/>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105"/>
            <p:cNvSpPr/>
            <p:nvPr/>
          </p:nvSpPr>
          <p:spPr>
            <a:xfrm>
              <a:off x="6657689" y="3025502"/>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105"/>
            <p:cNvSpPr/>
            <p:nvPr/>
          </p:nvSpPr>
          <p:spPr>
            <a:xfrm>
              <a:off x="6657689" y="3073036"/>
              <a:ext cx="38928" cy="33316"/>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105"/>
            <p:cNvSpPr/>
            <p:nvPr/>
          </p:nvSpPr>
          <p:spPr>
            <a:xfrm>
              <a:off x="6657689" y="3120679"/>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105"/>
            <p:cNvSpPr/>
            <p:nvPr/>
          </p:nvSpPr>
          <p:spPr>
            <a:xfrm>
              <a:off x="6657689" y="3215606"/>
              <a:ext cx="38804" cy="33269"/>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105"/>
            <p:cNvSpPr/>
            <p:nvPr/>
          </p:nvSpPr>
          <p:spPr>
            <a:xfrm>
              <a:off x="670508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105"/>
            <p:cNvSpPr/>
            <p:nvPr/>
          </p:nvSpPr>
          <p:spPr>
            <a:xfrm>
              <a:off x="6705082" y="250309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105"/>
            <p:cNvSpPr/>
            <p:nvPr/>
          </p:nvSpPr>
          <p:spPr>
            <a:xfrm>
              <a:off x="6705082" y="2550490"/>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105"/>
            <p:cNvSpPr/>
            <p:nvPr/>
          </p:nvSpPr>
          <p:spPr>
            <a:xfrm>
              <a:off x="670508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105"/>
            <p:cNvSpPr/>
            <p:nvPr/>
          </p:nvSpPr>
          <p:spPr>
            <a:xfrm>
              <a:off x="670508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105"/>
            <p:cNvSpPr/>
            <p:nvPr/>
          </p:nvSpPr>
          <p:spPr>
            <a:xfrm>
              <a:off x="6705082"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105"/>
            <p:cNvSpPr/>
            <p:nvPr/>
          </p:nvSpPr>
          <p:spPr>
            <a:xfrm>
              <a:off x="670508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105"/>
            <p:cNvSpPr/>
            <p:nvPr/>
          </p:nvSpPr>
          <p:spPr>
            <a:xfrm>
              <a:off x="6705082" y="2788004"/>
              <a:ext cx="38928" cy="33316"/>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105"/>
            <p:cNvSpPr/>
            <p:nvPr/>
          </p:nvSpPr>
          <p:spPr>
            <a:xfrm>
              <a:off x="670508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105"/>
            <p:cNvSpPr/>
            <p:nvPr/>
          </p:nvSpPr>
          <p:spPr>
            <a:xfrm>
              <a:off x="6705082" y="2883056"/>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105"/>
            <p:cNvSpPr/>
            <p:nvPr/>
          </p:nvSpPr>
          <p:spPr>
            <a:xfrm>
              <a:off x="6705082" y="2930574"/>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105"/>
            <p:cNvSpPr/>
            <p:nvPr/>
          </p:nvSpPr>
          <p:spPr>
            <a:xfrm>
              <a:off x="6705082"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105"/>
            <p:cNvSpPr/>
            <p:nvPr/>
          </p:nvSpPr>
          <p:spPr>
            <a:xfrm>
              <a:off x="6705082"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105"/>
            <p:cNvSpPr/>
            <p:nvPr/>
          </p:nvSpPr>
          <p:spPr>
            <a:xfrm>
              <a:off x="6752616"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105"/>
            <p:cNvSpPr/>
            <p:nvPr/>
          </p:nvSpPr>
          <p:spPr>
            <a:xfrm>
              <a:off x="6752616" y="2503096"/>
              <a:ext cx="38928" cy="33222"/>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105"/>
            <p:cNvSpPr/>
            <p:nvPr/>
          </p:nvSpPr>
          <p:spPr>
            <a:xfrm>
              <a:off x="6752616" y="2550490"/>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105"/>
            <p:cNvSpPr/>
            <p:nvPr/>
          </p:nvSpPr>
          <p:spPr>
            <a:xfrm>
              <a:off x="6752616" y="259802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105"/>
            <p:cNvSpPr/>
            <p:nvPr/>
          </p:nvSpPr>
          <p:spPr>
            <a:xfrm>
              <a:off x="6752616"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105"/>
            <p:cNvSpPr/>
            <p:nvPr/>
          </p:nvSpPr>
          <p:spPr>
            <a:xfrm>
              <a:off x="6752616" y="269307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105"/>
            <p:cNvSpPr/>
            <p:nvPr/>
          </p:nvSpPr>
          <p:spPr>
            <a:xfrm>
              <a:off x="6752616"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105"/>
            <p:cNvSpPr/>
            <p:nvPr/>
          </p:nvSpPr>
          <p:spPr>
            <a:xfrm>
              <a:off x="6752616" y="278800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105"/>
            <p:cNvSpPr/>
            <p:nvPr/>
          </p:nvSpPr>
          <p:spPr>
            <a:xfrm>
              <a:off x="6752616" y="283552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105"/>
            <p:cNvSpPr/>
            <p:nvPr/>
          </p:nvSpPr>
          <p:spPr>
            <a:xfrm>
              <a:off x="6752616" y="288305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105"/>
            <p:cNvSpPr/>
            <p:nvPr/>
          </p:nvSpPr>
          <p:spPr>
            <a:xfrm>
              <a:off x="6752616" y="2930574"/>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105"/>
            <p:cNvSpPr/>
            <p:nvPr/>
          </p:nvSpPr>
          <p:spPr>
            <a:xfrm>
              <a:off x="6752616" y="2977983"/>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105"/>
            <p:cNvSpPr/>
            <p:nvPr/>
          </p:nvSpPr>
          <p:spPr>
            <a:xfrm>
              <a:off x="6800150"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105"/>
            <p:cNvSpPr/>
            <p:nvPr/>
          </p:nvSpPr>
          <p:spPr>
            <a:xfrm>
              <a:off x="680015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105"/>
            <p:cNvSpPr/>
            <p:nvPr/>
          </p:nvSpPr>
          <p:spPr>
            <a:xfrm>
              <a:off x="6800150" y="269307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105"/>
            <p:cNvSpPr/>
            <p:nvPr/>
          </p:nvSpPr>
          <p:spPr>
            <a:xfrm>
              <a:off x="6800150" y="2740470"/>
              <a:ext cx="38788" cy="33331"/>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105"/>
            <p:cNvSpPr/>
            <p:nvPr/>
          </p:nvSpPr>
          <p:spPr>
            <a:xfrm>
              <a:off x="6847668" y="2598024"/>
              <a:ext cx="38804" cy="33316"/>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105"/>
            <p:cNvSpPr/>
            <p:nvPr/>
          </p:nvSpPr>
          <p:spPr>
            <a:xfrm>
              <a:off x="6847668"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105"/>
            <p:cNvSpPr/>
            <p:nvPr/>
          </p:nvSpPr>
          <p:spPr>
            <a:xfrm>
              <a:off x="6847668" y="269307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105"/>
            <p:cNvSpPr/>
            <p:nvPr/>
          </p:nvSpPr>
          <p:spPr>
            <a:xfrm>
              <a:off x="6847668" y="274047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105"/>
            <p:cNvSpPr/>
            <p:nvPr/>
          </p:nvSpPr>
          <p:spPr>
            <a:xfrm>
              <a:off x="6847591" y="2788004"/>
              <a:ext cx="38881" cy="33316"/>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105"/>
            <p:cNvSpPr/>
            <p:nvPr/>
          </p:nvSpPr>
          <p:spPr>
            <a:xfrm>
              <a:off x="6800150" y="278800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105"/>
            <p:cNvSpPr/>
            <p:nvPr/>
          </p:nvSpPr>
          <p:spPr>
            <a:xfrm>
              <a:off x="6800150" y="283552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105"/>
            <p:cNvSpPr/>
            <p:nvPr/>
          </p:nvSpPr>
          <p:spPr>
            <a:xfrm>
              <a:off x="6800150" y="2883056"/>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105"/>
            <p:cNvSpPr/>
            <p:nvPr/>
          </p:nvSpPr>
          <p:spPr>
            <a:xfrm>
              <a:off x="6800150" y="2930574"/>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105"/>
            <p:cNvSpPr/>
            <p:nvPr/>
          </p:nvSpPr>
          <p:spPr>
            <a:xfrm>
              <a:off x="6800150" y="2977983"/>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105"/>
            <p:cNvSpPr/>
            <p:nvPr/>
          </p:nvSpPr>
          <p:spPr>
            <a:xfrm>
              <a:off x="680015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105"/>
            <p:cNvSpPr/>
            <p:nvPr/>
          </p:nvSpPr>
          <p:spPr>
            <a:xfrm>
              <a:off x="6752616" y="3025502"/>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105"/>
            <p:cNvSpPr/>
            <p:nvPr/>
          </p:nvSpPr>
          <p:spPr>
            <a:xfrm>
              <a:off x="675261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105"/>
            <p:cNvSpPr/>
            <p:nvPr/>
          </p:nvSpPr>
          <p:spPr>
            <a:xfrm>
              <a:off x="6705082" y="3073036"/>
              <a:ext cx="38928" cy="33316"/>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105"/>
            <p:cNvSpPr/>
            <p:nvPr/>
          </p:nvSpPr>
          <p:spPr>
            <a:xfrm>
              <a:off x="6705082" y="3120679"/>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105"/>
            <p:cNvSpPr/>
            <p:nvPr/>
          </p:nvSpPr>
          <p:spPr>
            <a:xfrm>
              <a:off x="6705082"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105"/>
            <p:cNvSpPr/>
            <p:nvPr/>
          </p:nvSpPr>
          <p:spPr>
            <a:xfrm>
              <a:off x="6705082" y="3168088"/>
              <a:ext cx="38928" cy="33316"/>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105"/>
            <p:cNvSpPr/>
            <p:nvPr/>
          </p:nvSpPr>
          <p:spPr>
            <a:xfrm>
              <a:off x="6657689" y="3168088"/>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105"/>
            <p:cNvSpPr/>
            <p:nvPr/>
          </p:nvSpPr>
          <p:spPr>
            <a:xfrm>
              <a:off x="6420050"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105"/>
            <p:cNvSpPr/>
            <p:nvPr/>
          </p:nvSpPr>
          <p:spPr>
            <a:xfrm>
              <a:off x="6420050"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105"/>
            <p:cNvSpPr/>
            <p:nvPr/>
          </p:nvSpPr>
          <p:spPr>
            <a:xfrm>
              <a:off x="6420050"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105"/>
            <p:cNvSpPr/>
            <p:nvPr/>
          </p:nvSpPr>
          <p:spPr>
            <a:xfrm>
              <a:off x="6420050"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105"/>
            <p:cNvSpPr/>
            <p:nvPr/>
          </p:nvSpPr>
          <p:spPr>
            <a:xfrm>
              <a:off x="6420050"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105"/>
            <p:cNvSpPr/>
            <p:nvPr/>
          </p:nvSpPr>
          <p:spPr>
            <a:xfrm>
              <a:off x="6420050"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105"/>
            <p:cNvSpPr/>
            <p:nvPr/>
          </p:nvSpPr>
          <p:spPr>
            <a:xfrm>
              <a:off x="6420050"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105"/>
            <p:cNvSpPr/>
            <p:nvPr/>
          </p:nvSpPr>
          <p:spPr>
            <a:xfrm>
              <a:off x="6230071"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105"/>
            <p:cNvSpPr/>
            <p:nvPr/>
          </p:nvSpPr>
          <p:spPr>
            <a:xfrm>
              <a:off x="6230071"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105"/>
            <p:cNvSpPr/>
            <p:nvPr/>
          </p:nvSpPr>
          <p:spPr>
            <a:xfrm>
              <a:off x="6230071"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105"/>
            <p:cNvSpPr/>
            <p:nvPr/>
          </p:nvSpPr>
          <p:spPr>
            <a:xfrm>
              <a:off x="6277605" y="2455563"/>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105"/>
            <p:cNvSpPr/>
            <p:nvPr/>
          </p:nvSpPr>
          <p:spPr>
            <a:xfrm>
              <a:off x="6277605" y="2503096"/>
              <a:ext cx="38788" cy="33222"/>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105"/>
            <p:cNvSpPr/>
            <p:nvPr/>
          </p:nvSpPr>
          <p:spPr>
            <a:xfrm>
              <a:off x="6277605" y="2550490"/>
              <a:ext cx="38788" cy="33331"/>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105"/>
            <p:cNvSpPr/>
            <p:nvPr/>
          </p:nvSpPr>
          <p:spPr>
            <a:xfrm>
              <a:off x="6277605" y="2598024"/>
              <a:ext cx="38788" cy="33316"/>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105"/>
            <p:cNvSpPr/>
            <p:nvPr/>
          </p:nvSpPr>
          <p:spPr>
            <a:xfrm>
              <a:off x="6277605" y="2645542"/>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105"/>
            <p:cNvSpPr/>
            <p:nvPr/>
          </p:nvSpPr>
          <p:spPr>
            <a:xfrm>
              <a:off x="6324998"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105"/>
            <p:cNvSpPr/>
            <p:nvPr/>
          </p:nvSpPr>
          <p:spPr>
            <a:xfrm>
              <a:off x="6324998"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105"/>
            <p:cNvSpPr/>
            <p:nvPr/>
          </p:nvSpPr>
          <p:spPr>
            <a:xfrm>
              <a:off x="6324998" y="2455563"/>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105"/>
            <p:cNvSpPr/>
            <p:nvPr/>
          </p:nvSpPr>
          <p:spPr>
            <a:xfrm>
              <a:off x="6324998" y="250309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105"/>
            <p:cNvSpPr/>
            <p:nvPr/>
          </p:nvSpPr>
          <p:spPr>
            <a:xfrm>
              <a:off x="6324998" y="2550490"/>
              <a:ext cx="38928" cy="33331"/>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105"/>
            <p:cNvSpPr/>
            <p:nvPr/>
          </p:nvSpPr>
          <p:spPr>
            <a:xfrm>
              <a:off x="6324998" y="2598024"/>
              <a:ext cx="38928" cy="33316"/>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105"/>
            <p:cNvSpPr/>
            <p:nvPr/>
          </p:nvSpPr>
          <p:spPr>
            <a:xfrm>
              <a:off x="6324998" y="2645542"/>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105"/>
            <p:cNvSpPr/>
            <p:nvPr/>
          </p:nvSpPr>
          <p:spPr>
            <a:xfrm>
              <a:off x="6372532" y="236051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105"/>
            <p:cNvSpPr/>
            <p:nvPr/>
          </p:nvSpPr>
          <p:spPr>
            <a:xfrm>
              <a:off x="6372532"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105"/>
            <p:cNvSpPr/>
            <p:nvPr/>
          </p:nvSpPr>
          <p:spPr>
            <a:xfrm>
              <a:off x="6372532"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105"/>
            <p:cNvSpPr/>
            <p:nvPr/>
          </p:nvSpPr>
          <p:spPr>
            <a:xfrm>
              <a:off x="6372532" y="250309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105"/>
            <p:cNvSpPr/>
            <p:nvPr/>
          </p:nvSpPr>
          <p:spPr>
            <a:xfrm>
              <a:off x="6372532" y="2550490"/>
              <a:ext cx="38928" cy="33331"/>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105"/>
            <p:cNvSpPr/>
            <p:nvPr/>
          </p:nvSpPr>
          <p:spPr>
            <a:xfrm>
              <a:off x="6372532" y="2598024"/>
              <a:ext cx="38928" cy="33316"/>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105"/>
            <p:cNvSpPr/>
            <p:nvPr/>
          </p:nvSpPr>
          <p:spPr>
            <a:xfrm>
              <a:off x="6372532"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105"/>
            <p:cNvSpPr/>
            <p:nvPr/>
          </p:nvSpPr>
          <p:spPr>
            <a:xfrm>
              <a:off x="6372532" y="269307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105"/>
            <p:cNvSpPr/>
            <p:nvPr/>
          </p:nvSpPr>
          <p:spPr>
            <a:xfrm>
              <a:off x="6420050"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105"/>
            <p:cNvSpPr/>
            <p:nvPr/>
          </p:nvSpPr>
          <p:spPr>
            <a:xfrm>
              <a:off x="6467584"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105"/>
            <p:cNvSpPr/>
            <p:nvPr/>
          </p:nvSpPr>
          <p:spPr>
            <a:xfrm>
              <a:off x="6467584" y="2408044"/>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105"/>
            <p:cNvSpPr/>
            <p:nvPr/>
          </p:nvSpPr>
          <p:spPr>
            <a:xfrm>
              <a:off x="6467584"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105"/>
            <p:cNvSpPr/>
            <p:nvPr/>
          </p:nvSpPr>
          <p:spPr>
            <a:xfrm>
              <a:off x="6467584"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105"/>
            <p:cNvSpPr/>
            <p:nvPr/>
          </p:nvSpPr>
          <p:spPr>
            <a:xfrm>
              <a:off x="6467584" y="2598024"/>
              <a:ext cx="38788" cy="33316"/>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105"/>
            <p:cNvSpPr/>
            <p:nvPr/>
          </p:nvSpPr>
          <p:spPr>
            <a:xfrm>
              <a:off x="6467584"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105"/>
            <p:cNvSpPr/>
            <p:nvPr/>
          </p:nvSpPr>
          <p:spPr>
            <a:xfrm>
              <a:off x="6467584" y="269307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105"/>
            <p:cNvSpPr/>
            <p:nvPr/>
          </p:nvSpPr>
          <p:spPr>
            <a:xfrm>
              <a:off x="6515103" y="2360510"/>
              <a:ext cx="38804" cy="33331"/>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105"/>
            <p:cNvSpPr/>
            <p:nvPr/>
          </p:nvSpPr>
          <p:spPr>
            <a:xfrm>
              <a:off x="6515103" y="240804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105"/>
            <p:cNvSpPr/>
            <p:nvPr/>
          </p:nvSpPr>
          <p:spPr>
            <a:xfrm>
              <a:off x="6515103" y="2455563"/>
              <a:ext cx="38804" cy="33269"/>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105"/>
            <p:cNvSpPr/>
            <p:nvPr/>
          </p:nvSpPr>
          <p:spPr>
            <a:xfrm>
              <a:off x="6515103" y="2550490"/>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105"/>
            <p:cNvSpPr/>
            <p:nvPr/>
          </p:nvSpPr>
          <p:spPr>
            <a:xfrm>
              <a:off x="6515103" y="259802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105"/>
            <p:cNvSpPr/>
            <p:nvPr/>
          </p:nvSpPr>
          <p:spPr>
            <a:xfrm>
              <a:off x="6515103" y="264554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105"/>
            <p:cNvSpPr/>
            <p:nvPr/>
          </p:nvSpPr>
          <p:spPr>
            <a:xfrm>
              <a:off x="6515103" y="2693076"/>
              <a:ext cx="38804" cy="33238"/>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105"/>
            <p:cNvSpPr/>
            <p:nvPr/>
          </p:nvSpPr>
          <p:spPr>
            <a:xfrm>
              <a:off x="6515103" y="2740470"/>
              <a:ext cx="38804" cy="33331"/>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105"/>
            <p:cNvSpPr/>
            <p:nvPr/>
          </p:nvSpPr>
          <p:spPr>
            <a:xfrm>
              <a:off x="656263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105"/>
            <p:cNvSpPr/>
            <p:nvPr/>
          </p:nvSpPr>
          <p:spPr>
            <a:xfrm>
              <a:off x="6562636" y="2455563"/>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105"/>
            <p:cNvSpPr/>
            <p:nvPr/>
          </p:nvSpPr>
          <p:spPr>
            <a:xfrm>
              <a:off x="6562636" y="2550490"/>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105"/>
            <p:cNvSpPr/>
            <p:nvPr/>
          </p:nvSpPr>
          <p:spPr>
            <a:xfrm>
              <a:off x="6562636" y="259802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105"/>
            <p:cNvSpPr/>
            <p:nvPr/>
          </p:nvSpPr>
          <p:spPr>
            <a:xfrm>
              <a:off x="6562636" y="264554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105"/>
            <p:cNvSpPr/>
            <p:nvPr/>
          </p:nvSpPr>
          <p:spPr>
            <a:xfrm>
              <a:off x="6562636"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105"/>
            <p:cNvSpPr/>
            <p:nvPr/>
          </p:nvSpPr>
          <p:spPr>
            <a:xfrm>
              <a:off x="656263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105"/>
            <p:cNvSpPr/>
            <p:nvPr/>
          </p:nvSpPr>
          <p:spPr>
            <a:xfrm>
              <a:off x="656263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105"/>
            <p:cNvSpPr/>
            <p:nvPr/>
          </p:nvSpPr>
          <p:spPr>
            <a:xfrm>
              <a:off x="656263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105"/>
            <p:cNvSpPr/>
            <p:nvPr/>
          </p:nvSpPr>
          <p:spPr>
            <a:xfrm>
              <a:off x="656263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105"/>
            <p:cNvSpPr/>
            <p:nvPr/>
          </p:nvSpPr>
          <p:spPr>
            <a:xfrm>
              <a:off x="6610155" y="2455563"/>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105"/>
            <p:cNvSpPr/>
            <p:nvPr/>
          </p:nvSpPr>
          <p:spPr>
            <a:xfrm>
              <a:off x="6610155" y="3168088"/>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105"/>
            <p:cNvSpPr/>
            <p:nvPr/>
          </p:nvSpPr>
          <p:spPr>
            <a:xfrm>
              <a:off x="6610155" y="312067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105"/>
            <p:cNvSpPr/>
            <p:nvPr/>
          </p:nvSpPr>
          <p:spPr>
            <a:xfrm>
              <a:off x="6610155" y="3073036"/>
              <a:ext cx="38928" cy="33316"/>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105"/>
            <p:cNvSpPr/>
            <p:nvPr/>
          </p:nvSpPr>
          <p:spPr>
            <a:xfrm>
              <a:off x="6610155" y="3025502"/>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105"/>
            <p:cNvSpPr/>
            <p:nvPr/>
          </p:nvSpPr>
          <p:spPr>
            <a:xfrm>
              <a:off x="6610155"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105"/>
            <p:cNvSpPr/>
            <p:nvPr/>
          </p:nvSpPr>
          <p:spPr>
            <a:xfrm>
              <a:off x="6610155" y="2930574"/>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105"/>
            <p:cNvSpPr/>
            <p:nvPr/>
          </p:nvSpPr>
          <p:spPr>
            <a:xfrm>
              <a:off x="6610155"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105"/>
            <p:cNvSpPr/>
            <p:nvPr/>
          </p:nvSpPr>
          <p:spPr>
            <a:xfrm>
              <a:off x="6610155"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105"/>
            <p:cNvSpPr/>
            <p:nvPr/>
          </p:nvSpPr>
          <p:spPr>
            <a:xfrm>
              <a:off x="6610077" y="2788004"/>
              <a:ext cx="38881" cy="33316"/>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105"/>
            <p:cNvSpPr/>
            <p:nvPr/>
          </p:nvSpPr>
          <p:spPr>
            <a:xfrm>
              <a:off x="6610155" y="274047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105"/>
            <p:cNvSpPr/>
            <p:nvPr/>
          </p:nvSpPr>
          <p:spPr>
            <a:xfrm>
              <a:off x="6610155"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105"/>
            <p:cNvSpPr/>
            <p:nvPr/>
          </p:nvSpPr>
          <p:spPr>
            <a:xfrm>
              <a:off x="6610155" y="264554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105"/>
            <p:cNvSpPr/>
            <p:nvPr/>
          </p:nvSpPr>
          <p:spPr>
            <a:xfrm>
              <a:off x="6610155" y="2598024"/>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105"/>
            <p:cNvSpPr/>
            <p:nvPr/>
          </p:nvSpPr>
          <p:spPr>
            <a:xfrm>
              <a:off x="6610155"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105"/>
            <p:cNvSpPr/>
            <p:nvPr/>
          </p:nvSpPr>
          <p:spPr>
            <a:xfrm>
              <a:off x="6610155"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105"/>
            <p:cNvSpPr/>
            <p:nvPr/>
          </p:nvSpPr>
          <p:spPr>
            <a:xfrm>
              <a:off x="6562636"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105"/>
            <p:cNvSpPr/>
            <p:nvPr/>
          </p:nvSpPr>
          <p:spPr>
            <a:xfrm>
              <a:off x="6515103" y="2503096"/>
              <a:ext cx="38804" cy="33191"/>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105"/>
            <p:cNvSpPr/>
            <p:nvPr/>
          </p:nvSpPr>
          <p:spPr>
            <a:xfrm>
              <a:off x="6467584"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105"/>
            <p:cNvSpPr/>
            <p:nvPr/>
          </p:nvSpPr>
          <p:spPr>
            <a:xfrm>
              <a:off x="6990130"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105"/>
            <p:cNvSpPr/>
            <p:nvPr/>
          </p:nvSpPr>
          <p:spPr>
            <a:xfrm>
              <a:off x="6990130" y="2693076"/>
              <a:ext cx="38788" cy="33269"/>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105"/>
            <p:cNvSpPr/>
            <p:nvPr/>
          </p:nvSpPr>
          <p:spPr>
            <a:xfrm>
              <a:off x="699013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105"/>
            <p:cNvSpPr/>
            <p:nvPr/>
          </p:nvSpPr>
          <p:spPr>
            <a:xfrm>
              <a:off x="6942596" y="2788004"/>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105"/>
            <p:cNvSpPr/>
            <p:nvPr/>
          </p:nvSpPr>
          <p:spPr>
            <a:xfrm>
              <a:off x="6942596" y="274047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105"/>
            <p:cNvSpPr/>
            <p:nvPr/>
          </p:nvSpPr>
          <p:spPr>
            <a:xfrm>
              <a:off x="6942596" y="2693076"/>
              <a:ext cx="38928" cy="33222"/>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105"/>
            <p:cNvSpPr/>
            <p:nvPr/>
          </p:nvSpPr>
          <p:spPr>
            <a:xfrm>
              <a:off x="6942596" y="2645542"/>
              <a:ext cx="38928" cy="33269"/>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105"/>
            <p:cNvSpPr/>
            <p:nvPr/>
          </p:nvSpPr>
          <p:spPr>
            <a:xfrm>
              <a:off x="6942596" y="2598024"/>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105"/>
            <p:cNvSpPr/>
            <p:nvPr/>
          </p:nvSpPr>
          <p:spPr>
            <a:xfrm>
              <a:off x="689506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105"/>
            <p:cNvSpPr/>
            <p:nvPr/>
          </p:nvSpPr>
          <p:spPr>
            <a:xfrm>
              <a:off x="6895062" y="278800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105"/>
            <p:cNvSpPr/>
            <p:nvPr/>
          </p:nvSpPr>
          <p:spPr>
            <a:xfrm>
              <a:off x="689506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105"/>
            <p:cNvSpPr/>
            <p:nvPr/>
          </p:nvSpPr>
          <p:spPr>
            <a:xfrm>
              <a:off x="689506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105"/>
            <p:cNvSpPr/>
            <p:nvPr/>
          </p:nvSpPr>
          <p:spPr>
            <a:xfrm>
              <a:off x="6895062" y="2550490"/>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105"/>
            <p:cNvSpPr/>
            <p:nvPr/>
          </p:nvSpPr>
          <p:spPr>
            <a:xfrm>
              <a:off x="684766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105"/>
            <p:cNvSpPr/>
            <p:nvPr/>
          </p:nvSpPr>
          <p:spPr>
            <a:xfrm>
              <a:off x="684766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105"/>
            <p:cNvSpPr/>
            <p:nvPr/>
          </p:nvSpPr>
          <p:spPr>
            <a:xfrm>
              <a:off x="6847668"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105"/>
            <p:cNvSpPr/>
            <p:nvPr/>
          </p:nvSpPr>
          <p:spPr>
            <a:xfrm>
              <a:off x="6847668"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105"/>
            <p:cNvSpPr/>
            <p:nvPr/>
          </p:nvSpPr>
          <p:spPr>
            <a:xfrm>
              <a:off x="6847668"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105"/>
            <p:cNvSpPr/>
            <p:nvPr/>
          </p:nvSpPr>
          <p:spPr>
            <a:xfrm>
              <a:off x="6847668" y="2835522"/>
              <a:ext cx="38804" cy="33269"/>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105"/>
            <p:cNvSpPr/>
            <p:nvPr/>
          </p:nvSpPr>
          <p:spPr>
            <a:xfrm>
              <a:off x="6847668"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105"/>
            <p:cNvSpPr/>
            <p:nvPr/>
          </p:nvSpPr>
          <p:spPr>
            <a:xfrm>
              <a:off x="6847668"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105"/>
            <p:cNvSpPr/>
            <p:nvPr/>
          </p:nvSpPr>
          <p:spPr>
            <a:xfrm>
              <a:off x="6800150"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105"/>
            <p:cNvSpPr/>
            <p:nvPr/>
          </p:nvSpPr>
          <p:spPr>
            <a:xfrm>
              <a:off x="680015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105"/>
            <p:cNvSpPr/>
            <p:nvPr/>
          </p:nvSpPr>
          <p:spPr>
            <a:xfrm>
              <a:off x="680015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105"/>
            <p:cNvSpPr/>
            <p:nvPr/>
          </p:nvSpPr>
          <p:spPr>
            <a:xfrm>
              <a:off x="680015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105"/>
            <p:cNvSpPr/>
            <p:nvPr/>
          </p:nvSpPr>
          <p:spPr>
            <a:xfrm>
              <a:off x="6752616" y="3263140"/>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105"/>
            <p:cNvSpPr/>
            <p:nvPr/>
          </p:nvSpPr>
          <p:spPr>
            <a:xfrm>
              <a:off x="6752616" y="3215606"/>
              <a:ext cx="38928" cy="33269"/>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105"/>
            <p:cNvSpPr/>
            <p:nvPr/>
          </p:nvSpPr>
          <p:spPr>
            <a:xfrm>
              <a:off x="6752616" y="3168088"/>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105"/>
            <p:cNvSpPr/>
            <p:nvPr/>
          </p:nvSpPr>
          <p:spPr>
            <a:xfrm>
              <a:off x="6752616" y="3120679"/>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105"/>
            <p:cNvSpPr/>
            <p:nvPr/>
          </p:nvSpPr>
          <p:spPr>
            <a:xfrm>
              <a:off x="6752616"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105"/>
            <p:cNvSpPr/>
            <p:nvPr/>
          </p:nvSpPr>
          <p:spPr>
            <a:xfrm>
              <a:off x="6705082"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105"/>
            <p:cNvSpPr/>
            <p:nvPr/>
          </p:nvSpPr>
          <p:spPr>
            <a:xfrm>
              <a:off x="670508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105"/>
            <p:cNvSpPr/>
            <p:nvPr/>
          </p:nvSpPr>
          <p:spPr>
            <a:xfrm>
              <a:off x="6705082" y="236051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105"/>
            <p:cNvSpPr/>
            <p:nvPr/>
          </p:nvSpPr>
          <p:spPr>
            <a:xfrm>
              <a:off x="6657689" y="3263140"/>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105"/>
            <p:cNvSpPr/>
            <p:nvPr/>
          </p:nvSpPr>
          <p:spPr>
            <a:xfrm>
              <a:off x="6657689" y="2408044"/>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105"/>
            <p:cNvSpPr/>
            <p:nvPr/>
          </p:nvSpPr>
          <p:spPr>
            <a:xfrm>
              <a:off x="6657689" y="2360510"/>
              <a:ext cx="38804" cy="33331"/>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105"/>
            <p:cNvSpPr/>
            <p:nvPr/>
          </p:nvSpPr>
          <p:spPr>
            <a:xfrm>
              <a:off x="6610155" y="326314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105"/>
            <p:cNvSpPr/>
            <p:nvPr/>
          </p:nvSpPr>
          <p:spPr>
            <a:xfrm>
              <a:off x="6610155" y="3215606"/>
              <a:ext cx="38804" cy="33269"/>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105"/>
            <p:cNvSpPr/>
            <p:nvPr/>
          </p:nvSpPr>
          <p:spPr>
            <a:xfrm>
              <a:off x="6610155" y="2408044"/>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105"/>
            <p:cNvSpPr/>
            <p:nvPr/>
          </p:nvSpPr>
          <p:spPr>
            <a:xfrm>
              <a:off x="6610155" y="236051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105"/>
            <p:cNvSpPr/>
            <p:nvPr/>
          </p:nvSpPr>
          <p:spPr>
            <a:xfrm>
              <a:off x="656263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105"/>
            <p:cNvSpPr/>
            <p:nvPr/>
          </p:nvSpPr>
          <p:spPr>
            <a:xfrm>
              <a:off x="656263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105"/>
            <p:cNvSpPr/>
            <p:nvPr/>
          </p:nvSpPr>
          <p:spPr>
            <a:xfrm>
              <a:off x="656263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105"/>
            <p:cNvSpPr/>
            <p:nvPr/>
          </p:nvSpPr>
          <p:spPr>
            <a:xfrm>
              <a:off x="656263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105"/>
            <p:cNvSpPr/>
            <p:nvPr/>
          </p:nvSpPr>
          <p:spPr>
            <a:xfrm>
              <a:off x="656263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105"/>
            <p:cNvSpPr/>
            <p:nvPr/>
          </p:nvSpPr>
          <p:spPr>
            <a:xfrm>
              <a:off x="656263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105"/>
            <p:cNvSpPr/>
            <p:nvPr/>
          </p:nvSpPr>
          <p:spPr>
            <a:xfrm>
              <a:off x="6562636"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105"/>
            <p:cNvSpPr/>
            <p:nvPr/>
          </p:nvSpPr>
          <p:spPr>
            <a:xfrm>
              <a:off x="6562636" y="236051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105"/>
            <p:cNvSpPr/>
            <p:nvPr/>
          </p:nvSpPr>
          <p:spPr>
            <a:xfrm>
              <a:off x="6515103" y="3073036"/>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105"/>
            <p:cNvSpPr/>
            <p:nvPr/>
          </p:nvSpPr>
          <p:spPr>
            <a:xfrm>
              <a:off x="6515103" y="3025502"/>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105"/>
            <p:cNvSpPr/>
            <p:nvPr/>
          </p:nvSpPr>
          <p:spPr>
            <a:xfrm>
              <a:off x="6515103" y="2883056"/>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105"/>
            <p:cNvSpPr/>
            <p:nvPr/>
          </p:nvSpPr>
          <p:spPr>
            <a:xfrm>
              <a:off x="6515103" y="283552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105"/>
            <p:cNvSpPr/>
            <p:nvPr/>
          </p:nvSpPr>
          <p:spPr>
            <a:xfrm>
              <a:off x="6515025" y="2788004"/>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105"/>
            <p:cNvSpPr/>
            <p:nvPr/>
          </p:nvSpPr>
          <p:spPr>
            <a:xfrm>
              <a:off x="6515103" y="2312992"/>
              <a:ext cx="38804" cy="33316"/>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105"/>
            <p:cNvSpPr/>
            <p:nvPr/>
          </p:nvSpPr>
          <p:spPr>
            <a:xfrm>
              <a:off x="6467491"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105"/>
            <p:cNvSpPr/>
            <p:nvPr/>
          </p:nvSpPr>
          <p:spPr>
            <a:xfrm>
              <a:off x="6467584"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105"/>
            <p:cNvSpPr/>
            <p:nvPr/>
          </p:nvSpPr>
          <p:spPr>
            <a:xfrm>
              <a:off x="6467584"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105"/>
            <p:cNvSpPr/>
            <p:nvPr/>
          </p:nvSpPr>
          <p:spPr>
            <a:xfrm>
              <a:off x="6420050" y="274047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105"/>
            <p:cNvSpPr/>
            <p:nvPr/>
          </p:nvSpPr>
          <p:spPr>
            <a:xfrm>
              <a:off x="6420050"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105"/>
            <p:cNvSpPr/>
            <p:nvPr/>
          </p:nvSpPr>
          <p:spPr>
            <a:xfrm>
              <a:off x="6420050"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105"/>
            <p:cNvSpPr/>
            <p:nvPr/>
          </p:nvSpPr>
          <p:spPr>
            <a:xfrm>
              <a:off x="6372532"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105"/>
            <p:cNvSpPr/>
            <p:nvPr/>
          </p:nvSpPr>
          <p:spPr>
            <a:xfrm>
              <a:off x="6372532"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105"/>
            <p:cNvSpPr/>
            <p:nvPr/>
          </p:nvSpPr>
          <p:spPr>
            <a:xfrm>
              <a:off x="6372532" y="2265583"/>
              <a:ext cx="38928" cy="33238"/>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105"/>
            <p:cNvSpPr/>
            <p:nvPr/>
          </p:nvSpPr>
          <p:spPr>
            <a:xfrm>
              <a:off x="6324998" y="274047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105"/>
            <p:cNvSpPr/>
            <p:nvPr/>
          </p:nvSpPr>
          <p:spPr>
            <a:xfrm>
              <a:off x="6324998" y="269307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105"/>
            <p:cNvSpPr/>
            <p:nvPr/>
          </p:nvSpPr>
          <p:spPr>
            <a:xfrm>
              <a:off x="6324998"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105"/>
            <p:cNvSpPr/>
            <p:nvPr/>
          </p:nvSpPr>
          <p:spPr>
            <a:xfrm>
              <a:off x="6324998" y="2265583"/>
              <a:ext cx="38928" cy="33238"/>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105"/>
            <p:cNvSpPr/>
            <p:nvPr/>
          </p:nvSpPr>
          <p:spPr>
            <a:xfrm>
              <a:off x="6277605" y="2693076"/>
              <a:ext cx="38788" cy="33222"/>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105"/>
            <p:cNvSpPr/>
            <p:nvPr/>
          </p:nvSpPr>
          <p:spPr>
            <a:xfrm>
              <a:off x="6277605"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105"/>
            <p:cNvSpPr/>
            <p:nvPr/>
          </p:nvSpPr>
          <p:spPr>
            <a:xfrm>
              <a:off x="6277605" y="2360510"/>
              <a:ext cx="38788" cy="33331"/>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105"/>
            <p:cNvSpPr/>
            <p:nvPr/>
          </p:nvSpPr>
          <p:spPr>
            <a:xfrm>
              <a:off x="6277605" y="2312992"/>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105"/>
            <p:cNvSpPr/>
            <p:nvPr/>
          </p:nvSpPr>
          <p:spPr>
            <a:xfrm>
              <a:off x="6230071"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105"/>
            <p:cNvSpPr/>
            <p:nvPr/>
          </p:nvSpPr>
          <p:spPr>
            <a:xfrm>
              <a:off x="6230071"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105"/>
            <p:cNvSpPr/>
            <p:nvPr/>
          </p:nvSpPr>
          <p:spPr>
            <a:xfrm>
              <a:off x="6230071"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105"/>
            <p:cNvSpPr/>
            <p:nvPr/>
          </p:nvSpPr>
          <p:spPr>
            <a:xfrm>
              <a:off x="623007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105"/>
            <p:cNvSpPr/>
            <p:nvPr/>
          </p:nvSpPr>
          <p:spPr>
            <a:xfrm>
              <a:off x="6182552"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105"/>
            <p:cNvSpPr/>
            <p:nvPr/>
          </p:nvSpPr>
          <p:spPr>
            <a:xfrm>
              <a:off x="6182552"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105"/>
            <p:cNvSpPr/>
            <p:nvPr/>
          </p:nvSpPr>
          <p:spPr>
            <a:xfrm>
              <a:off x="6182552" y="2550490"/>
              <a:ext cx="38788" cy="33331"/>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105"/>
            <p:cNvSpPr/>
            <p:nvPr/>
          </p:nvSpPr>
          <p:spPr>
            <a:xfrm>
              <a:off x="6182552"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105"/>
            <p:cNvSpPr/>
            <p:nvPr/>
          </p:nvSpPr>
          <p:spPr>
            <a:xfrm>
              <a:off x="6182552"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105"/>
            <p:cNvSpPr/>
            <p:nvPr/>
          </p:nvSpPr>
          <p:spPr>
            <a:xfrm>
              <a:off x="680015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105"/>
            <p:cNvSpPr/>
            <p:nvPr/>
          </p:nvSpPr>
          <p:spPr>
            <a:xfrm>
              <a:off x="6135018" y="141048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105"/>
            <p:cNvSpPr/>
            <p:nvPr/>
          </p:nvSpPr>
          <p:spPr>
            <a:xfrm>
              <a:off x="608762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105"/>
            <p:cNvSpPr/>
            <p:nvPr/>
          </p:nvSpPr>
          <p:spPr>
            <a:xfrm>
              <a:off x="6895062" y="174291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105"/>
            <p:cNvSpPr/>
            <p:nvPr/>
          </p:nvSpPr>
          <p:spPr>
            <a:xfrm>
              <a:off x="689506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105"/>
            <p:cNvSpPr/>
            <p:nvPr/>
          </p:nvSpPr>
          <p:spPr>
            <a:xfrm>
              <a:off x="689506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105"/>
            <p:cNvSpPr/>
            <p:nvPr/>
          </p:nvSpPr>
          <p:spPr>
            <a:xfrm>
              <a:off x="6895062" y="1885499"/>
              <a:ext cx="38928" cy="33269"/>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105"/>
            <p:cNvSpPr/>
            <p:nvPr/>
          </p:nvSpPr>
          <p:spPr>
            <a:xfrm>
              <a:off x="689506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105"/>
            <p:cNvSpPr/>
            <p:nvPr/>
          </p:nvSpPr>
          <p:spPr>
            <a:xfrm>
              <a:off x="689506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105"/>
            <p:cNvSpPr/>
            <p:nvPr/>
          </p:nvSpPr>
          <p:spPr>
            <a:xfrm>
              <a:off x="689506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105"/>
            <p:cNvSpPr/>
            <p:nvPr/>
          </p:nvSpPr>
          <p:spPr>
            <a:xfrm>
              <a:off x="6657689" y="1885499"/>
              <a:ext cx="38804" cy="33269"/>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105"/>
            <p:cNvSpPr/>
            <p:nvPr/>
          </p:nvSpPr>
          <p:spPr>
            <a:xfrm>
              <a:off x="6657689" y="1932892"/>
              <a:ext cx="38804" cy="33331"/>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105"/>
            <p:cNvSpPr/>
            <p:nvPr/>
          </p:nvSpPr>
          <p:spPr>
            <a:xfrm>
              <a:off x="6467584"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105"/>
            <p:cNvSpPr/>
            <p:nvPr/>
          </p:nvSpPr>
          <p:spPr>
            <a:xfrm>
              <a:off x="6515103" y="1980426"/>
              <a:ext cx="38804" cy="33331"/>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105"/>
            <p:cNvSpPr/>
            <p:nvPr/>
          </p:nvSpPr>
          <p:spPr>
            <a:xfrm>
              <a:off x="6515103" y="1932892"/>
              <a:ext cx="38804" cy="33331"/>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105"/>
            <p:cNvSpPr/>
            <p:nvPr/>
          </p:nvSpPr>
          <p:spPr>
            <a:xfrm>
              <a:off x="656263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105"/>
            <p:cNvSpPr/>
            <p:nvPr/>
          </p:nvSpPr>
          <p:spPr>
            <a:xfrm>
              <a:off x="6610155"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105"/>
            <p:cNvSpPr/>
            <p:nvPr/>
          </p:nvSpPr>
          <p:spPr>
            <a:xfrm>
              <a:off x="6610155"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105"/>
            <p:cNvSpPr/>
            <p:nvPr/>
          </p:nvSpPr>
          <p:spPr>
            <a:xfrm>
              <a:off x="6657689" y="1980426"/>
              <a:ext cx="38804" cy="33331"/>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105"/>
            <p:cNvSpPr/>
            <p:nvPr/>
          </p:nvSpPr>
          <p:spPr>
            <a:xfrm>
              <a:off x="6657689" y="202796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105"/>
            <p:cNvSpPr/>
            <p:nvPr/>
          </p:nvSpPr>
          <p:spPr>
            <a:xfrm>
              <a:off x="6705082"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105"/>
            <p:cNvSpPr/>
            <p:nvPr/>
          </p:nvSpPr>
          <p:spPr>
            <a:xfrm>
              <a:off x="670508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105"/>
            <p:cNvSpPr/>
            <p:nvPr/>
          </p:nvSpPr>
          <p:spPr>
            <a:xfrm>
              <a:off x="670508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105"/>
            <p:cNvSpPr/>
            <p:nvPr/>
          </p:nvSpPr>
          <p:spPr>
            <a:xfrm>
              <a:off x="670508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105"/>
            <p:cNvSpPr/>
            <p:nvPr/>
          </p:nvSpPr>
          <p:spPr>
            <a:xfrm>
              <a:off x="6752616"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105"/>
            <p:cNvSpPr/>
            <p:nvPr/>
          </p:nvSpPr>
          <p:spPr>
            <a:xfrm>
              <a:off x="6752616"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105"/>
            <p:cNvSpPr/>
            <p:nvPr/>
          </p:nvSpPr>
          <p:spPr>
            <a:xfrm>
              <a:off x="6752616" y="1885499"/>
              <a:ext cx="38928" cy="33269"/>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105"/>
            <p:cNvSpPr/>
            <p:nvPr/>
          </p:nvSpPr>
          <p:spPr>
            <a:xfrm>
              <a:off x="6752616"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105"/>
            <p:cNvSpPr/>
            <p:nvPr/>
          </p:nvSpPr>
          <p:spPr>
            <a:xfrm>
              <a:off x="6752616" y="1980426"/>
              <a:ext cx="38928" cy="33331"/>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105"/>
            <p:cNvSpPr/>
            <p:nvPr/>
          </p:nvSpPr>
          <p:spPr>
            <a:xfrm>
              <a:off x="6752616"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105"/>
            <p:cNvSpPr/>
            <p:nvPr/>
          </p:nvSpPr>
          <p:spPr>
            <a:xfrm>
              <a:off x="680015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105"/>
            <p:cNvSpPr/>
            <p:nvPr/>
          </p:nvSpPr>
          <p:spPr>
            <a:xfrm>
              <a:off x="680015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105"/>
            <p:cNvSpPr/>
            <p:nvPr/>
          </p:nvSpPr>
          <p:spPr>
            <a:xfrm>
              <a:off x="6800150"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105"/>
            <p:cNvSpPr/>
            <p:nvPr/>
          </p:nvSpPr>
          <p:spPr>
            <a:xfrm>
              <a:off x="6800150"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105"/>
            <p:cNvSpPr/>
            <p:nvPr/>
          </p:nvSpPr>
          <p:spPr>
            <a:xfrm>
              <a:off x="680015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105"/>
            <p:cNvSpPr/>
            <p:nvPr/>
          </p:nvSpPr>
          <p:spPr>
            <a:xfrm>
              <a:off x="680015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105"/>
            <p:cNvSpPr/>
            <p:nvPr/>
          </p:nvSpPr>
          <p:spPr>
            <a:xfrm>
              <a:off x="680015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105"/>
            <p:cNvSpPr/>
            <p:nvPr/>
          </p:nvSpPr>
          <p:spPr>
            <a:xfrm>
              <a:off x="684766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105"/>
            <p:cNvSpPr/>
            <p:nvPr/>
          </p:nvSpPr>
          <p:spPr>
            <a:xfrm>
              <a:off x="684766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105"/>
            <p:cNvSpPr/>
            <p:nvPr/>
          </p:nvSpPr>
          <p:spPr>
            <a:xfrm>
              <a:off x="6847668"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105"/>
            <p:cNvSpPr/>
            <p:nvPr/>
          </p:nvSpPr>
          <p:spPr>
            <a:xfrm>
              <a:off x="684766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105"/>
            <p:cNvSpPr/>
            <p:nvPr/>
          </p:nvSpPr>
          <p:spPr>
            <a:xfrm>
              <a:off x="684766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105"/>
            <p:cNvSpPr/>
            <p:nvPr/>
          </p:nvSpPr>
          <p:spPr>
            <a:xfrm>
              <a:off x="6847668"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105"/>
            <p:cNvSpPr/>
            <p:nvPr/>
          </p:nvSpPr>
          <p:spPr>
            <a:xfrm>
              <a:off x="6847668"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105"/>
            <p:cNvSpPr/>
            <p:nvPr/>
          </p:nvSpPr>
          <p:spPr>
            <a:xfrm>
              <a:off x="6847668"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105"/>
            <p:cNvSpPr/>
            <p:nvPr/>
          </p:nvSpPr>
          <p:spPr>
            <a:xfrm>
              <a:off x="689506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105"/>
            <p:cNvSpPr/>
            <p:nvPr/>
          </p:nvSpPr>
          <p:spPr>
            <a:xfrm>
              <a:off x="6942596" y="1742913"/>
              <a:ext cx="38928" cy="33331"/>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105"/>
            <p:cNvSpPr/>
            <p:nvPr/>
          </p:nvSpPr>
          <p:spPr>
            <a:xfrm>
              <a:off x="6942596" y="1790446"/>
              <a:ext cx="38928" cy="33269"/>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105"/>
            <p:cNvSpPr/>
            <p:nvPr/>
          </p:nvSpPr>
          <p:spPr>
            <a:xfrm>
              <a:off x="6942596" y="183798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105"/>
            <p:cNvSpPr/>
            <p:nvPr/>
          </p:nvSpPr>
          <p:spPr>
            <a:xfrm>
              <a:off x="6942596" y="1885499"/>
              <a:ext cx="38928" cy="33222"/>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105"/>
            <p:cNvSpPr/>
            <p:nvPr/>
          </p:nvSpPr>
          <p:spPr>
            <a:xfrm>
              <a:off x="6942596" y="1932892"/>
              <a:ext cx="38928" cy="33331"/>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105"/>
            <p:cNvSpPr/>
            <p:nvPr/>
          </p:nvSpPr>
          <p:spPr>
            <a:xfrm>
              <a:off x="6942596" y="1980426"/>
              <a:ext cx="38928" cy="33331"/>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105"/>
            <p:cNvSpPr/>
            <p:nvPr/>
          </p:nvSpPr>
          <p:spPr>
            <a:xfrm>
              <a:off x="6942596" y="202796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105"/>
            <p:cNvSpPr/>
            <p:nvPr/>
          </p:nvSpPr>
          <p:spPr>
            <a:xfrm>
              <a:off x="6942596" y="2075478"/>
              <a:ext cx="38928" cy="33269"/>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105"/>
            <p:cNvSpPr/>
            <p:nvPr/>
          </p:nvSpPr>
          <p:spPr>
            <a:xfrm>
              <a:off x="6942596" y="169551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105"/>
            <p:cNvSpPr/>
            <p:nvPr/>
          </p:nvSpPr>
          <p:spPr>
            <a:xfrm>
              <a:off x="689506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105"/>
            <p:cNvSpPr/>
            <p:nvPr/>
          </p:nvSpPr>
          <p:spPr>
            <a:xfrm>
              <a:off x="684766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105"/>
            <p:cNvSpPr/>
            <p:nvPr/>
          </p:nvSpPr>
          <p:spPr>
            <a:xfrm>
              <a:off x="684766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105"/>
            <p:cNvSpPr/>
            <p:nvPr/>
          </p:nvSpPr>
          <p:spPr>
            <a:xfrm>
              <a:off x="680015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105"/>
            <p:cNvSpPr/>
            <p:nvPr/>
          </p:nvSpPr>
          <p:spPr>
            <a:xfrm>
              <a:off x="6800150"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105"/>
            <p:cNvSpPr/>
            <p:nvPr/>
          </p:nvSpPr>
          <p:spPr>
            <a:xfrm>
              <a:off x="680015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105"/>
            <p:cNvSpPr/>
            <p:nvPr/>
          </p:nvSpPr>
          <p:spPr>
            <a:xfrm>
              <a:off x="680015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105"/>
            <p:cNvSpPr/>
            <p:nvPr/>
          </p:nvSpPr>
          <p:spPr>
            <a:xfrm>
              <a:off x="6752616"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105"/>
            <p:cNvSpPr/>
            <p:nvPr/>
          </p:nvSpPr>
          <p:spPr>
            <a:xfrm>
              <a:off x="6752616" y="174291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105"/>
            <p:cNvSpPr/>
            <p:nvPr/>
          </p:nvSpPr>
          <p:spPr>
            <a:xfrm>
              <a:off x="6752616"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105"/>
            <p:cNvSpPr/>
            <p:nvPr/>
          </p:nvSpPr>
          <p:spPr>
            <a:xfrm>
              <a:off x="6752616"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105"/>
            <p:cNvSpPr/>
            <p:nvPr/>
          </p:nvSpPr>
          <p:spPr>
            <a:xfrm>
              <a:off x="6752616"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105"/>
            <p:cNvSpPr/>
            <p:nvPr/>
          </p:nvSpPr>
          <p:spPr>
            <a:xfrm>
              <a:off x="6752616" y="155293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105"/>
            <p:cNvSpPr/>
            <p:nvPr/>
          </p:nvSpPr>
          <p:spPr>
            <a:xfrm>
              <a:off x="670508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105"/>
            <p:cNvSpPr/>
            <p:nvPr/>
          </p:nvSpPr>
          <p:spPr>
            <a:xfrm>
              <a:off x="670508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105"/>
            <p:cNvSpPr/>
            <p:nvPr/>
          </p:nvSpPr>
          <p:spPr>
            <a:xfrm>
              <a:off x="670508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105"/>
            <p:cNvSpPr/>
            <p:nvPr/>
          </p:nvSpPr>
          <p:spPr>
            <a:xfrm>
              <a:off x="6705082" y="1742913"/>
              <a:ext cx="38928" cy="33331"/>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105"/>
            <p:cNvSpPr/>
            <p:nvPr/>
          </p:nvSpPr>
          <p:spPr>
            <a:xfrm>
              <a:off x="670508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105"/>
            <p:cNvSpPr/>
            <p:nvPr/>
          </p:nvSpPr>
          <p:spPr>
            <a:xfrm>
              <a:off x="6705082"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105"/>
            <p:cNvSpPr/>
            <p:nvPr/>
          </p:nvSpPr>
          <p:spPr>
            <a:xfrm>
              <a:off x="6705082" y="1600467"/>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105"/>
            <p:cNvSpPr/>
            <p:nvPr/>
          </p:nvSpPr>
          <p:spPr>
            <a:xfrm>
              <a:off x="6705082" y="155293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105"/>
            <p:cNvSpPr/>
            <p:nvPr/>
          </p:nvSpPr>
          <p:spPr>
            <a:xfrm>
              <a:off x="6657689" y="2123012"/>
              <a:ext cx="38881" cy="33316"/>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105"/>
            <p:cNvSpPr/>
            <p:nvPr/>
          </p:nvSpPr>
          <p:spPr>
            <a:xfrm>
              <a:off x="6657689" y="2075478"/>
              <a:ext cx="38804" cy="33269"/>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105"/>
            <p:cNvSpPr/>
            <p:nvPr/>
          </p:nvSpPr>
          <p:spPr>
            <a:xfrm>
              <a:off x="6657689" y="183798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105"/>
            <p:cNvSpPr/>
            <p:nvPr/>
          </p:nvSpPr>
          <p:spPr>
            <a:xfrm>
              <a:off x="6657689" y="174291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105"/>
            <p:cNvSpPr/>
            <p:nvPr/>
          </p:nvSpPr>
          <p:spPr>
            <a:xfrm>
              <a:off x="6657689" y="1695519"/>
              <a:ext cx="38804" cy="33207"/>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105"/>
            <p:cNvSpPr/>
            <p:nvPr/>
          </p:nvSpPr>
          <p:spPr>
            <a:xfrm>
              <a:off x="6657689" y="1648001"/>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105"/>
            <p:cNvSpPr/>
            <p:nvPr/>
          </p:nvSpPr>
          <p:spPr>
            <a:xfrm>
              <a:off x="6657689" y="160046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105"/>
            <p:cNvSpPr/>
            <p:nvPr/>
          </p:nvSpPr>
          <p:spPr>
            <a:xfrm>
              <a:off x="6657689" y="155293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105"/>
            <p:cNvSpPr/>
            <p:nvPr/>
          </p:nvSpPr>
          <p:spPr>
            <a:xfrm>
              <a:off x="6657689" y="141048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105"/>
            <p:cNvSpPr/>
            <p:nvPr/>
          </p:nvSpPr>
          <p:spPr>
            <a:xfrm>
              <a:off x="6610155"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105"/>
            <p:cNvSpPr/>
            <p:nvPr/>
          </p:nvSpPr>
          <p:spPr>
            <a:xfrm>
              <a:off x="6610155"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105"/>
            <p:cNvSpPr/>
            <p:nvPr/>
          </p:nvSpPr>
          <p:spPr>
            <a:xfrm>
              <a:off x="6610155"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105"/>
            <p:cNvSpPr/>
            <p:nvPr/>
          </p:nvSpPr>
          <p:spPr>
            <a:xfrm>
              <a:off x="6610155" y="1790446"/>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105"/>
            <p:cNvSpPr/>
            <p:nvPr/>
          </p:nvSpPr>
          <p:spPr>
            <a:xfrm>
              <a:off x="6610155"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105"/>
            <p:cNvSpPr/>
            <p:nvPr/>
          </p:nvSpPr>
          <p:spPr>
            <a:xfrm>
              <a:off x="6610155" y="169551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105"/>
            <p:cNvSpPr/>
            <p:nvPr/>
          </p:nvSpPr>
          <p:spPr>
            <a:xfrm>
              <a:off x="6610155"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105"/>
            <p:cNvSpPr/>
            <p:nvPr/>
          </p:nvSpPr>
          <p:spPr>
            <a:xfrm>
              <a:off x="6610155"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105"/>
            <p:cNvSpPr/>
            <p:nvPr/>
          </p:nvSpPr>
          <p:spPr>
            <a:xfrm>
              <a:off x="6610155" y="1552933"/>
              <a:ext cx="38804" cy="33331"/>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105"/>
            <p:cNvSpPr/>
            <p:nvPr/>
          </p:nvSpPr>
          <p:spPr>
            <a:xfrm>
              <a:off x="6610155"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105"/>
            <p:cNvSpPr/>
            <p:nvPr/>
          </p:nvSpPr>
          <p:spPr>
            <a:xfrm>
              <a:off x="656263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105"/>
            <p:cNvSpPr/>
            <p:nvPr/>
          </p:nvSpPr>
          <p:spPr>
            <a:xfrm>
              <a:off x="656263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105"/>
            <p:cNvSpPr/>
            <p:nvPr/>
          </p:nvSpPr>
          <p:spPr>
            <a:xfrm>
              <a:off x="656263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105"/>
            <p:cNvSpPr/>
            <p:nvPr/>
          </p:nvSpPr>
          <p:spPr>
            <a:xfrm>
              <a:off x="656263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105"/>
            <p:cNvSpPr/>
            <p:nvPr/>
          </p:nvSpPr>
          <p:spPr>
            <a:xfrm>
              <a:off x="656263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105"/>
            <p:cNvSpPr/>
            <p:nvPr/>
          </p:nvSpPr>
          <p:spPr>
            <a:xfrm>
              <a:off x="656263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105"/>
            <p:cNvSpPr/>
            <p:nvPr/>
          </p:nvSpPr>
          <p:spPr>
            <a:xfrm>
              <a:off x="656263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105"/>
            <p:cNvSpPr/>
            <p:nvPr/>
          </p:nvSpPr>
          <p:spPr>
            <a:xfrm>
              <a:off x="656263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105"/>
            <p:cNvSpPr/>
            <p:nvPr/>
          </p:nvSpPr>
          <p:spPr>
            <a:xfrm>
              <a:off x="656263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105"/>
            <p:cNvSpPr/>
            <p:nvPr/>
          </p:nvSpPr>
          <p:spPr>
            <a:xfrm>
              <a:off x="6562636"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105"/>
            <p:cNvSpPr/>
            <p:nvPr/>
          </p:nvSpPr>
          <p:spPr>
            <a:xfrm>
              <a:off x="6562636"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105"/>
            <p:cNvSpPr/>
            <p:nvPr/>
          </p:nvSpPr>
          <p:spPr>
            <a:xfrm>
              <a:off x="6515103" y="2075478"/>
              <a:ext cx="38804" cy="33269"/>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105"/>
            <p:cNvSpPr/>
            <p:nvPr/>
          </p:nvSpPr>
          <p:spPr>
            <a:xfrm>
              <a:off x="6515103" y="2027960"/>
              <a:ext cx="38804" cy="33253"/>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105"/>
            <p:cNvSpPr/>
            <p:nvPr/>
          </p:nvSpPr>
          <p:spPr>
            <a:xfrm>
              <a:off x="6515103" y="1885499"/>
              <a:ext cx="38804" cy="33238"/>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105"/>
            <p:cNvSpPr/>
            <p:nvPr/>
          </p:nvSpPr>
          <p:spPr>
            <a:xfrm>
              <a:off x="6515103" y="1837980"/>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105"/>
            <p:cNvSpPr/>
            <p:nvPr/>
          </p:nvSpPr>
          <p:spPr>
            <a:xfrm>
              <a:off x="6515103" y="1790446"/>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105"/>
            <p:cNvSpPr/>
            <p:nvPr/>
          </p:nvSpPr>
          <p:spPr>
            <a:xfrm>
              <a:off x="6515103" y="1742913"/>
              <a:ext cx="38804" cy="33331"/>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105"/>
            <p:cNvSpPr/>
            <p:nvPr/>
          </p:nvSpPr>
          <p:spPr>
            <a:xfrm>
              <a:off x="6515103" y="1695519"/>
              <a:ext cx="38804" cy="33207"/>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105"/>
            <p:cNvSpPr/>
            <p:nvPr/>
          </p:nvSpPr>
          <p:spPr>
            <a:xfrm>
              <a:off x="6515103" y="1648001"/>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105"/>
            <p:cNvSpPr/>
            <p:nvPr/>
          </p:nvSpPr>
          <p:spPr>
            <a:xfrm>
              <a:off x="6515103" y="1410487"/>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105"/>
            <p:cNvSpPr/>
            <p:nvPr/>
          </p:nvSpPr>
          <p:spPr>
            <a:xfrm>
              <a:off x="6467584"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105"/>
            <p:cNvSpPr/>
            <p:nvPr/>
          </p:nvSpPr>
          <p:spPr>
            <a:xfrm>
              <a:off x="6467584"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105"/>
            <p:cNvSpPr/>
            <p:nvPr/>
          </p:nvSpPr>
          <p:spPr>
            <a:xfrm>
              <a:off x="6467584"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105"/>
            <p:cNvSpPr/>
            <p:nvPr/>
          </p:nvSpPr>
          <p:spPr>
            <a:xfrm>
              <a:off x="6467584" y="1742913"/>
              <a:ext cx="38788" cy="33331"/>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105"/>
            <p:cNvSpPr/>
            <p:nvPr/>
          </p:nvSpPr>
          <p:spPr>
            <a:xfrm>
              <a:off x="6467584" y="1695519"/>
              <a:ext cx="38757" cy="33207"/>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105"/>
            <p:cNvSpPr/>
            <p:nvPr/>
          </p:nvSpPr>
          <p:spPr>
            <a:xfrm>
              <a:off x="6420050"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105"/>
            <p:cNvSpPr/>
            <p:nvPr/>
          </p:nvSpPr>
          <p:spPr>
            <a:xfrm>
              <a:off x="6420050"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105"/>
            <p:cNvSpPr/>
            <p:nvPr/>
          </p:nvSpPr>
          <p:spPr>
            <a:xfrm>
              <a:off x="6420050"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105"/>
            <p:cNvSpPr/>
            <p:nvPr/>
          </p:nvSpPr>
          <p:spPr>
            <a:xfrm>
              <a:off x="6420050"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105"/>
            <p:cNvSpPr/>
            <p:nvPr/>
          </p:nvSpPr>
          <p:spPr>
            <a:xfrm>
              <a:off x="6420050"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105"/>
            <p:cNvSpPr/>
            <p:nvPr/>
          </p:nvSpPr>
          <p:spPr>
            <a:xfrm>
              <a:off x="6372532"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105"/>
            <p:cNvSpPr/>
            <p:nvPr/>
          </p:nvSpPr>
          <p:spPr>
            <a:xfrm>
              <a:off x="6372532"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105"/>
            <p:cNvSpPr/>
            <p:nvPr/>
          </p:nvSpPr>
          <p:spPr>
            <a:xfrm>
              <a:off x="6372532"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105"/>
            <p:cNvSpPr/>
            <p:nvPr/>
          </p:nvSpPr>
          <p:spPr>
            <a:xfrm>
              <a:off x="6372532"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105"/>
            <p:cNvSpPr/>
            <p:nvPr/>
          </p:nvSpPr>
          <p:spPr>
            <a:xfrm>
              <a:off x="6372532"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105"/>
            <p:cNvSpPr/>
            <p:nvPr/>
          </p:nvSpPr>
          <p:spPr>
            <a:xfrm>
              <a:off x="6372532"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105"/>
            <p:cNvSpPr/>
            <p:nvPr/>
          </p:nvSpPr>
          <p:spPr>
            <a:xfrm>
              <a:off x="6372532"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105"/>
            <p:cNvSpPr/>
            <p:nvPr/>
          </p:nvSpPr>
          <p:spPr>
            <a:xfrm>
              <a:off x="6324998"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105"/>
            <p:cNvSpPr/>
            <p:nvPr/>
          </p:nvSpPr>
          <p:spPr>
            <a:xfrm>
              <a:off x="6324998"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105"/>
            <p:cNvSpPr/>
            <p:nvPr/>
          </p:nvSpPr>
          <p:spPr>
            <a:xfrm>
              <a:off x="6324998"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105"/>
            <p:cNvSpPr/>
            <p:nvPr/>
          </p:nvSpPr>
          <p:spPr>
            <a:xfrm>
              <a:off x="6324998"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105"/>
            <p:cNvSpPr/>
            <p:nvPr/>
          </p:nvSpPr>
          <p:spPr>
            <a:xfrm>
              <a:off x="6324998"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105"/>
            <p:cNvSpPr/>
            <p:nvPr/>
          </p:nvSpPr>
          <p:spPr>
            <a:xfrm>
              <a:off x="6324998"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105"/>
            <p:cNvSpPr/>
            <p:nvPr/>
          </p:nvSpPr>
          <p:spPr>
            <a:xfrm>
              <a:off x="6324998"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105"/>
            <p:cNvSpPr/>
            <p:nvPr/>
          </p:nvSpPr>
          <p:spPr>
            <a:xfrm>
              <a:off x="6277605" y="2170531"/>
              <a:ext cx="38788" cy="33331"/>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105"/>
            <p:cNvSpPr/>
            <p:nvPr/>
          </p:nvSpPr>
          <p:spPr>
            <a:xfrm>
              <a:off x="627760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105"/>
            <p:cNvSpPr/>
            <p:nvPr/>
          </p:nvSpPr>
          <p:spPr>
            <a:xfrm>
              <a:off x="6277605" y="2075478"/>
              <a:ext cx="38788" cy="33269"/>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105"/>
            <p:cNvSpPr/>
            <p:nvPr/>
          </p:nvSpPr>
          <p:spPr>
            <a:xfrm>
              <a:off x="627760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105"/>
            <p:cNvSpPr/>
            <p:nvPr/>
          </p:nvSpPr>
          <p:spPr>
            <a:xfrm>
              <a:off x="623007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105"/>
            <p:cNvSpPr/>
            <p:nvPr/>
          </p:nvSpPr>
          <p:spPr>
            <a:xfrm>
              <a:off x="6135018"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105"/>
            <p:cNvSpPr/>
            <p:nvPr/>
          </p:nvSpPr>
          <p:spPr>
            <a:xfrm>
              <a:off x="608762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105"/>
            <p:cNvSpPr/>
            <p:nvPr/>
          </p:nvSpPr>
          <p:spPr>
            <a:xfrm>
              <a:off x="6087625"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105"/>
            <p:cNvSpPr/>
            <p:nvPr/>
          </p:nvSpPr>
          <p:spPr>
            <a:xfrm>
              <a:off x="604009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105"/>
            <p:cNvSpPr/>
            <p:nvPr/>
          </p:nvSpPr>
          <p:spPr>
            <a:xfrm>
              <a:off x="604009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105"/>
            <p:cNvSpPr/>
            <p:nvPr/>
          </p:nvSpPr>
          <p:spPr>
            <a:xfrm>
              <a:off x="6040091"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105"/>
            <p:cNvSpPr/>
            <p:nvPr/>
          </p:nvSpPr>
          <p:spPr>
            <a:xfrm>
              <a:off x="604009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105"/>
            <p:cNvSpPr/>
            <p:nvPr/>
          </p:nvSpPr>
          <p:spPr>
            <a:xfrm>
              <a:off x="6040091"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105"/>
            <p:cNvSpPr/>
            <p:nvPr/>
          </p:nvSpPr>
          <p:spPr>
            <a:xfrm>
              <a:off x="6040091"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105"/>
            <p:cNvSpPr/>
            <p:nvPr/>
          </p:nvSpPr>
          <p:spPr>
            <a:xfrm>
              <a:off x="599257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105"/>
            <p:cNvSpPr/>
            <p:nvPr/>
          </p:nvSpPr>
          <p:spPr>
            <a:xfrm>
              <a:off x="599257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105"/>
            <p:cNvSpPr/>
            <p:nvPr/>
          </p:nvSpPr>
          <p:spPr>
            <a:xfrm>
              <a:off x="599257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105"/>
            <p:cNvSpPr/>
            <p:nvPr/>
          </p:nvSpPr>
          <p:spPr>
            <a:xfrm>
              <a:off x="599257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105"/>
            <p:cNvSpPr/>
            <p:nvPr/>
          </p:nvSpPr>
          <p:spPr>
            <a:xfrm>
              <a:off x="599257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105"/>
            <p:cNvSpPr/>
            <p:nvPr/>
          </p:nvSpPr>
          <p:spPr>
            <a:xfrm>
              <a:off x="599257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105"/>
            <p:cNvSpPr/>
            <p:nvPr/>
          </p:nvSpPr>
          <p:spPr>
            <a:xfrm>
              <a:off x="599257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105"/>
            <p:cNvSpPr/>
            <p:nvPr/>
          </p:nvSpPr>
          <p:spPr>
            <a:xfrm>
              <a:off x="5945039" y="1695519"/>
              <a:ext cx="38757" cy="33207"/>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105"/>
            <p:cNvSpPr/>
            <p:nvPr/>
          </p:nvSpPr>
          <p:spPr>
            <a:xfrm>
              <a:off x="594503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105"/>
            <p:cNvSpPr/>
            <p:nvPr/>
          </p:nvSpPr>
          <p:spPr>
            <a:xfrm>
              <a:off x="594503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105"/>
            <p:cNvSpPr/>
            <p:nvPr/>
          </p:nvSpPr>
          <p:spPr>
            <a:xfrm>
              <a:off x="594503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105"/>
            <p:cNvSpPr/>
            <p:nvPr/>
          </p:nvSpPr>
          <p:spPr>
            <a:xfrm>
              <a:off x="594503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105"/>
            <p:cNvSpPr/>
            <p:nvPr/>
          </p:nvSpPr>
          <p:spPr>
            <a:xfrm>
              <a:off x="5945039"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105"/>
            <p:cNvSpPr/>
            <p:nvPr/>
          </p:nvSpPr>
          <p:spPr>
            <a:xfrm>
              <a:off x="594503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105"/>
            <p:cNvSpPr/>
            <p:nvPr/>
          </p:nvSpPr>
          <p:spPr>
            <a:xfrm>
              <a:off x="594503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105"/>
            <p:cNvSpPr/>
            <p:nvPr/>
          </p:nvSpPr>
          <p:spPr>
            <a:xfrm>
              <a:off x="589752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105"/>
            <p:cNvSpPr/>
            <p:nvPr/>
          </p:nvSpPr>
          <p:spPr>
            <a:xfrm>
              <a:off x="589752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105"/>
            <p:cNvSpPr/>
            <p:nvPr/>
          </p:nvSpPr>
          <p:spPr>
            <a:xfrm>
              <a:off x="589752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105"/>
            <p:cNvSpPr/>
            <p:nvPr/>
          </p:nvSpPr>
          <p:spPr>
            <a:xfrm>
              <a:off x="5897520"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105"/>
            <p:cNvSpPr/>
            <p:nvPr/>
          </p:nvSpPr>
          <p:spPr>
            <a:xfrm>
              <a:off x="5897520"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105"/>
            <p:cNvSpPr/>
            <p:nvPr/>
          </p:nvSpPr>
          <p:spPr>
            <a:xfrm>
              <a:off x="5897520"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105"/>
            <p:cNvSpPr/>
            <p:nvPr/>
          </p:nvSpPr>
          <p:spPr>
            <a:xfrm>
              <a:off x="589752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105"/>
            <p:cNvSpPr/>
            <p:nvPr/>
          </p:nvSpPr>
          <p:spPr>
            <a:xfrm>
              <a:off x="5897520"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105"/>
            <p:cNvSpPr/>
            <p:nvPr/>
          </p:nvSpPr>
          <p:spPr>
            <a:xfrm>
              <a:off x="585011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105"/>
            <p:cNvSpPr/>
            <p:nvPr/>
          </p:nvSpPr>
          <p:spPr>
            <a:xfrm>
              <a:off x="585011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105"/>
            <p:cNvSpPr/>
            <p:nvPr/>
          </p:nvSpPr>
          <p:spPr>
            <a:xfrm>
              <a:off x="585011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105"/>
            <p:cNvSpPr/>
            <p:nvPr/>
          </p:nvSpPr>
          <p:spPr>
            <a:xfrm>
              <a:off x="585011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105"/>
            <p:cNvSpPr/>
            <p:nvPr/>
          </p:nvSpPr>
          <p:spPr>
            <a:xfrm>
              <a:off x="585011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105"/>
            <p:cNvSpPr/>
            <p:nvPr/>
          </p:nvSpPr>
          <p:spPr>
            <a:xfrm>
              <a:off x="585011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105"/>
            <p:cNvSpPr/>
            <p:nvPr/>
          </p:nvSpPr>
          <p:spPr>
            <a:xfrm>
              <a:off x="585011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105"/>
            <p:cNvSpPr/>
            <p:nvPr/>
          </p:nvSpPr>
          <p:spPr>
            <a:xfrm>
              <a:off x="585011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105"/>
            <p:cNvSpPr/>
            <p:nvPr/>
          </p:nvSpPr>
          <p:spPr>
            <a:xfrm>
              <a:off x="580259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105"/>
            <p:cNvSpPr/>
            <p:nvPr/>
          </p:nvSpPr>
          <p:spPr>
            <a:xfrm>
              <a:off x="580259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105"/>
            <p:cNvSpPr/>
            <p:nvPr/>
          </p:nvSpPr>
          <p:spPr>
            <a:xfrm>
              <a:off x="580259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105"/>
            <p:cNvSpPr/>
            <p:nvPr/>
          </p:nvSpPr>
          <p:spPr>
            <a:xfrm>
              <a:off x="580259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105"/>
            <p:cNvSpPr/>
            <p:nvPr/>
          </p:nvSpPr>
          <p:spPr>
            <a:xfrm>
              <a:off x="580259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105"/>
            <p:cNvSpPr/>
            <p:nvPr/>
          </p:nvSpPr>
          <p:spPr>
            <a:xfrm>
              <a:off x="580259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105"/>
            <p:cNvSpPr/>
            <p:nvPr/>
          </p:nvSpPr>
          <p:spPr>
            <a:xfrm>
              <a:off x="580259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105"/>
            <p:cNvSpPr/>
            <p:nvPr/>
          </p:nvSpPr>
          <p:spPr>
            <a:xfrm>
              <a:off x="580259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105"/>
            <p:cNvSpPr/>
            <p:nvPr/>
          </p:nvSpPr>
          <p:spPr>
            <a:xfrm>
              <a:off x="580259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105"/>
            <p:cNvSpPr/>
            <p:nvPr/>
          </p:nvSpPr>
          <p:spPr>
            <a:xfrm>
              <a:off x="5755059"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105"/>
            <p:cNvSpPr/>
            <p:nvPr/>
          </p:nvSpPr>
          <p:spPr>
            <a:xfrm>
              <a:off x="5755059"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105"/>
            <p:cNvSpPr/>
            <p:nvPr/>
          </p:nvSpPr>
          <p:spPr>
            <a:xfrm>
              <a:off x="5755059"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105"/>
            <p:cNvSpPr/>
            <p:nvPr/>
          </p:nvSpPr>
          <p:spPr>
            <a:xfrm>
              <a:off x="575505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105"/>
            <p:cNvSpPr/>
            <p:nvPr/>
          </p:nvSpPr>
          <p:spPr>
            <a:xfrm>
              <a:off x="575505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105"/>
            <p:cNvSpPr/>
            <p:nvPr/>
          </p:nvSpPr>
          <p:spPr>
            <a:xfrm>
              <a:off x="575505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105"/>
            <p:cNvSpPr/>
            <p:nvPr/>
          </p:nvSpPr>
          <p:spPr>
            <a:xfrm>
              <a:off x="575505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105"/>
            <p:cNvSpPr/>
            <p:nvPr/>
          </p:nvSpPr>
          <p:spPr>
            <a:xfrm>
              <a:off x="5755059" y="1458021"/>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105"/>
            <p:cNvSpPr/>
            <p:nvPr/>
          </p:nvSpPr>
          <p:spPr>
            <a:xfrm>
              <a:off x="575505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105"/>
            <p:cNvSpPr/>
            <p:nvPr/>
          </p:nvSpPr>
          <p:spPr>
            <a:xfrm>
              <a:off x="575505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105"/>
            <p:cNvSpPr/>
            <p:nvPr/>
          </p:nvSpPr>
          <p:spPr>
            <a:xfrm>
              <a:off x="5707541"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105"/>
            <p:cNvSpPr/>
            <p:nvPr/>
          </p:nvSpPr>
          <p:spPr>
            <a:xfrm>
              <a:off x="5707541" y="1742913"/>
              <a:ext cx="38913" cy="33331"/>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105"/>
            <p:cNvSpPr/>
            <p:nvPr/>
          </p:nvSpPr>
          <p:spPr>
            <a:xfrm>
              <a:off x="5707541" y="1695519"/>
              <a:ext cx="38913" cy="33207"/>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105"/>
            <p:cNvSpPr/>
            <p:nvPr/>
          </p:nvSpPr>
          <p:spPr>
            <a:xfrm>
              <a:off x="5707541"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105"/>
            <p:cNvSpPr/>
            <p:nvPr/>
          </p:nvSpPr>
          <p:spPr>
            <a:xfrm>
              <a:off x="5707541" y="1600467"/>
              <a:ext cx="38913" cy="33269"/>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105"/>
            <p:cNvSpPr/>
            <p:nvPr/>
          </p:nvSpPr>
          <p:spPr>
            <a:xfrm>
              <a:off x="5707541"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105"/>
            <p:cNvSpPr/>
            <p:nvPr/>
          </p:nvSpPr>
          <p:spPr>
            <a:xfrm>
              <a:off x="5707541" y="1505414"/>
              <a:ext cx="38913" cy="33331"/>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105"/>
            <p:cNvSpPr/>
            <p:nvPr/>
          </p:nvSpPr>
          <p:spPr>
            <a:xfrm>
              <a:off x="5707541" y="1458021"/>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105"/>
            <p:cNvSpPr/>
            <p:nvPr/>
          </p:nvSpPr>
          <p:spPr>
            <a:xfrm>
              <a:off x="5707541" y="141048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105"/>
            <p:cNvSpPr/>
            <p:nvPr/>
          </p:nvSpPr>
          <p:spPr>
            <a:xfrm>
              <a:off x="5707541" y="1362969"/>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105"/>
            <p:cNvSpPr/>
            <p:nvPr/>
          </p:nvSpPr>
          <p:spPr>
            <a:xfrm>
              <a:off x="5660131"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105"/>
            <p:cNvSpPr/>
            <p:nvPr/>
          </p:nvSpPr>
          <p:spPr>
            <a:xfrm>
              <a:off x="566013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105"/>
            <p:cNvSpPr/>
            <p:nvPr/>
          </p:nvSpPr>
          <p:spPr>
            <a:xfrm>
              <a:off x="566013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105"/>
            <p:cNvSpPr/>
            <p:nvPr/>
          </p:nvSpPr>
          <p:spPr>
            <a:xfrm>
              <a:off x="566013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105"/>
            <p:cNvSpPr/>
            <p:nvPr/>
          </p:nvSpPr>
          <p:spPr>
            <a:xfrm>
              <a:off x="566013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105"/>
            <p:cNvSpPr/>
            <p:nvPr/>
          </p:nvSpPr>
          <p:spPr>
            <a:xfrm>
              <a:off x="566013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105"/>
            <p:cNvSpPr/>
            <p:nvPr/>
          </p:nvSpPr>
          <p:spPr>
            <a:xfrm>
              <a:off x="566013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105"/>
            <p:cNvSpPr/>
            <p:nvPr/>
          </p:nvSpPr>
          <p:spPr>
            <a:xfrm>
              <a:off x="566013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105"/>
            <p:cNvSpPr/>
            <p:nvPr/>
          </p:nvSpPr>
          <p:spPr>
            <a:xfrm>
              <a:off x="566013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105"/>
            <p:cNvSpPr/>
            <p:nvPr/>
          </p:nvSpPr>
          <p:spPr>
            <a:xfrm>
              <a:off x="5612613"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105"/>
            <p:cNvSpPr/>
            <p:nvPr/>
          </p:nvSpPr>
          <p:spPr>
            <a:xfrm>
              <a:off x="5612613"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105"/>
            <p:cNvSpPr/>
            <p:nvPr/>
          </p:nvSpPr>
          <p:spPr>
            <a:xfrm>
              <a:off x="5612613" y="145802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105"/>
            <p:cNvSpPr/>
            <p:nvPr/>
          </p:nvSpPr>
          <p:spPr>
            <a:xfrm>
              <a:off x="5612613" y="141048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105"/>
            <p:cNvSpPr/>
            <p:nvPr/>
          </p:nvSpPr>
          <p:spPr>
            <a:xfrm>
              <a:off x="5564954" y="1505414"/>
              <a:ext cx="38804" cy="33331"/>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105"/>
            <p:cNvSpPr/>
            <p:nvPr/>
          </p:nvSpPr>
          <p:spPr>
            <a:xfrm>
              <a:off x="5564954" y="1458021"/>
              <a:ext cx="38804" cy="33253"/>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105"/>
            <p:cNvSpPr/>
            <p:nvPr/>
          </p:nvSpPr>
          <p:spPr>
            <a:xfrm>
              <a:off x="5564954" y="1410487"/>
              <a:ext cx="38804" cy="33269"/>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105"/>
            <p:cNvSpPr/>
            <p:nvPr/>
          </p:nvSpPr>
          <p:spPr>
            <a:xfrm>
              <a:off x="5517421" y="1505414"/>
              <a:ext cx="38928" cy="33331"/>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105"/>
            <p:cNvSpPr/>
            <p:nvPr/>
          </p:nvSpPr>
          <p:spPr>
            <a:xfrm>
              <a:off x="5517421" y="145802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105"/>
            <p:cNvSpPr/>
            <p:nvPr/>
          </p:nvSpPr>
          <p:spPr>
            <a:xfrm>
              <a:off x="5897520"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105"/>
            <p:cNvSpPr/>
            <p:nvPr/>
          </p:nvSpPr>
          <p:spPr>
            <a:xfrm>
              <a:off x="5897520" y="2930574"/>
              <a:ext cx="38881" cy="33238"/>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105"/>
            <p:cNvSpPr/>
            <p:nvPr/>
          </p:nvSpPr>
          <p:spPr>
            <a:xfrm>
              <a:off x="5897520" y="2883056"/>
              <a:ext cx="38881" cy="33222"/>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105"/>
            <p:cNvSpPr/>
            <p:nvPr/>
          </p:nvSpPr>
          <p:spPr>
            <a:xfrm>
              <a:off x="5850111" y="3120679"/>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105"/>
            <p:cNvSpPr/>
            <p:nvPr/>
          </p:nvSpPr>
          <p:spPr>
            <a:xfrm>
              <a:off x="5849986" y="3073036"/>
              <a:ext cx="38928" cy="33347"/>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105"/>
            <p:cNvSpPr/>
            <p:nvPr/>
          </p:nvSpPr>
          <p:spPr>
            <a:xfrm>
              <a:off x="585011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105"/>
            <p:cNvSpPr/>
            <p:nvPr/>
          </p:nvSpPr>
          <p:spPr>
            <a:xfrm>
              <a:off x="5850111"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105"/>
            <p:cNvSpPr/>
            <p:nvPr/>
          </p:nvSpPr>
          <p:spPr>
            <a:xfrm>
              <a:off x="5850111" y="2930574"/>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105"/>
            <p:cNvSpPr/>
            <p:nvPr/>
          </p:nvSpPr>
          <p:spPr>
            <a:xfrm>
              <a:off x="5850111"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105"/>
            <p:cNvSpPr/>
            <p:nvPr/>
          </p:nvSpPr>
          <p:spPr>
            <a:xfrm>
              <a:off x="580259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105"/>
            <p:cNvSpPr/>
            <p:nvPr/>
          </p:nvSpPr>
          <p:spPr>
            <a:xfrm>
              <a:off x="5802593" y="3073036"/>
              <a:ext cx="38913" cy="33347"/>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105"/>
            <p:cNvSpPr/>
            <p:nvPr/>
          </p:nvSpPr>
          <p:spPr>
            <a:xfrm>
              <a:off x="5802593"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105"/>
            <p:cNvSpPr/>
            <p:nvPr/>
          </p:nvSpPr>
          <p:spPr>
            <a:xfrm>
              <a:off x="5802593"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105"/>
            <p:cNvSpPr/>
            <p:nvPr/>
          </p:nvSpPr>
          <p:spPr>
            <a:xfrm>
              <a:off x="580259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105"/>
            <p:cNvSpPr/>
            <p:nvPr/>
          </p:nvSpPr>
          <p:spPr>
            <a:xfrm>
              <a:off x="580259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105"/>
            <p:cNvSpPr/>
            <p:nvPr/>
          </p:nvSpPr>
          <p:spPr>
            <a:xfrm>
              <a:off x="5755059" y="3168088"/>
              <a:ext cx="38804" cy="33347"/>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105"/>
            <p:cNvSpPr/>
            <p:nvPr/>
          </p:nvSpPr>
          <p:spPr>
            <a:xfrm>
              <a:off x="5755059" y="3120679"/>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105"/>
            <p:cNvSpPr/>
            <p:nvPr/>
          </p:nvSpPr>
          <p:spPr>
            <a:xfrm>
              <a:off x="5755059" y="3073036"/>
              <a:ext cx="38928" cy="33347"/>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105"/>
            <p:cNvSpPr/>
            <p:nvPr/>
          </p:nvSpPr>
          <p:spPr>
            <a:xfrm>
              <a:off x="5755059" y="3025502"/>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105"/>
            <p:cNvSpPr/>
            <p:nvPr/>
          </p:nvSpPr>
          <p:spPr>
            <a:xfrm>
              <a:off x="5755059" y="2977983"/>
              <a:ext cx="38804" cy="33347"/>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105"/>
            <p:cNvSpPr/>
            <p:nvPr/>
          </p:nvSpPr>
          <p:spPr>
            <a:xfrm>
              <a:off x="5755059" y="2930574"/>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105"/>
            <p:cNvSpPr/>
            <p:nvPr/>
          </p:nvSpPr>
          <p:spPr>
            <a:xfrm>
              <a:off x="5755059" y="2883056"/>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105"/>
            <p:cNvSpPr/>
            <p:nvPr/>
          </p:nvSpPr>
          <p:spPr>
            <a:xfrm>
              <a:off x="5755059" y="283552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105"/>
            <p:cNvSpPr/>
            <p:nvPr/>
          </p:nvSpPr>
          <p:spPr>
            <a:xfrm>
              <a:off x="5707541" y="3263140"/>
              <a:ext cx="38913" cy="33269"/>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105"/>
            <p:cNvSpPr/>
            <p:nvPr/>
          </p:nvSpPr>
          <p:spPr>
            <a:xfrm>
              <a:off x="5707541" y="3215606"/>
              <a:ext cx="38913" cy="33269"/>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105"/>
            <p:cNvSpPr/>
            <p:nvPr/>
          </p:nvSpPr>
          <p:spPr>
            <a:xfrm>
              <a:off x="5707541" y="3168088"/>
              <a:ext cx="38788" cy="33347"/>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105"/>
            <p:cNvSpPr/>
            <p:nvPr/>
          </p:nvSpPr>
          <p:spPr>
            <a:xfrm>
              <a:off x="5707541" y="3120679"/>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105"/>
            <p:cNvSpPr/>
            <p:nvPr/>
          </p:nvSpPr>
          <p:spPr>
            <a:xfrm>
              <a:off x="5707541" y="3073036"/>
              <a:ext cx="38913" cy="33347"/>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105"/>
            <p:cNvSpPr/>
            <p:nvPr/>
          </p:nvSpPr>
          <p:spPr>
            <a:xfrm>
              <a:off x="5707541" y="3025502"/>
              <a:ext cx="38913" cy="33331"/>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105"/>
            <p:cNvSpPr/>
            <p:nvPr/>
          </p:nvSpPr>
          <p:spPr>
            <a:xfrm>
              <a:off x="5707541" y="2977983"/>
              <a:ext cx="38913" cy="33316"/>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105"/>
            <p:cNvSpPr/>
            <p:nvPr/>
          </p:nvSpPr>
          <p:spPr>
            <a:xfrm>
              <a:off x="5707541" y="2930574"/>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105"/>
            <p:cNvSpPr/>
            <p:nvPr/>
          </p:nvSpPr>
          <p:spPr>
            <a:xfrm>
              <a:off x="5707541" y="2883056"/>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105"/>
            <p:cNvSpPr/>
            <p:nvPr/>
          </p:nvSpPr>
          <p:spPr>
            <a:xfrm>
              <a:off x="5707541" y="2835522"/>
              <a:ext cx="38913" cy="33269"/>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105"/>
            <p:cNvSpPr/>
            <p:nvPr/>
          </p:nvSpPr>
          <p:spPr>
            <a:xfrm>
              <a:off x="5707541" y="2788004"/>
              <a:ext cx="38913" cy="33316"/>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105"/>
            <p:cNvSpPr/>
            <p:nvPr/>
          </p:nvSpPr>
          <p:spPr>
            <a:xfrm>
              <a:off x="5660131" y="3358068"/>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105"/>
            <p:cNvSpPr/>
            <p:nvPr/>
          </p:nvSpPr>
          <p:spPr>
            <a:xfrm>
              <a:off x="5660131"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105"/>
            <p:cNvSpPr/>
            <p:nvPr/>
          </p:nvSpPr>
          <p:spPr>
            <a:xfrm>
              <a:off x="5660131"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105"/>
            <p:cNvSpPr/>
            <p:nvPr/>
          </p:nvSpPr>
          <p:spPr>
            <a:xfrm>
              <a:off x="5660131"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105"/>
            <p:cNvSpPr/>
            <p:nvPr/>
          </p:nvSpPr>
          <p:spPr>
            <a:xfrm>
              <a:off x="5660007" y="3168088"/>
              <a:ext cx="38928" cy="33347"/>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105"/>
            <p:cNvSpPr/>
            <p:nvPr/>
          </p:nvSpPr>
          <p:spPr>
            <a:xfrm>
              <a:off x="5660007" y="3120679"/>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105"/>
            <p:cNvSpPr/>
            <p:nvPr/>
          </p:nvSpPr>
          <p:spPr>
            <a:xfrm>
              <a:off x="5660007" y="3073036"/>
              <a:ext cx="38928" cy="33347"/>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105"/>
            <p:cNvSpPr/>
            <p:nvPr/>
          </p:nvSpPr>
          <p:spPr>
            <a:xfrm>
              <a:off x="566013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105"/>
            <p:cNvSpPr/>
            <p:nvPr/>
          </p:nvSpPr>
          <p:spPr>
            <a:xfrm>
              <a:off x="5660131" y="2977983"/>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105"/>
            <p:cNvSpPr/>
            <p:nvPr/>
          </p:nvSpPr>
          <p:spPr>
            <a:xfrm>
              <a:off x="5660007" y="2930574"/>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105"/>
            <p:cNvSpPr/>
            <p:nvPr/>
          </p:nvSpPr>
          <p:spPr>
            <a:xfrm>
              <a:off x="5660007" y="2883056"/>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105"/>
            <p:cNvSpPr/>
            <p:nvPr/>
          </p:nvSpPr>
          <p:spPr>
            <a:xfrm>
              <a:off x="5660007" y="2835522"/>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105"/>
            <p:cNvSpPr/>
            <p:nvPr/>
          </p:nvSpPr>
          <p:spPr>
            <a:xfrm>
              <a:off x="5660007" y="2788004"/>
              <a:ext cx="38928" cy="33316"/>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105"/>
            <p:cNvSpPr/>
            <p:nvPr/>
          </p:nvSpPr>
          <p:spPr>
            <a:xfrm>
              <a:off x="5660007" y="2740470"/>
              <a:ext cx="38928" cy="33331"/>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105"/>
            <p:cNvSpPr/>
            <p:nvPr/>
          </p:nvSpPr>
          <p:spPr>
            <a:xfrm>
              <a:off x="5612613" y="3405586"/>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105"/>
            <p:cNvSpPr/>
            <p:nvPr/>
          </p:nvSpPr>
          <p:spPr>
            <a:xfrm>
              <a:off x="5612613" y="3358068"/>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105"/>
            <p:cNvSpPr/>
            <p:nvPr/>
          </p:nvSpPr>
          <p:spPr>
            <a:xfrm>
              <a:off x="5612613" y="3310658"/>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105"/>
            <p:cNvSpPr/>
            <p:nvPr/>
          </p:nvSpPr>
          <p:spPr>
            <a:xfrm>
              <a:off x="5612613" y="3263140"/>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105"/>
            <p:cNvSpPr/>
            <p:nvPr/>
          </p:nvSpPr>
          <p:spPr>
            <a:xfrm>
              <a:off x="5612613" y="3215606"/>
              <a:ext cx="38788" cy="33269"/>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105"/>
            <p:cNvSpPr/>
            <p:nvPr/>
          </p:nvSpPr>
          <p:spPr>
            <a:xfrm>
              <a:off x="5612473" y="3168088"/>
              <a:ext cx="38928" cy="33347"/>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105"/>
            <p:cNvSpPr/>
            <p:nvPr/>
          </p:nvSpPr>
          <p:spPr>
            <a:xfrm>
              <a:off x="561261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105"/>
            <p:cNvSpPr/>
            <p:nvPr/>
          </p:nvSpPr>
          <p:spPr>
            <a:xfrm>
              <a:off x="5612473" y="3073036"/>
              <a:ext cx="39053" cy="33347"/>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105"/>
            <p:cNvSpPr/>
            <p:nvPr/>
          </p:nvSpPr>
          <p:spPr>
            <a:xfrm>
              <a:off x="5612613" y="3025502"/>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105"/>
            <p:cNvSpPr/>
            <p:nvPr/>
          </p:nvSpPr>
          <p:spPr>
            <a:xfrm>
              <a:off x="5612613" y="2977983"/>
              <a:ext cx="38788" cy="33316"/>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105"/>
            <p:cNvSpPr/>
            <p:nvPr/>
          </p:nvSpPr>
          <p:spPr>
            <a:xfrm>
              <a:off x="561261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105"/>
            <p:cNvSpPr/>
            <p:nvPr/>
          </p:nvSpPr>
          <p:spPr>
            <a:xfrm>
              <a:off x="561261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105"/>
            <p:cNvSpPr/>
            <p:nvPr/>
          </p:nvSpPr>
          <p:spPr>
            <a:xfrm>
              <a:off x="5612613" y="2835522"/>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105"/>
            <p:cNvSpPr/>
            <p:nvPr/>
          </p:nvSpPr>
          <p:spPr>
            <a:xfrm>
              <a:off x="5612520" y="2788004"/>
              <a:ext cx="38881" cy="33316"/>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105"/>
            <p:cNvSpPr/>
            <p:nvPr/>
          </p:nvSpPr>
          <p:spPr>
            <a:xfrm>
              <a:off x="5612520" y="2740470"/>
              <a:ext cx="38881" cy="33331"/>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105"/>
            <p:cNvSpPr/>
            <p:nvPr/>
          </p:nvSpPr>
          <p:spPr>
            <a:xfrm>
              <a:off x="5612613" y="2693076"/>
              <a:ext cx="38788" cy="33222"/>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105"/>
            <p:cNvSpPr/>
            <p:nvPr/>
          </p:nvSpPr>
          <p:spPr>
            <a:xfrm>
              <a:off x="5612613"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105"/>
            <p:cNvSpPr/>
            <p:nvPr/>
          </p:nvSpPr>
          <p:spPr>
            <a:xfrm>
              <a:off x="5564954" y="3453120"/>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105"/>
            <p:cNvSpPr/>
            <p:nvPr/>
          </p:nvSpPr>
          <p:spPr>
            <a:xfrm>
              <a:off x="5564954" y="3405586"/>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105"/>
            <p:cNvSpPr/>
            <p:nvPr/>
          </p:nvSpPr>
          <p:spPr>
            <a:xfrm>
              <a:off x="5564954" y="3358068"/>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105"/>
            <p:cNvSpPr/>
            <p:nvPr/>
          </p:nvSpPr>
          <p:spPr>
            <a:xfrm>
              <a:off x="5564954" y="3310658"/>
              <a:ext cx="38804" cy="33207"/>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105"/>
            <p:cNvSpPr/>
            <p:nvPr/>
          </p:nvSpPr>
          <p:spPr>
            <a:xfrm>
              <a:off x="5564954" y="3263140"/>
              <a:ext cx="38804" cy="33269"/>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105"/>
            <p:cNvSpPr/>
            <p:nvPr/>
          </p:nvSpPr>
          <p:spPr>
            <a:xfrm>
              <a:off x="5564954" y="3215606"/>
              <a:ext cx="38804" cy="33269"/>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105"/>
            <p:cNvSpPr/>
            <p:nvPr/>
          </p:nvSpPr>
          <p:spPr>
            <a:xfrm>
              <a:off x="5564954" y="3168088"/>
              <a:ext cx="38804" cy="33347"/>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105"/>
            <p:cNvSpPr/>
            <p:nvPr/>
          </p:nvSpPr>
          <p:spPr>
            <a:xfrm>
              <a:off x="5564954" y="3120679"/>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105"/>
            <p:cNvSpPr/>
            <p:nvPr/>
          </p:nvSpPr>
          <p:spPr>
            <a:xfrm>
              <a:off x="5564954" y="3073036"/>
              <a:ext cx="38928" cy="33347"/>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105"/>
            <p:cNvSpPr/>
            <p:nvPr/>
          </p:nvSpPr>
          <p:spPr>
            <a:xfrm>
              <a:off x="5564954" y="3025502"/>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105"/>
            <p:cNvSpPr/>
            <p:nvPr/>
          </p:nvSpPr>
          <p:spPr>
            <a:xfrm>
              <a:off x="5564954" y="2977983"/>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105"/>
            <p:cNvSpPr/>
            <p:nvPr/>
          </p:nvSpPr>
          <p:spPr>
            <a:xfrm>
              <a:off x="5564954" y="2930574"/>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105"/>
            <p:cNvSpPr/>
            <p:nvPr/>
          </p:nvSpPr>
          <p:spPr>
            <a:xfrm>
              <a:off x="5564954" y="2883056"/>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105"/>
            <p:cNvSpPr/>
            <p:nvPr/>
          </p:nvSpPr>
          <p:spPr>
            <a:xfrm>
              <a:off x="5564954" y="2835522"/>
              <a:ext cx="38928" cy="33269"/>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105"/>
            <p:cNvSpPr/>
            <p:nvPr/>
          </p:nvSpPr>
          <p:spPr>
            <a:xfrm>
              <a:off x="5564954" y="2788004"/>
              <a:ext cx="38928" cy="33316"/>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105"/>
            <p:cNvSpPr/>
            <p:nvPr/>
          </p:nvSpPr>
          <p:spPr>
            <a:xfrm>
              <a:off x="5564954" y="2740470"/>
              <a:ext cx="38928" cy="33363"/>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105"/>
            <p:cNvSpPr/>
            <p:nvPr/>
          </p:nvSpPr>
          <p:spPr>
            <a:xfrm>
              <a:off x="5564954" y="2693076"/>
              <a:ext cx="38804" cy="33238"/>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105"/>
            <p:cNvSpPr/>
            <p:nvPr/>
          </p:nvSpPr>
          <p:spPr>
            <a:xfrm>
              <a:off x="5564954" y="2075478"/>
              <a:ext cx="38804" cy="33269"/>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105"/>
            <p:cNvSpPr/>
            <p:nvPr/>
          </p:nvSpPr>
          <p:spPr>
            <a:xfrm>
              <a:off x="5564954" y="1980426"/>
              <a:ext cx="38804" cy="33331"/>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105"/>
            <p:cNvSpPr/>
            <p:nvPr/>
          </p:nvSpPr>
          <p:spPr>
            <a:xfrm>
              <a:off x="5564954" y="1932892"/>
              <a:ext cx="38804" cy="33331"/>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105"/>
            <p:cNvSpPr/>
            <p:nvPr/>
          </p:nvSpPr>
          <p:spPr>
            <a:xfrm>
              <a:off x="5517421" y="3595566"/>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105"/>
            <p:cNvSpPr/>
            <p:nvPr/>
          </p:nvSpPr>
          <p:spPr>
            <a:xfrm>
              <a:off x="5517421" y="345312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105"/>
            <p:cNvSpPr/>
            <p:nvPr/>
          </p:nvSpPr>
          <p:spPr>
            <a:xfrm>
              <a:off x="5517421" y="3405586"/>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105"/>
            <p:cNvSpPr/>
            <p:nvPr/>
          </p:nvSpPr>
          <p:spPr>
            <a:xfrm>
              <a:off x="5517421" y="3358068"/>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105"/>
            <p:cNvSpPr/>
            <p:nvPr/>
          </p:nvSpPr>
          <p:spPr>
            <a:xfrm>
              <a:off x="5517421" y="3310658"/>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105"/>
            <p:cNvSpPr/>
            <p:nvPr/>
          </p:nvSpPr>
          <p:spPr>
            <a:xfrm>
              <a:off x="5517421"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105"/>
            <p:cNvSpPr/>
            <p:nvPr/>
          </p:nvSpPr>
          <p:spPr>
            <a:xfrm>
              <a:off x="5517421"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105"/>
            <p:cNvSpPr/>
            <p:nvPr/>
          </p:nvSpPr>
          <p:spPr>
            <a:xfrm>
              <a:off x="5517421" y="3168088"/>
              <a:ext cx="38928" cy="33347"/>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105"/>
            <p:cNvSpPr/>
            <p:nvPr/>
          </p:nvSpPr>
          <p:spPr>
            <a:xfrm>
              <a:off x="5517421" y="3120679"/>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105"/>
            <p:cNvSpPr/>
            <p:nvPr/>
          </p:nvSpPr>
          <p:spPr>
            <a:xfrm>
              <a:off x="5517421" y="3073036"/>
              <a:ext cx="38928" cy="33347"/>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105"/>
            <p:cNvSpPr/>
            <p:nvPr/>
          </p:nvSpPr>
          <p:spPr>
            <a:xfrm>
              <a:off x="5517421"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105"/>
            <p:cNvSpPr/>
            <p:nvPr/>
          </p:nvSpPr>
          <p:spPr>
            <a:xfrm>
              <a:off x="5517421"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105"/>
            <p:cNvSpPr/>
            <p:nvPr/>
          </p:nvSpPr>
          <p:spPr>
            <a:xfrm>
              <a:off x="5517421" y="2930574"/>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105"/>
            <p:cNvSpPr/>
            <p:nvPr/>
          </p:nvSpPr>
          <p:spPr>
            <a:xfrm>
              <a:off x="5517421" y="2883056"/>
              <a:ext cx="38928" cy="33269"/>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105"/>
            <p:cNvSpPr/>
            <p:nvPr/>
          </p:nvSpPr>
          <p:spPr>
            <a:xfrm>
              <a:off x="5517421" y="2835522"/>
              <a:ext cx="38928" cy="33269"/>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105"/>
            <p:cNvSpPr/>
            <p:nvPr/>
          </p:nvSpPr>
          <p:spPr>
            <a:xfrm>
              <a:off x="5517421" y="2788004"/>
              <a:ext cx="38928" cy="33316"/>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105"/>
            <p:cNvSpPr/>
            <p:nvPr/>
          </p:nvSpPr>
          <p:spPr>
            <a:xfrm>
              <a:off x="5517421" y="2740470"/>
              <a:ext cx="38928" cy="33331"/>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105"/>
            <p:cNvSpPr/>
            <p:nvPr/>
          </p:nvSpPr>
          <p:spPr>
            <a:xfrm>
              <a:off x="5517421"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105"/>
            <p:cNvSpPr/>
            <p:nvPr/>
          </p:nvSpPr>
          <p:spPr>
            <a:xfrm>
              <a:off x="5517421"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105"/>
            <p:cNvSpPr/>
            <p:nvPr/>
          </p:nvSpPr>
          <p:spPr>
            <a:xfrm>
              <a:off x="5517421"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105"/>
            <p:cNvSpPr/>
            <p:nvPr/>
          </p:nvSpPr>
          <p:spPr>
            <a:xfrm>
              <a:off x="5517421"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105"/>
            <p:cNvSpPr/>
            <p:nvPr/>
          </p:nvSpPr>
          <p:spPr>
            <a:xfrm>
              <a:off x="5517421"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105"/>
            <p:cNvSpPr/>
            <p:nvPr/>
          </p:nvSpPr>
          <p:spPr>
            <a:xfrm>
              <a:off x="5517421"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105"/>
            <p:cNvSpPr/>
            <p:nvPr/>
          </p:nvSpPr>
          <p:spPr>
            <a:xfrm>
              <a:off x="5517421"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105"/>
            <p:cNvSpPr/>
            <p:nvPr/>
          </p:nvSpPr>
          <p:spPr>
            <a:xfrm>
              <a:off x="5517421"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105"/>
            <p:cNvSpPr/>
            <p:nvPr/>
          </p:nvSpPr>
          <p:spPr>
            <a:xfrm>
              <a:off x="5517421" y="1362969"/>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105"/>
            <p:cNvSpPr/>
            <p:nvPr/>
          </p:nvSpPr>
          <p:spPr>
            <a:xfrm>
              <a:off x="5470027" y="3595566"/>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105"/>
            <p:cNvSpPr/>
            <p:nvPr/>
          </p:nvSpPr>
          <p:spPr>
            <a:xfrm>
              <a:off x="5470027" y="3548172"/>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105"/>
            <p:cNvSpPr/>
            <p:nvPr/>
          </p:nvSpPr>
          <p:spPr>
            <a:xfrm>
              <a:off x="5470027" y="350063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105"/>
            <p:cNvSpPr/>
            <p:nvPr/>
          </p:nvSpPr>
          <p:spPr>
            <a:xfrm>
              <a:off x="5470027" y="3453120"/>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105"/>
            <p:cNvSpPr/>
            <p:nvPr/>
          </p:nvSpPr>
          <p:spPr>
            <a:xfrm>
              <a:off x="5470027" y="3405586"/>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105"/>
            <p:cNvSpPr/>
            <p:nvPr/>
          </p:nvSpPr>
          <p:spPr>
            <a:xfrm>
              <a:off x="5470027" y="3358068"/>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105"/>
            <p:cNvSpPr/>
            <p:nvPr/>
          </p:nvSpPr>
          <p:spPr>
            <a:xfrm>
              <a:off x="5470027" y="331065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105"/>
            <p:cNvSpPr/>
            <p:nvPr/>
          </p:nvSpPr>
          <p:spPr>
            <a:xfrm>
              <a:off x="5470027" y="3025502"/>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105"/>
            <p:cNvSpPr/>
            <p:nvPr/>
          </p:nvSpPr>
          <p:spPr>
            <a:xfrm>
              <a:off x="5470027" y="2977983"/>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105"/>
            <p:cNvSpPr/>
            <p:nvPr/>
          </p:nvSpPr>
          <p:spPr>
            <a:xfrm>
              <a:off x="5470027" y="2930574"/>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105"/>
            <p:cNvSpPr/>
            <p:nvPr/>
          </p:nvSpPr>
          <p:spPr>
            <a:xfrm>
              <a:off x="5470027"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105"/>
            <p:cNvSpPr/>
            <p:nvPr/>
          </p:nvSpPr>
          <p:spPr>
            <a:xfrm>
              <a:off x="5469933" y="2835522"/>
              <a:ext cx="38897" cy="33269"/>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105"/>
            <p:cNvSpPr/>
            <p:nvPr/>
          </p:nvSpPr>
          <p:spPr>
            <a:xfrm>
              <a:off x="5469933" y="2788004"/>
              <a:ext cx="38897" cy="33316"/>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105"/>
            <p:cNvSpPr/>
            <p:nvPr/>
          </p:nvSpPr>
          <p:spPr>
            <a:xfrm>
              <a:off x="5469933" y="2740470"/>
              <a:ext cx="38897" cy="33331"/>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105"/>
            <p:cNvSpPr/>
            <p:nvPr/>
          </p:nvSpPr>
          <p:spPr>
            <a:xfrm>
              <a:off x="547002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105"/>
            <p:cNvSpPr/>
            <p:nvPr/>
          </p:nvSpPr>
          <p:spPr>
            <a:xfrm>
              <a:off x="547002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105"/>
            <p:cNvSpPr/>
            <p:nvPr/>
          </p:nvSpPr>
          <p:spPr>
            <a:xfrm>
              <a:off x="5470027" y="2550490"/>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105"/>
            <p:cNvSpPr/>
            <p:nvPr/>
          </p:nvSpPr>
          <p:spPr>
            <a:xfrm>
              <a:off x="547002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105"/>
            <p:cNvSpPr/>
            <p:nvPr/>
          </p:nvSpPr>
          <p:spPr>
            <a:xfrm>
              <a:off x="547002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105"/>
            <p:cNvSpPr/>
            <p:nvPr/>
          </p:nvSpPr>
          <p:spPr>
            <a:xfrm>
              <a:off x="547002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105"/>
            <p:cNvSpPr/>
            <p:nvPr/>
          </p:nvSpPr>
          <p:spPr>
            <a:xfrm>
              <a:off x="547002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105"/>
            <p:cNvSpPr/>
            <p:nvPr/>
          </p:nvSpPr>
          <p:spPr>
            <a:xfrm>
              <a:off x="5470027"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105"/>
            <p:cNvSpPr/>
            <p:nvPr/>
          </p:nvSpPr>
          <p:spPr>
            <a:xfrm>
              <a:off x="5470027"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105"/>
            <p:cNvSpPr/>
            <p:nvPr/>
          </p:nvSpPr>
          <p:spPr>
            <a:xfrm>
              <a:off x="5470027" y="1695519"/>
              <a:ext cx="38804" cy="33207"/>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105"/>
            <p:cNvSpPr/>
            <p:nvPr/>
          </p:nvSpPr>
          <p:spPr>
            <a:xfrm>
              <a:off x="5470027"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105"/>
            <p:cNvSpPr/>
            <p:nvPr/>
          </p:nvSpPr>
          <p:spPr>
            <a:xfrm>
              <a:off x="547002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105"/>
            <p:cNvSpPr/>
            <p:nvPr/>
          </p:nvSpPr>
          <p:spPr>
            <a:xfrm>
              <a:off x="547002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105"/>
            <p:cNvSpPr/>
            <p:nvPr/>
          </p:nvSpPr>
          <p:spPr>
            <a:xfrm>
              <a:off x="5470027" y="1362969"/>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105"/>
            <p:cNvSpPr/>
            <p:nvPr/>
          </p:nvSpPr>
          <p:spPr>
            <a:xfrm>
              <a:off x="5422493" y="3548172"/>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105"/>
            <p:cNvSpPr/>
            <p:nvPr/>
          </p:nvSpPr>
          <p:spPr>
            <a:xfrm>
              <a:off x="5422493" y="3500638"/>
              <a:ext cx="38804" cy="33238"/>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105"/>
            <p:cNvSpPr/>
            <p:nvPr/>
          </p:nvSpPr>
          <p:spPr>
            <a:xfrm>
              <a:off x="5422493" y="345312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105"/>
            <p:cNvSpPr/>
            <p:nvPr/>
          </p:nvSpPr>
          <p:spPr>
            <a:xfrm>
              <a:off x="5422493"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105"/>
            <p:cNvSpPr/>
            <p:nvPr/>
          </p:nvSpPr>
          <p:spPr>
            <a:xfrm>
              <a:off x="5422493" y="2930574"/>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105"/>
            <p:cNvSpPr/>
            <p:nvPr/>
          </p:nvSpPr>
          <p:spPr>
            <a:xfrm>
              <a:off x="5422493"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105"/>
            <p:cNvSpPr/>
            <p:nvPr/>
          </p:nvSpPr>
          <p:spPr>
            <a:xfrm>
              <a:off x="5422493"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105"/>
            <p:cNvSpPr/>
            <p:nvPr/>
          </p:nvSpPr>
          <p:spPr>
            <a:xfrm>
              <a:off x="5422415" y="2788004"/>
              <a:ext cx="38881" cy="33316"/>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105"/>
            <p:cNvSpPr/>
            <p:nvPr/>
          </p:nvSpPr>
          <p:spPr>
            <a:xfrm>
              <a:off x="5422415" y="2740470"/>
              <a:ext cx="38881" cy="33331"/>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105"/>
            <p:cNvSpPr/>
            <p:nvPr/>
          </p:nvSpPr>
          <p:spPr>
            <a:xfrm>
              <a:off x="5422493"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105"/>
            <p:cNvSpPr/>
            <p:nvPr/>
          </p:nvSpPr>
          <p:spPr>
            <a:xfrm>
              <a:off x="5422493"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105"/>
            <p:cNvSpPr/>
            <p:nvPr/>
          </p:nvSpPr>
          <p:spPr>
            <a:xfrm>
              <a:off x="5422493"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105"/>
            <p:cNvSpPr/>
            <p:nvPr/>
          </p:nvSpPr>
          <p:spPr>
            <a:xfrm>
              <a:off x="5422493" y="2170531"/>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105"/>
            <p:cNvSpPr/>
            <p:nvPr/>
          </p:nvSpPr>
          <p:spPr>
            <a:xfrm>
              <a:off x="542249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105"/>
            <p:cNvSpPr/>
            <p:nvPr/>
          </p:nvSpPr>
          <p:spPr>
            <a:xfrm>
              <a:off x="5422493" y="2075478"/>
              <a:ext cx="38804" cy="33269"/>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105"/>
            <p:cNvSpPr/>
            <p:nvPr/>
          </p:nvSpPr>
          <p:spPr>
            <a:xfrm>
              <a:off x="5422493"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105"/>
            <p:cNvSpPr/>
            <p:nvPr/>
          </p:nvSpPr>
          <p:spPr>
            <a:xfrm>
              <a:off x="5422493"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105"/>
            <p:cNvSpPr/>
            <p:nvPr/>
          </p:nvSpPr>
          <p:spPr>
            <a:xfrm>
              <a:off x="5422493"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105"/>
            <p:cNvSpPr/>
            <p:nvPr/>
          </p:nvSpPr>
          <p:spPr>
            <a:xfrm>
              <a:off x="5422493"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105"/>
            <p:cNvSpPr/>
            <p:nvPr/>
          </p:nvSpPr>
          <p:spPr>
            <a:xfrm>
              <a:off x="5422493"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105"/>
            <p:cNvSpPr/>
            <p:nvPr/>
          </p:nvSpPr>
          <p:spPr>
            <a:xfrm>
              <a:off x="5422493"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105"/>
            <p:cNvSpPr/>
            <p:nvPr/>
          </p:nvSpPr>
          <p:spPr>
            <a:xfrm>
              <a:off x="5422493" y="1695519"/>
              <a:ext cx="38804" cy="33207"/>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105"/>
            <p:cNvSpPr/>
            <p:nvPr/>
          </p:nvSpPr>
          <p:spPr>
            <a:xfrm>
              <a:off x="5422493"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105"/>
            <p:cNvSpPr/>
            <p:nvPr/>
          </p:nvSpPr>
          <p:spPr>
            <a:xfrm>
              <a:off x="5422493"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105"/>
            <p:cNvSpPr/>
            <p:nvPr/>
          </p:nvSpPr>
          <p:spPr>
            <a:xfrm>
              <a:off x="5422493"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105"/>
            <p:cNvSpPr/>
            <p:nvPr/>
          </p:nvSpPr>
          <p:spPr>
            <a:xfrm>
              <a:off x="5422493" y="1362969"/>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105"/>
            <p:cNvSpPr/>
            <p:nvPr/>
          </p:nvSpPr>
          <p:spPr>
            <a:xfrm>
              <a:off x="5374975" y="2930574"/>
              <a:ext cx="38804" cy="33238"/>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105"/>
            <p:cNvSpPr/>
            <p:nvPr/>
          </p:nvSpPr>
          <p:spPr>
            <a:xfrm>
              <a:off x="5374975"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105"/>
            <p:cNvSpPr/>
            <p:nvPr/>
          </p:nvSpPr>
          <p:spPr>
            <a:xfrm>
              <a:off x="5374975"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105"/>
            <p:cNvSpPr/>
            <p:nvPr/>
          </p:nvSpPr>
          <p:spPr>
            <a:xfrm>
              <a:off x="5374975" y="2788004"/>
              <a:ext cx="38804" cy="33316"/>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105"/>
            <p:cNvSpPr/>
            <p:nvPr/>
          </p:nvSpPr>
          <p:spPr>
            <a:xfrm>
              <a:off x="5374975" y="2740470"/>
              <a:ext cx="38928" cy="33331"/>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105"/>
            <p:cNvSpPr/>
            <p:nvPr/>
          </p:nvSpPr>
          <p:spPr>
            <a:xfrm>
              <a:off x="5374975"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105"/>
            <p:cNvSpPr/>
            <p:nvPr/>
          </p:nvSpPr>
          <p:spPr>
            <a:xfrm>
              <a:off x="5374975"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105"/>
            <p:cNvSpPr/>
            <p:nvPr/>
          </p:nvSpPr>
          <p:spPr>
            <a:xfrm>
              <a:off x="5374975"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105"/>
            <p:cNvSpPr/>
            <p:nvPr/>
          </p:nvSpPr>
          <p:spPr>
            <a:xfrm>
              <a:off x="5374975"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105"/>
            <p:cNvSpPr/>
            <p:nvPr/>
          </p:nvSpPr>
          <p:spPr>
            <a:xfrm>
              <a:off x="5374975"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105"/>
            <p:cNvSpPr/>
            <p:nvPr/>
          </p:nvSpPr>
          <p:spPr>
            <a:xfrm>
              <a:off x="537497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105"/>
            <p:cNvSpPr/>
            <p:nvPr/>
          </p:nvSpPr>
          <p:spPr>
            <a:xfrm>
              <a:off x="5374975"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105"/>
            <p:cNvSpPr/>
            <p:nvPr/>
          </p:nvSpPr>
          <p:spPr>
            <a:xfrm>
              <a:off x="5374975"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105"/>
            <p:cNvSpPr/>
            <p:nvPr/>
          </p:nvSpPr>
          <p:spPr>
            <a:xfrm>
              <a:off x="5374975"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105"/>
            <p:cNvSpPr/>
            <p:nvPr/>
          </p:nvSpPr>
          <p:spPr>
            <a:xfrm>
              <a:off x="5374975"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105"/>
            <p:cNvSpPr/>
            <p:nvPr/>
          </p:nvSpPr>
          <p:spPr>
            <a:xfrm>
              <a:off x="5374975"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105"/>
            <p:cNvSpPr/>
            <p:nvPr/>
          </p:nvSpPr>
          <p:spPr>
            <a:xfrm>
              <a:off x="5374975"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105"/>
            <p:cNvSpPr/>
            <p:nvPr/>
          </p:nvSpPr>
          <p:spPr>
            <a:xfrm>
              <a:off x="5374975"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105"/>
            <p:cNvSpPr/>
            <p:nvPr/>
          </p:nvSpPr>
          <p:spPr>
            <a:xfrm>
              <a:off x="5327441"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105"/>
            <p:cNvSpPr/>
            <p:nvPr/>
          </p:nvSpPr>
          <p:spPr>
            <a:xfrm>
              <a:off x="5327441" y="2503096"/>
              <a:ext cx="38928" cy="33222"/>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105"/>
            <p:cNvSpPr/>
            <p:nvPr/>
          </p:nvSpPr>
          <p:spPr>
            <a:xfrm>
              <a:off x="5327441" y="2408044"/>
              <a:ext cx="38928" cy="33269"/>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105"/>
            <p:cNvSpPr/>
            <p:nvPr/>
          </p:nvSpPr>
          <p:spPr>
            <a:xfrm>
              <a:off x="5327441" y="2360510"/>
              <a:ext cx="38928" cy="33331"/>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105"/>
            <p:cNvSpPr/>
            <p:nvPr/>
          </p:nvSpPr>
          <p:spPr>
            <a:xfrm>
              <a:off x="5327441" y="2312992"/>
              <a:ext cx="38928" cy="33316"/>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105"/>
            <p:cNvSpPr/>
            <p:nvPr/>
          </p:nvSpPr>
          <p:spPr>
            <a:xfrm>
              <a:off x="5327441" y="2265583"/>
              <a:ext cx="38928" cy="33238"/>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105"/>
            <p:cNvSpPr/>
            <p:nvPr/>
          </p:nvSpPr>
          <p:spPr>
            <a:xfrm>
              <a:off x="5327441" y="2218065"/>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105"/>
            <p:cNvSpPr/>
            <p:nvPr/>
          </p:nvSpPr>
          <p:spPr>
            <a:xfrm>
              <a:off x="5327441"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105"/>
            <p:cNvSpPr/>
            <p:nvPr/>
          </p:nvSpPr>
          <p:spPr>
            <a:xfrm>
              <a:off x="5327441"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105"/>
            <p:cNvSpPr/>
            <p:nvPr/>
          </p:nvSpPr>
          <p:spPr>
            <a:xfrm>
              <a:off x="5327441"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105"/>
            <p:cNvSpPr/>
            <p:nvPr/>
          </p:nvSpPr>
          <p:spPr>
            <a:xfrm>
              <a:off x="5327441" y="2027960"/>
              <a:ext cx="38928" cy="33253"/>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105"/>
            <p:cNvSpPr/>
            <p:nvPr/>
          </p:nvSpPr>
          <p:spPr>
            <a:xfrm>
              <a:off x="5327441"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105"/>
            <p:cNvSpPr/>
            <p:nvPr/>
          </p:nvSpPr>
          <p:spPr>
            <a:xfrm>
              <a:off x="5327441"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105"/>
            <p:cNvSpPr/>
            <p:nvPr/>
          </p:nvSpPr>
          <p:spPr>
            <a:xfrm>
              <a:off x="5327441"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105"/>
            <p:cNvSpPr/>
            <p:nvPr/>
          </p:nvSpPr>
          <p:spPr>
            <a:xfrm>
              <a:off x="5327441"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105"/>
            <p:cNvSpPr/>
            <p:nvPr/>
          </p:nvSpPr>
          <p:spPr>
            <a:xfrm>
              <a:off x="5327441"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105"/>
            <p:cNvSpPr/>
            <p:nvPr/>
          </p:nvSpPr>
          <p:spPr>
            <a:xfrm>
              <a:off x="5327441" y="145802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105"/>
            <p:cNvSpPr/>
            <p:nvPr/>
          </p:nvSpPr>
          <p:spPr>
            <a:xfrm>
              <a:off x="5327441" y="1410487"/>
              <a:ext cx="38928" cy="33269"/>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105"/>
            <p:cNvSpPr/>
            <p:nvPr/>
          </p:nvSpPr>
          <p:spPr>
            <a:xfrm>
              <a:off x="528004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105"/>
            <p:cNvSpPr/>
            <p:nvPr/>
          </p:nvSpPr>
          <p:spPr>
            <a:xfrm>
              <a:off x="528004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105"/>
            <p:cNvSpPr/>
            <p:nvPr/>
          </p:nvSpPr>
          <p:spPr>
            <a:xfrm>
              <a:off x="5280047"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105"/>
            <p:cNvSpPr/>
            <p:nvPr/>
          </p:nvSpPr>
          <p:spPr>
            <a:xfrm>
              <a:off x="5280047"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105"/>
            <p:cNvSpPr/>
            <p:nvPr/>
          </p:nvSpPr>
          <p:spPr>
            <a:xfrm>
              <a:off x="5280047" y="2265583"/>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105"/>
            <p:cNvSpPr/>
            <p:nvPr/>
          </p:nvSpPr>
          <p:spPr>
            <a:xfrm>
              <a:off x="5280047"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105"/>
            <p:cNvSpPr/>
            <p:nvPr/>
          </p:nvSpPr>
          <p:spPr>
            <a:xfrm>
              <a:off x="5280047"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105"/>
            <p:cNvSpPr/>
            <p:nvPr/>
          </p:nvSpPr>
          <p:spPr>
            <a:xfrm>
              <a:off x="528004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105"/>
            <p:cNvSpPr/>
            <p:nvPr/>
          </p:nvSpPr>
          <p:spPr>
            <a:xfrm>
              <a:off x="528004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105"/>
            <p:cNvSpPr/>
            <p:nvPr/>
          </p:nvSpPr>
          <p:spPr>
            <a:xfrm>
              <a:off x="528004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105"/>
            <p:cNvSpPr/>
            <p:nvPr/>
          </p:nvSpPr>
          <p:spPr>
            <a:xfrm>
              <a:off x="528004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105"/>
            <p:cNvSpPr/>
            <p:nvPr/>
          </p:nvSpPr>
          <p:spPr>
            <a:xfrm>
              <a:off x="5280047"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105"/>
            <p:cNvSpPr/>
            <p:nvPr/>
          </p:nvSpPr>
          <p:spPr>
            <a:xfrm>
              <a:off x="5280047" y="174291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105"/>
            <p:cNvSpPr/>
            <p:nvPr/>
          </p:nvSpPr>
          <p:spPr>
            <a:xfrm>
              <a:off x="528004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105"/>
            <p:cNvSpPr/>
            <p:nvPr/>
          </p:nvSpPr>
          <p:spPr>
            <a:xfrm>
              <a:off x="5280047" y="145802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105"/>
            <p:cNvSpPr/>
            <p:nvPr/>
          </p:nvSpPr>
          <p:spPr>
            <a:xfrm>
              <a:off x="528004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105"/>
            <p:cNvSpPr/>
            <p:nvPr/>
          </p:nvSpPr>
          <p:spPr>
            <a:xfrm>
              <a:off x="5232513" y="2598024"/>
              <a:ext cx="38804" cy="33316"/>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105"/>
            <p:cNvSpPr/>
            <p:nvPr/>
          </p:nvSpPr>
          <p:spPr>
            <a:xfrm>
              <a:off x="5232513"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105"/>
            <p:cNvSpPr/>
            <p:nvPr/>
          </p:nvSpPr>
          <p:spPr>
            <a:xfrm>
              <a:off x="5232513"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105"/>
            <p:cNvSpPr/>
            <p:nvPr/>
          </p:nvSpPr>
          <p:spPr>
            <a:xfrm>
              <a:off x="5232513"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105"/>
            <p:cNvSpPr/>
            <p:nvPr/>
          </p:nvSpPr>
          <p:spPr>
            <a:xfrm>
              <a:off x="5232513"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105"/>
            <p:cNvSpPr/>
            <p:nvPr/>
          </p:nvSpPr>
          <p:spPr>
            <a:xfrm>
              <a:off x="5232513"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105"/>
            <p:cNvSpPr/>
            <p:nvPr/>
          </p:nvSpPr>
          <p:spPr>
            <a:xfrm>
              <a:off x="5232513"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105"/>
            <p:cNvSpPr/>
            <p:nvPr/>
          </p:nvSpPr>
          <p:spPr>
            <a:xfrm>
              <a:off x="523251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105"/>
            <p:cNvSpPr/>
            <p:nvPr/>
          </p:nvSpPr>
          <p:spPr>
            <a:xfrm>
              <a:off x="5232513"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105"/>
            <p:cNvSpPr/>
            <p:nvPr/>
          </p:nvSpPr>
          <p:spPr>
            <a:xfrm>
              <a:off x="5232513"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105"/>
            <p:cNvSpPr/>
            <p:nvPr/>
          </p:nvSpPr>
          <p:spPr>
            <a:xfrm>
              <a:off x="5232513"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105"/>
            <p:cNvSpPr/>
            <p:nvPr/>
          </p:nvSpPr>
          <p:spPr>
            <a:xfrm>
              <a:off x="5232513"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105"/>
            <p:cNvSpPr/>
            <p:nvPr/>
          </p:nvSpPr>
          <p:spPr>
            <a:xfrm>
              <a:off x="5232513"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105"/>
            <p:cNvSpPr/>
            <p:nvPr/>
          </p:nvSpPr>
          <p:spPr>
            <a:xfrm>
              <a:off x="5232513"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105"/>
            <p:cNvSpPr/>
            <p:nvPr/>
          </p:nvSpPr>
          <p:spPr>
            <a:xfrm>
              <a:off x="5232513"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105"/>
            <p:cNvSpPr/>
            <p:nvPr/>
          </p:nvSpPr>
          <p:spPr>
            <a:xfrm>
              <a:off x="5232513"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105"/>
            <p:cNvSpPr/>
            <p:nvPr/>
          </p:nvSpPr>
          <p:spPr>
            <a:xfrm>
              <a:off x="5184995"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105"/>
            <p:cNvSpPr/>
            <p:nvPr/>
          </p:nvSpPr>
          <p:spPr>
            <a:xfrm>
              <a:off x="5184995"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105"/>
            <p:cNvSpPr/>
            <p:nvPr/>
          </p:nvSpPr>
          <p:spPr>
            <a:xfrm>
              <a:off x="518499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105"/>
            <p:cNvSpPr/>
            <p:nvPr/>
          </p:nvSpPr>
          <p:spPr>
            <a:xfrm>
              <a:off x="518499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105"/>
            <p:cNvSpPr/>
            <p:nvPr/>
          </p:nvSpPr>
          <p:spPr>
            <a:xfrm>
              <a:off x="518499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105"/>
            <p:cNvSpPr/>
            <p:nvPr/>
          </p:nvSpPr>
          <p:spPr>
            <a:xfrm>
              <a:off x="5184995" y="2170531"/>
              <a:ext cx="38788" cy="33331"/>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105"/>
            <p:cNvSpPr/>
            <p:nvPr/>
          </p:nvSpPr>
          <p:spPr>
            <a:xfrm>
              <a:off x="518499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105"/>
            <p:cNvSpPr/>
            <p:nvPr/>
          </p:nvSpPr>
          <p:spPr>
            <a:xfrm>
              <a:off x="518499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105"/>
            <p:cNvSpPr/>
            <p:nvPr/>
          </p:nvSpPr>
          <p:spPr>
            <a:xfrm>
              <a:off x="518499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105"/>
            <p:cNvSpPr/>
            <p:nvPr/>
          </p:nvSpPr>
          <p:spPr>
            <a:xfrm>
              <a:off x="5184995"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105"/>
            <p:cNvSpPr/>
            <p:nvPr/>
          </p:nvSpPr>
          <p:spPr>
            <a:xfrm>
              <a:off x="518499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105"/>
            <p:cNvSpPr/>
            <p:nvPr/>
          </p:nvSpPr>
          <p:spPr>
            <a:xfrm>
              <a:off x="518499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105"/>
            <p:cNvSpPr/>
            <p:nvPr/>
          </p:nvSpPr>
          <p:spPr>
            <a:xfrm>
              <a:off x="518499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105"/>
            <p:cNvSpPr/>
            <p:nvPr/>
          </p:nvSpPr>
          <p:spPr>
            <a:xfrm>
              <a:off x="5184995" y="1742913"/>
              <a:ext cx="38788" cy="33331"/>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105"/>
            <p:cNvSpPr/>
            <p:nvPr/>
          </p:nvSpPr>
          <p:spPr>
            <a:xfrm>
              <a:off x="518499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105"/>
            <p:cNvSpPr/>
            <p:nvPr/>
          </p:nvSpPr>
          <p:spPr>
            <a:xfrm>
              <a:off x="518499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105"/>
            <p:cNvSpPr/>
            <p:nvPr/>
          </p:nvSpPr>
          <p:spPr>
            <a:xfrm>
              <a:off x="5184995"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105"/>
            <p:cNvSpPr/>
            <p:nvPr/>
          </p:nvSpPr>
          <p:spPr>
            <a:xfrm>
              <a:off x="518499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105"/>
            <p:cNvSpPr/>
            <p:nvPr/>
          </p:nvSpPr>
          <p:spPr>
            <a:xfrm>
              <a:off x="5137461" y="2550490"/>
              <a:ext cx="38928" cy="33331"/>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105"/>
            <p:cNvSpPr/>
            <p:nvPr/>
          </p:nvSpPr>
          <p:spPr>
            <a:xfrm>
              <a:off x="5137461"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105"/>
            <p:cNvSpPr/>
            <p:nvPr/>
          </p:nvSpPr>
          <p:spPr>
            <a:xfrm>
              <a:off x="5137461" y="2312992"/>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105"/>
            <p:cNvSpPr/>
            <p:nvPr/>
          </p:nvSpPr>
          <p:spPr>
            <a:xfrm>
              <a:off x="5137461"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105"/>
            <p:cNvSpPr/>
            <p:nvPr/>
          </p:nvSpPr>
          <p:spPr>
            <a:xfrm>
              <a:off x="5137461" y="2218065"/>
              <a:ext cx="38928" cy="33269"/>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105"/>
            <p:cNvSpPr/>
            <p:nvPr/>
          </p:nvSpPr>
          <p:spPr>
            <a:xfrm>
              <a:off x="5137461" y="2170531"/>
              <a:ext cx="38928" cy="33331"/>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105"/>
            <p:cNvSpPr/>
            <p:nvPr/>
          </p:nvSpPr>
          <p:spPr>
            <a:xfrm>
              <a:off x="5137461" y="2123012"/>
              <a:ext cx="39022" cy="33316"/>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105"/>
            <p:cNvSpPr/>
            <p:nvPr/>
          </p:nvSpPr>
          <p:spPr>
            <a:xfrm>
              <a:off x="5137461" y="2075478"/>
              <a:ext cx="38928" cy="33269"/>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105"/>
            <p:cNvSpPr/>
            <p:nvPr/>
          </p:nvSpPr>
          <p:spPr>
            <a:xfrm>
              <a:off x="5137461" y="202796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105"/>
            <p:cNvSpPr/>
            <p:nvPr/>
          </p:nvSpPr>
          <p:spPr>
            <a:xfrm>
              <a:off x="5137461" y="1980426"/>
              <a:ext cx="38928" cy="33331"/>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105"/>
            <p:cNvSpPr/>
            <p:nvPr/>
          </p:nvSpPr>
          <p:spPr>
            <a:xfrm>
              <a:off x="5137461" y="1932892"/>
              <a:ext cx="38928" cy="33331"/>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105"/>
            <p:cNvSpPr/>
            <p:nvPr/>
          </p:nvSpPr>
          <p:spPr>
            <a:xfrm>
              <a:off x="5137461" y="1885499"/>
              <a:ext cx="38928" cy="33222"/>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105"/>
            <p:cNvSpPr/>
            <p:nvPr/>
          </p:nvSpPr>
          <p:spPr>
            <a:xfrm>
              <a:off x="5137461"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105"/>
            <p:cNvSpPr/>
            <p:nvPr/>
          </p:nvSpPr>
          <p:spPr>
            <a:xfrm>
              <a:off x="5137461"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105"/>
            <p:cNvSpPr/>
            <p:nvPr/>
          </p:nvSpPr>
          <p:spPr>
            <a:xfrm>
              <a:off x="5137461" y="174291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105"/>
            <p:cNvSpPr/>
            <p:nvPr/>
          </p:nvSpPr>
          <p:spPr>
            <a:xfrm>
              <a:off x="5137461" y="155293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105"/>
            <p:cNvSpPr/>
            <p:nvPr/>
          </p:nvSpPr>
          <p:spPr>
            <a:xfrm>
              <a:off x="5089943"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105"/>
            <p:cNvSpPr/>
            <p:nvPr/>
          </p:nvSpPr>
          <p:spPr>
            <a:xfrm>
              <a:off x="5089943" y="2455563"/>
              <a:ext cx="38928" cy="33269"/>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105"/>
            <p:cNvSpPr/>
            <p:nvPr/>
          </p:nvSpPr>
          <p:spPr>
            <a:xfrm>
              <a:off x="5089943"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105"/>
            <p:cNvSpPr/>
            <p:nvPr/>
          </p:nvSpPr>
          <p:spPr>
            <a:xfrm>
              <a:off x="5089943"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105"/>
            <p:cNvSpPr/>
            <p:nvPr/>
          </p:nvSpPr>
          <p:spPr>
            <a:xfrm>
              <a:off x="5089943" y="2312992"/>
              <a:ext cx="38928" cy="33316"/>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105"/>
            <p:cNvSpPr/>
            <p:nvPr/>
          </p:nvSpPr>
          <p:spPr>
            <a:xfrm>
              <a:off x="5089943" y="2265583"/>
              <a:ext cx="38928" cy="33238"/>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105"/>
            <p:cNvSpPr/>
            <p:nvPr/>
          </p:nvSpPr>
          <p:spPr>
            <a:xfrm>
              <a:off x="5089943" y="2218065"/>
              <a:ext cx="38928" cy="33269"/>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105"/>
            <p:cNvSpPr/>
            <p:nvPr/>
          </p:nvSpPr>
          <p:spPr>
            <a:xfrm>
              <a:off x="5089943"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105"/>
            <p:cNvSpPr/>
            <p:nvPr/>
          </p:nvSpPr>
          <p:spPr>
            <a:xfrm>
              <a:off x="508994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105"/>
            <p:cNvSpPr/>
            <p:nvPr/>
          </p:nvSpPr>
          <p:spPr>
            <a:xfrm>
              <a:off x="5089943" y="2075478"/>
              <a:ext cx="38928" cy="33269"/>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105"/>
            <p:cNvSpPr/>
            <p:nvPr/>
          </p:nvSpPr>
          <p:spPr>
            <a:xfrm>
              <a:off x="5089943"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105"/>
            <p:cNvSpPr/>
            <p:nvPr/>
          </p:nvSpPr>
          <p:spPr>
            <a:xfrm>
              <a:off x="5089943" y="1980426"/>
              <a:ext cx="38928" cy="33331"/>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105"/>
            <p:cNvSpPr/>
            <p:nvPr/>
          </p:nvSpPr>
          <p:spPr>
            <a:xfrm>
              <a:off x="5089943" y="1932892"/>
              <a:ext cx="38928" cy="33331"/>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105"/>
            <p:cNvSpPr/>
            <p:nvPr/>
          </p:nvSpPr>
          <p:spPr>
            <a:xfrm>
              <a:off x="5089943"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105"/>
            <p:cNvSpPr/>
            <p:nvPr/>
          </p:nvSpPr>
          <p:spPr>
            <a:xfrm>
              <a:off x="5089943" y="1837980"/>
              <a:ext cx="38928" cy="33253"/>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105"/>
            <p:cNvSpPr/>
            <p:nvPr/>
          </p:nvSpPr>
          <p:spPr>
            <a:xfrm>
              <a:off x="5089943"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105"/>
            <p:cNvSpPr/>
            <p:nvPr/>
          </p:nvSpPr>
          <p:spPr>
            <a:xfrm>
              <a:off x="5089943" y="1742913"/>
              <a:ext cx="38928" cy="33331"/>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105"/>
            <p:cNvSpPr/>
            <p:nvPr/>
          </p:nvSpPr>
          <p:spPr>
            <a:xfrm>
              <a:off x="5089943" y="1695519"/>
              <a:ext cx="38928" cy="33207"/>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105"/>
            <p:cNvSpPr/>
            <p:nvPr/>
          </p:nvSpPr>
          <p:spPr>
            <a:xfrm>
              <a:off x="5089943" y="1505414"/>
              <a:ext cx="38928" cy="33331"/>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105"/>
            <p:cNvSpPr/>
            <p:nvPr/>
          </p:nvSpPr>
          <p:spPr>
            <a:xfrm>
              <a:off x="504253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105"/>
            <p:cNvSpPr/>
            <p:nvPr/>
          </p:nvSpPr>
          <p:spPr>
            <a:xfrm>
              <a:off x="504253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105"/>
            <p:cNvSpPr/>
            <p:nvPr/>
          </p:nvSpPr>
          <p:spPr>
            <a:xfrm>
              <a:off x="5042534"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105"/>
            <p:cNvSpPr/>
            <p:nvPr/>
          </p:nvSpPr>
          <p:spPr>
            <a:xfrm>
              <a:off x="504253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105"/>
            <p:cNvSpPr/>
            <p:nvPr/>
          </p:nvSpPr>
          <p:spPr>
            <a:xfrm>
              <a:off x="5042534"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105"/>
            <p:cNvSpPr/>
            <p:nvPr/>
          </p:nvSpPr>
          <p:spPr>
            <a:xfrm>
              <a:off x="504253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105"/>
            <p:cNvSpPr/>
            <p:nvPr/>
          </p:nvSpPr>
          <p:spPr>
            <a:xfrm>
              <a:off x="504253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105"/>
            <p:cNvSpPr/>
            <p:nvPr/>
          </p:nvSpPr>
          <p:spPr>
            <a:xfrm>
              <a:off x="5042534"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105"/>
            <p:cNvSpPr/>
            <p:nvPr/>
          </p:nvSpPr>
          <p:spPr>
            <a:xfrm>
              <a:off x="504253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105"/>
            <p:cNvSpPr/>
            <p:nvPr/>
          </p:nvSpPr>
          <p:spPr>
            <a:xfrm>
              <a:off x="504253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105"/>
            <p:cNvSpPr/>
            <p:nvPr/>
          </p:nvSpPr>
          <p:spPr>
            <a:xfrm>
              <a:off x="504253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105"/>
            <p:cNvSpPr/>
            <p:nvPr/>
          </p:nvSpPr>
          <p:spPr>
            <a:xfrm>
              <a:off x="504253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105"/>
            <p:cNvSpPr/>
            <p:nvPr/>
          </p:nvSpPr>
          <p:spPr>
            <a:xfrm>
              <a:off x="5042534"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105"/>
            <p:cNvSpPr/>
            <p:nvPr/>
          </p:nvSpPr>
          <p:spPr>
            <a:xfrm>
              <a:off x="504253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105"/>
            <p:cNvSpPr/>
            <p:nvPr/>
          </p:nvSpPr>
          <p:spPr>
            <a:xfrm>
              <a:off x="504253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105"/>
            <p:cNvSpPr/>
            <p:nvPr/>
          </p:nvSpPr>
          <p:spPr>
            <a:xfrm>
              <a:off x="504253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105"/>
            <p:cNvSpPr/>
            <p:nvPr/>
          </p:nvSpPr>
          <p:spPr>
            <a:xfrm>
              <a:off x="504253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105"/>
            <p:cNvSpPr/>
            <p:nvPr/>
          </p:nvSpPr>
          <p:spPr>
            <a:xfrm>
              <a:off x="504253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105"/>
            <p:cNvSpPr/>
            <p:nvPr/>
          </p:nvSpPr>
          <p:spPr>
            <a:xfrm>
              <a:off x="499501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105"/>
            <p:cNvSpPr/>
            <p:nvPr/>
          </p:nvSpPr>
          <p:spPr>
            <a:xfrm>
              <a:off x="499501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105"/>
            <p:cNvSpPr/>
            <p:nvPr/>
          </p:nvSpPr>
          <p:spPr>
            <a:xfrm>
              <a:off x="499501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105"/>
            <p:cNvSpPr/>
            <p:nvPr/>
          </p:nvSpPr>
          <p:spPr>
            <a:xfrm>
              <a:off x="4995015"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105"/>
            <p:cNvSpPr/>
            <p:nvPr/>
          </p:nvSpPr>
          <p:spPr>
            <a:xfrm>
              <a:off x="499501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105"/>
            <p:cNvSpPr/>
            <p:nvPr/>
          </p:nvSpPr>
          <p:spPr>
            <a:xfrm>
              <a:off x="499501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105"/>
            <p:cNvSpPr/>
            <p:nvPr/>
          </p:nvSpPr>
          <p:spPr>
            <a:xfrm>
              <a:off x="499501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105"/>
            <p:cNvSpPr/>
            <p:nvPr/>
          </p:nvSpPr>
          <p:spPr>
            <a:xfrm>
              <a:off x="4995015"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105"/>
            <p:cNvSpPr/>
            <p:nvPr/>
          </p:nvSpPr>
          <p:spPr>
            <a:xfrm>
              <a:off x="499501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105"/>
            <p:cNvSpPr/>
            <p:nvPr/>
          </p:nvSpPr>
          <p:spPr>
            <a:xfrm>
              <a:off x="499501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105"/>
            <p:cNvSpPr/>
            <p:nvPr/>
          </p:nvSpPr>
          <p:spPr>
            <a:xfrm>
              <a:off x="4995015" y="183798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105"/>
            <p:cNvSpPr/>
            <p:nvPr/>
          </p:nvSpPr>
          <p:spPr>
            <a:xfrm>
              <a:off x="499501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105"/>
            <p:cNvSpPr/>
            <p:nvPr/>
          </p:nvSpPr>
          <p:spPr>
            <a:xfrm>
              <a:off x="4995015"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105"/>
            <p:cNvSpPr/>
            <p:nvPr/>
          </p:nvSpPr>
          <p:spPr>
            <a:xfrm>
              <a:off x="499501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105"/>
            <p:cNvSpPr/>
            <p:nvPr/>
          </p:nvSpPr>
          <p:spPr>
            <a:xfrm>
              <a:off x="499501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105"/>
            <p:cNvSpPr/>
            <p:nvPr/>
          </p:nvSpPr>
          <p:spPr>
            <a:xfrm>
              <a:off x="4995015"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105"/>
            <p:cNvSpPr/>
            <p:nvPr/>
          </p:nvSpPr>
          <p:spPr>
            <a:xfrm>
              <a:off x="4995015" y="145802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105"/>
            <p:cNvSpPr/>
            <p:nvPr/>
          </p:nvSpPr>
          <p:spPr>
            <a:xfrm>
              <a:off x="494748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105"/>
            <p:cNvSpPr/>
            <p:nvPr/>
          </p:nvSpPr>
          <p:spPr>
            <a:xfrm>
              <a:off x="4947481"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105"/>
            <p:cNvSpPr/>
            <p:nvPr/>
          </p:nvSpPr>
          <p:spPr>
            <a:xfrm>
              <a:off x="4947481"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105"/>
            <p:cNvSpPr/>
            <p:nvPr/>
          </p:nvSpPr>
          <p:spPr>
            <a:xfrm>
              <a:off x="4947481"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105"/>
            <p:cNvSpPr/>
            <p:nvPr/>
          </p:nvSpPr>
          <p:spPr>
            <a:xfrm>
              <a:off x="4947481"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105"/>
            <p:cNvSpPr/>
            <p:nvPr/>
          </p:nvSpPr>
          <p:spPr>
            <a:xfrm>
              <a:off x="4947481"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105"/>
            <p:cNvSpPr/>
            <p:nvPr/>
          </p:nvSpPr>
          <p:spPr>
            <a:xfrm>
              <a:off x="4947481"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105"/>
            <p:cNvSpPr/>
            <p:nvPr/>
          </p:nvSpPr>
          <p:spPr>
            <a:xfrm>
              <a:off x="4947481"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105"/>
            <p:cNvSpPr/>
            <p:nvPr/>
          </p:nvSpPr>
          <p:spPr>
            <a:xfrm>
              <a:off x="4947481"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105"/>
            <p:cNvSpPr/>
            <p:nvPr/>
          </p:nvSpPr>
          <p:spPr>
            <a:xfrm>
              <a:off x="4947481"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105"/>
            <p:cNvSpPr/>
            <p:nvPr/>
          </p:nvSpPr>
          <p:spPr>
            <a:xfrm>
              <a:off x="4947481"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105"/>
            <p:cNvSpPr/>
            <p:nvPr/>
          </p:nvSpPr>
          <p:spPr>
            <a:xfrm>
              <a:off x="494748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105"/>
            <p:cNvSpPr/>
            <p:nvPr/>
          </p:nvSpPr>
          <p:spPr>
            <a:xfrm>
              <a:off x="4947481"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105"/>
            <p:cNvSpPr/>
            <p:nvPr/>
          </p:nvSpPr>
          <p:spPr>
            <a:xfrm>
              <a:off x="494748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105"/>
            <p:cNvSpPr/>
            <p:nvPr/>
          </p:nvSpPr>
          <p:spPr>
            <a:xfrm>
              <a:off x="494748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105"/>
            <p:cNvSpPr/>
            <p:nvPr/>
          </p:nvSpPr>
          <p:spPr>
            <a:xfrm>
              <a:off x="4947481"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105"/>
            <p:cNvSpPr/>
            <p:nvPr/>
          </p:nvSpPr>
          <p:spPr>
            <a:xfrm>
              <a:off x="4947481"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105"/>
            <p:cNvSpPr/>
            <p:nvPr/>
          </p:nvSpPr>
          <p:spPr>
            <a:xfrm>
              <a:off x="494748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105"/>
            <p:cNvSpPr/>
            <p:nvPr/>
          </p:nvSpPr>
          <p:spPr>
            <a:xfrm>
              <a:off x="4899963" y="2312992"/>
              <a:ext cx="38913" cy="33316"/>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105"/>
            <p:cNvSpPr/>
            <p:nvPr/>
          </p:nvSpPr>
          <p:spPr>
            <a:xfrm>
              <a:off x="4899963" y="2265583"/>
              <a:ext cx="38913" cy="33238"/>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105"/>
            <p:cNvSpPr/>
            <p:nvPr/>
          </p:nvSpPr>
          <p:spPr>
            <a:xfrm>
              <a:off x="4899963" y="2218065"/>
              <a:ext cx="38913" cy="33269"/>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105"/>
            <p:cNvSpPr/>
            <p:nvPr/>
          </p:nvSpPr>
          <p:spPr>
            <a:xfrm>
              <a:off x="4899963"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105"/>
            <p:cNvSpPr/>
            <p:nvPr/>
          </p:nvSpPr>
          <p:spPr>
            <a:xfrm>
              <a:off x="489996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105"/>
            <p:cNvSpPr/>
            <p:nvPr/>
          </p:nvSpPr>
          <p:spPr>
            <a:xfrm>
              <a:off x="4899963" y="2075478"/>
              <a:ext cx="38913" cy="33269"/>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105"/>
            <p:cNvSpPr/>
            <p:nvPr/>
          </p:nvSpPr>
          <p:spPr>
            <a:xfrm>
              <a:off x="4899963" y="202796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105"/>
            <p:cNvSpPr/>
            <p:nvPr/>
          </p:nvSpPr>
          <p:spPr>
            <a:xfrm>
              <a:off x="4899963"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105"/>
            <p:cNvSpPr/>
            <p:nvPr/>
          </p:nvSpPr>
          <p:spPr>
            <a:xfrm>
              <a:off x="4899963"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105"/>
            <p:cNvSpPr/>
            <p:nvPr/>
          </p:nvSpPr>
          <p:spPr>
            <a:xfrm>
              <a:off x="4899963"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105"/>
            <p:cNvSpPr/>
            <p:nvPr/>
          </p:nvSpPr>
          <p:spPr>
            <a:xfrm>
              <a:off x="4899963" y="183798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105"/>
            <p:cNvSpPr/>
            <p:nvPr/>
          </p:nvSpPr>
          <p:spPr>
            <a:xfrm>
              <a:off x="4899963" y="1790446"/>
              <a:ext cx="38913" cy="33269"/>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105"/>
            <p:cNvSpPr/>
            <p:nvPr/>
          </p:nvSpPr>
          <p:spPr>
            <a:xfrm>
              <a:off x="4899963"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105"/>
            <p:cNvSpPr/>
            <p:nvPr/>
          </p:nvSpPr>
          <p:spPr>
            <a:xfrm>
              <a:off x="4899963"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105"/>
            <p:cNvSpPr/>
            <p:nvPr/>
          </p:nvSpPr>
          <p:spPr>
            <a:xfrm>
              <a:off x="4899963"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105"/>
            <p:cNvSpPr/>
            <p:nvPr/>
          </p:nvSpPr>
          <p:spPr>
            <a:xfrm>
              <a:off x="4852429"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105"/>
            <p:cNvSpPr/>
            <p:nvPr/>
          </p:nvSpPr>
          <p:spPr>
            <a:xfrm>
              <a:off x="4852429"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105"/>
            <p:cNvSpPr/>
            <p:nvPr/>
          </p:nvSpPr>
          <p:spPr>
            <a:xfrm>
              <a:off x="4852429"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105"/>
            <p:cNvSpPr/>
            <p:nvPr/>
          </p:nvSpPr>
          <p:spPr>
            <a:xfrm>
              <a:off x="4852429"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105"/>
            <p:cNvSpPr/>
            <p:nvPr/>
          </p:nvSpPr>
          <p:spPr>
            <a:xfrm>
              <a:off x="4852429"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105"/>
            <p:cNvSpPr/>
            <p:nvPr/>
          </p:nvSpPr>
          <p:spPr>
            <a:xfrm>
              <a:off x="4852429"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105"/>
            <p:cNvSpPr/>
            <p:nvPr/>
          </p:nvSpPr>
          <p:spPr>
            <a:xfrm>
              <a:off x="4852429"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105"/>
            <p:cNvSpPr/>
            <p:nvPr/>
          </p:nvSpPr>
          <p:spPr>
            <a:xfrm>
              <a:off x="4852429"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105"/>
            <p:cNvSpPr/>
            <p:nvPr/>
          </p:nvSpPr>
          <p:spPr>
            <a:xfrm>
              <a:off x="4852429"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105"/>
            <p:cNvSpPr/>
            <p:nvPr/>
          </p:nvSpPr>
          <p:spPr>
            <a:xfrm>
              <a:off x="4852429"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105"/>
            <p:cNvSpPr/>
            <p:nvPr/>
          </p:nvSpPr>
          <p:spPr>
            <a:xfrm>
              <a:off x="4852429"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105"/>
            <p:cNvSpPr/>
            <p:nvPr/>
          </p:nvSpPr>
          <p:spPr>
            <a:xfrm>
              <a:off x="4852429" y="1695519"/>
              <a:ext cx="38928" cy="33207"/>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105"/>
            <p:cNvSpPr/>
            <p:nvPr/>
          </p:nvSpPr>
          <p:spPr>
            <a:xfrm>
              <a:off x="4852429"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105"/>
            <p:cNvSpPr/>
            <p:nvPr/>
          </p:nvSpPr>
          <p:spPr>
            <a:xfrm>
              <a:off x="4852429"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105"/>
            <p:cNvSpPr/>
            <p:nvPr/>
          </p:nvSpPr>
          <p:spPr>
            <a:xfrm>
              <a:off x="4852429"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105"/>
            <p:cNvSpPr/>
            <p:nvPr/>
          </p:nvSpPr>
          <p:spPr>
            <a:xfrm>
              <a:off x="4805035"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105"/>
            <p:cNvSpPr/>
            <p:nvPr/>
          </p:nvSpPr>
          <p:spPr>
            <a:xfrm>
              <a:off x="4805035" y="1980426"/>
              <a:ext cx="38788" cy="33331"/>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105"/>
            <p:cNvSpPr/>
            <p:nvPr/>
          </p:nvSpPr>
          <p:spPr>
            <a:xfrm>
              <a:off x="4805035"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105"/>
            <p:cNvSpPr/>
            <p:nvPr/>
          </p:nvSpPr>
          <p:spPr>
            <a:xfrm>
              <a:off x="4805035"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105"/>
            <p:cNvSpPr/>
            <p:nvPr/>
          </p:nvSpPr>
          <p:spPr>
            <a:xfrm>
              <a:off x="480503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105"/>
            <p:cNvSpPr/>
            <p:nvPr/>
          </p:nvSpPr>
          <p:spPr>
            <a:xfrm>
              <a:off x="4805035"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105"/>
            <p:cNvSpPr/>
            <p:nvPr/>
          </p:nvSpPr>
          <p:spPr>
            <a:xfrm>
              <a:off x="4805035" y="174291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105"/>
            <p:cNvSpPr/>
            <p:nvPr/>
          </p:nvSpPr>
          <p:spPr>
            <a:xfrm>
              <a:off x="4805035"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105"/>
            <p:cNvSpPr/>
            <p:nvPr/>
          </p:nvSpPr>
          <p:spPr>
            <a:xfrm>
              <a:off x="4805035" y="155293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105"/>
            <p:cNvSpPr/>
            <p:nvPr/>
          </p:nvSpPr>
          <p:spPr>
            <a:xfrm>
              <a:off x="475750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105"/>
            <p:cNvSpPr/>
            <p:nvPr/>
          </p:nvSpPr>
          <p:spPr>
            <a:xfrm>
              <a:off x="4757502"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105"/>
            <p:cNvSpPr/>
            <p:nvPr/>
          </p:nvSpPr>
          <p:spPr>
            <a:xfrm>
              <a:off x="4757502"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105"/>
            <p:cNvSpPr/>
            <p:nvPr/>
          </p:nvSpPr>
          <p:spPr>
            <a:xfrm>
              <a:off x="475750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105"/>
            <p:cNvSpPr/>
            <p:nvPr/>
          </p:nvSpPr>
          <p:spPr>
            <a:xfrm>
              <a:off x="475750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105"/>
            <p:cNvSpPr/>
            <p:nvPr/>
          </p:nvSpPr>
          <p:spPr>
            <a:xfrm>
              <a:off x="4757502"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105"/>
            <p:cNvSpPr/>
            <p:nvPr/>
          </p:nvSpPr>
          <p:spPr>
            <a:xfrm>
              <a:off x="4757502"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105"/>
            <p:cNvSpPr/>
            <p:nvPr/>
          </p:nvSpPr>
          <p:spPr>
            <a:xfrm>
              <a:off x="4709983"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105"/>
            <p:cNvSpPr/>
            <p:nvPr/>
          </p:nvSpPr>
          <p:spPr>
            <a:xfrm>
              <a:off x="4709983"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105"/>
            <p:cNvSpPr/>
            <p:nvPr/>
          </p:nvSpPr>
          <p:spPr>
            <a:xfrm>
              <a:off x="4709983"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105"/>
            <p:cNvSpPr/>
            <p:nvPr/>
          </p:nvSpPr>
          <p:spPr>
            <a:xfrm>
              <a:off x="4709983"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105"/>
            <p:cNvSpPr/>
            <p:nvPr/>
          </p:nvSpPr>
          <p:spPr>
            <a:xfrm>
              <a:off x="470998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105"/>
            <p:cNvSpPr/>
            <p:nvPr/>
          </p:nvSpPr>
          <p:spPr>
            <a:xfrm>
              <a:off x="470998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105"/>
            <p:cNvSpPr/>
            <p:nvPr/>
          </p:nvSpPr>
          <p:spPr>
            <a:xfrm>
              <a:off x="4662449"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105"/>
            <p:cNvSpPr/>
            <p:nvPr/>
          </p:nvSpPr>
          <p:spPr>
            <a:xfrm>
              <a:off x="4662449"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105"/>
            <p:cNvSpPr/>
            <p:nvPr/>
          </p:nvSpPr>
          <p:spPr>
            <a:xfrm>
              <a:off x="4662449"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105"/>
            <p:cNvSpPr/>
            <p:nvPr/>
          </p:nvSpPr>
          <p:spPr>
            <a:xfrm>
              <a:off x="466244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105"/>
            <p:cNvSpPr/>
            <p:nvPr/>
          </p:nvSpPr>
          <p:spPr>
            <a:xfrm>
              <a:off x="4614931" y="1837980"/>
              <a:ext cx="38788" cy="33253"/>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105"/>
            <p:cNvSpPr/>
            <p:nvPr/>
          </p:nvSpPr>
          <p:spPr>
            <a:xfrm>
              <a:off x="4614931" y="1790446"/>
              <a:ext cx="38788" cy="33269"/>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105"/>
            <p:cNvSpPr/>
            <p:nvPr/>
          </p:nvSpPr>
          <p:spPr>
            <a:xfrm>
              <a:off x="4614931"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105"/>
            <p:cNvSpPr/>
            <p:nvPr/>
          </p:nvSpPr>
          <p:spPr>
            <a:xfrm>
              <a:off x="4614931" y="1695519"/>
              <a:ext cx="38788" cy="33207"/>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105"/>
            <p:cNvSpPr/>
            <p:nvPr/>
          </p:nvSpPr>
          <p:spPr>
            <a:xfrm>
              <a:off x="4567397"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105"/>
            <p:cNvSpPr/>
            <p:nvPr/>
          </p:nvSpPr>
          <p:spPr>
            <a:xfrm>
              <a:off x="4567397"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105"/>
            <p:cNvSpPr/>
            <p:nvPr/>
          </p:nvSpPr>
          <p:spPr>
            <a:xfrm>
              <a:off x="4567397" y="1742913"/>
              <a:ext cx="38804" cy="33331"/>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105"/>
            <p:cNvSpPr/>
            <p:nvPr/>
          </p:nvSpPr>
          <p:spPr>
            <a:xfrm>
              <a:off x="4567397"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105"/>
            <p:cNvSpPr/>
            <p:nvPr/>
          </p:nvSpPr>
          <p:spPr>
            <a:xfrm>
              <a:off x="4519879"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105"/>
            <p:cNvSpPr/>
            <p:nvPr/>
          </p:nvSpPr>
          <p:spPr>
            <a:xfrm>
              <a:off x="4519879"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105"/>
            <p:cNvSpPr/>
            <p:nvPr/>
          </p:nvSpPr>
          <p:spPr>
            <a:xfrm>
              <a:off x="4519879"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105"/>
            <p:cNvSpPr/>
            <p:nvPr/>
          </p:nvSpPr>
          <p:spPr>
            <a:xfrm>
              <a:off x="4519879" y="1695519"/>
              <a:ext cx="38913" cy="33207"/>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105"/>
            <p:cNvSpPr/>
            <p:nvPr/>
          </p:nvSpPr>
          <p:spPr>
            <a:xfrm>
              <a:off x="4472345" y="1837980"/>
              <a:ext cx="38928" cy="33253"/>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105"/>
            <p:cNvSpPr/>
            <p:nvPr/>
          </p:nvSpPr>
          <p:spPr>
            <a:xfrm>
              <a:off x="4472345" y="1790446"/>
              <a:ext cx="38928" cy="33269"/>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105"/>
            <p:cNvSpPr/>
            <p:nvPr/>
          </p:nvSpPr>
          <p:spPr>
            <a:xfrm>
              <a:off x="4472345" y="1742913"/>
              <a:ext cx="38928" cy="33331"/>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105"/>
            <p:cNvSpPr/>
            <p:nvPr/>
          </p:nvSpPr>
          <p:spPr>
            <a:xfrm>
              <a:off x="4472345" y="1695519"/>
              <a:ext cx="38928" cy="33207"/>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105"/>
            <p:cNvSpPr/>
            <p:nvPr/>
          </p:nvSpPr>
          <p:spPr>
            <a:xfrm>
              <a:off x="4424951" y="1885499"/>
              <a:ext cx="38881" cy="33222"/>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105"/>
            <p:cNvSpPr/>
            <p:nvPr/>
          </p:nvSpPr>
          <p:spPr>
            <a:xfrm>
              <a:off x="4424951" y="1837965"/>
              <a:ext cx="38881" cy="33238"/>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105"/>
            <p:cNvSpPr/>
            <p:nvPr/>
          </p:nvSpPr>
          <p:spPr>
            <a:xfrm>
              <a:off x="4424951" y="1790446"/>
              <a:ext cx="38913" cy="33269"/>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105"/>
            <p:cNvSpPr/>
            <p:nvPr/>
          </p:nvSpPr>
          <p:spPr>
            <a:xfrm>
              <a:off x="4424951"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105"/>
            <p:cNvSpPr/>
            <p:nvPr/>
          </p:nvSpPr>
          <p:spPr>
            <a:xfrm>
              <a:off x="4424951" y="1695519"/>
              <a:ext cx="38881" cy="33222"/>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105"/>
            <p:cNvSpPr/>
            <p:nvPr/>
          </p:nvSpPr>
          <p:spPr>
            <a:xfrm>
              <a:off x="4377417" y="1932892"/>
              <a:ext cx="38804" cy="33331"/>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105"/>
            <p:cNvSpPr/>
            <p:nvPr/>
          </p:nvSpPr>
          <p:spPr>
            <a:xfrm>
              <a:off x="4377417" y="1885499"/>
              <a:ext cx="38804" cy="33222"/>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105"/>
            <p:cNvSpPr/>
            <p:nvPr/>
          </p:nvSpPr>
          <p:spPr>
            <a:xfrm>
              <a:off x="4377417" y="1837980"/>
              <a:ext cx="38804" cy="33253"/>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105"/>
            <p:cNvSpPr/>
            <p:nvPr/>
          </p:nvSpPr>
          <p:spPr>
            <a:xfrm>
              <a:off x="4377417" y="1790446"/>
              <a:ext cx="38804" cy="33269"/>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105"/>
            <p:cNvSpPr/>
            <p:nvPr/>
          </p:nvSpPr>
          <p:spPr>
            <a:xfrm>
              <a:off x="4377417" y="1742913"/>
              <a:ext cx="38804" cy="33331"/>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105"/>
            <p:cNvSpPr/>
            <p:nvPr/>
          </p:nvSpPr>
          <p:spPr>
            <a:xfrm>
              <a:off x="4377417" y="1695519"/>
              <a:ext cx="38757" cy="33207"/>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105"/>
            <p:cNvSpPr/>
            <p:nvPr/>
          </p:nvSpPr>
          <p:spPr>
            <a:xfrm>
              <a:off x="4329899"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105"/>
            <p:cNvSpPr/>
            <p:nvPr/>
          </p:nvSpPr>
          <p:spPr>
            <a:xfrm>
              <a:off x="4329899"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105"/>
            <p:cNvSpPr/>
            <p:nvPr/>
          </p:nvSpPr>
          <p:spPr>
            <a:xfrm>
              <a:off x="4329899"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105"/>
            <p:cNvSpPr/>
            <p:nvPr/>
          </p:nvSpPr>
          <p:spPr>
            <a:xfrm>
              <a:off x="4329899"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105"/>
            <p:cNvSpPr/>
            <p:nvPr/>
          </p:nvSpPr>
          <p:spPr>
            <a:xfrm>
              <a:off x="6942596" y="236051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105"/>
            <p:cNvSpPr/>
            <p:nvPr/>
          </p:nvSpPr>
          <p:spPr>
            <a:xfrm>
              <a:off x="6942596" y="2408044"/>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105"/>
            <p:cNvSpPr/>
            <p:nvPr/>
          </p:nvSpPr>
          <p:spPr>
            <a:xfrm>
              <a:off x="6990130"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105"/>
            <p:cNvSpPr/>
            <p:nvPr/>
          </p:nvSpPr>
          <p:spPr>
            <a:xfrm>
              <a:off x="699013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105"/>
            <p:cNvSpPr/>
            <p:nvPr/>
          </p:nvSpPr>
          <p:spPr>
            <a:xfrm>
              <a:off x="7037648"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105"/>
            <p:cNvSpPr/>
            <p:nvPr/>
          </p:nvSpPr>
          <p:spPr>
            <a:xfrm>
              <a:off x="699013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105"/>
            <p:cNvSpPr/>
            <p:nvPr/>
          </p:nvSpPr>
          <p:spPr>
            <a:xfrm>
              <a:off x="7370089" y="1648001"/>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105"/>
            <p:cNvSpPr/>
            <p:nvPr/>
          </p:nvSpPr>
          <p:spPr>
            <a:xfrm>
              <a:off x="7370089" y="1695519"/>
              <a:ext cx="38913" cy="33207"/>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105"/>
            <p:cNvSpPr/>
            <p:nvPr/>
          </p:nvSpPr>
          <p:spPr>
            <a:xfrm>
              <a:off x="7370089" y="174291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105"/>
            <p:cNvSpPr/>
            <p:nvPr/>
          </p:nvSpPr>
          <p:spPr>
            <a:xfrm>
              <a:off x="7370089" y="1790446"/>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105"/>
            <p:cNvSpPr/>
            <p:nvPr/>
          </p:nvSpPr>
          <p:spPr>
            <a:xfrm>
              <a:off x="7370089" y="183798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105"/>
            <p:cNvSpPr/>
            <p:nvPr/>
          </p:nvSpPr>
          <p:spPr>
            <a:xfrm>
              <a:off x="7370089" y="1885499"/>
              <a:ext cx="38913" cy="33269"/>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105"/>
            <p:cNvSpPr/>
            <p:nvPr/>
          </p:nvSpPr>
          <p:spPr>
            <a:xfrm>
              <a:off x="7370089" y="1932892"/>
              <a:ext cx="38913" cy="33331"/>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105"/>
            <p:cNvSpPr/>
            <p:nvPr/>
          </p:nvSpPr>
          <p:spPr>
            <a:xfrm>
              <a:off x="7370089" y="1980426"/>
              <a:ext cx="38913" cy="33331"/>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105"/>
            <p:cNvSpPr/>
            <p:nvPr/>
          </p:nvSpPr>
          <p:spPr>
            <a:xfrm>
              <a:off x="7370089" y="202796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105"/>
            <p:cNvSpPr/>
            <p:nvPr/>
          </p:nvSpPr>
          <p:spPr>
            <a:xfrm>
              <a:off x="7370089" y="2075478"/>
              <a:ext cx="38913" cy="33269"/>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105"/>
            <p:cNvSpPr/>
            <p:nvPr/>
          </p:nvSpPr>
          <p:spPr>
            <a:xfrm>
              <a:off x="7370089" y="2123012"/>
              <a:ext cx="39006" cy="33316"/>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105"/>
            <p:cNvSpPr/>
            <p:nvPr/>
          </p:nvSpPr>
          <p:spPr>
            <a:xfrm>
              <a:off x="7370089" y="2170531"/>
              <a:ext cx="38913" cy="33331"/>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105"/>
            <p:cNvSpPr/>
            <p:nvPr/>
          </p:nvSpPr>
          <p:spPr>
            <a:xfrm>
              <a:off x="7370089" y="2218065"/>
              <a:ext cx="38913" cy="33269"/>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105"/>
            <p:cNvSpPr/>
            <p:nvPr/>
          </p:nvSpPr>
          <p:spPr>
            <a:xfrm>
              <a:off x="7370089" y="2265583"/>
              <a:ext cx="38913" cy="33238"/>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105"/>
            <p:cNvSpPr/>
            <p:nvPr/>
          </p:nvSpPr>
          <p:spPr>
            <a:xfrm>
              <a:off x="7132576"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105"/>
            <p:cNvSpPr/>
            <p:nvPr/>
          </p:nvSpPr>
          <p:spPr>
            <a:xfrm>
              <a:off x="7132576"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105"/>
            <p:cNvSpPr/>
            <p:nvPr/>
          </p:nvSpPr>
          <p:spPr>
            <a:xfrm>
              <a:off x="7132576" y="174291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105"/>
            <p:cNvSpPr/>
            <p:nvPr/>
          </p:nvSpPr>
          <p:spPr>
            <a:xfrm>
              <a:off x="7132576"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105"/>
            <p:cNvSpPr/>
            <p:nvPr/>
          </p:nvSpPr>
          <p:spPr>
            <a:xfrm>
              <a:off x="7132576"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105"/>
            <p:cNvSpPr/>
            <p:nvPr/>
          </p:nvSpPr>
          <p:spPr>
            <a:xfrm>
              <a:off x="7132576" y="1885499"/>
              <a:ext cx="38928" cy="33269"/>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105"/>
            <p:cNvSpPr/>
            <p:nvPr/>
          </p:nvSpPr>
          <p:spPr>
            <a:xfrm>
              <a:off x="7132576" y="1932892"/>
              <a:ext cx="38928" cy="33331"/>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105"/>
            <p:cNvSpPr/>
            <p:nvPr/>
          </p:nvSpPr>
          <p:spPr>
            <a:xfrm>
              <a:off x="7132576" y="1980426"/>
              <a:ext cx="38928" cy="33331"/>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105"/>
            <p:cNvSpPr/>
            <p:nvPr/>
          </p:nvSpPr>
          <p:spPr>
            <a:xfrm>
              <a:off x="7132576" y="202796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105"/>
            <p:cNvSpPr/>
            <p:nvPr/>
          </p:nvSpPr>
          <p:spPr>
            <a:xfrm>
              <a:off x="7132576" y="2075478"/>
              <a:ext cx="38928" cy="33269"/>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105"/>
            <p:cNvSpPr/>
            <p:nvPr/>
          </p:nvSpPr>
          <p:spPr>
            <a:xfrm>
              <a:off x="7132576" y="2123012"/>
              <a:ext cx="39022" cy="33316"/>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105"/>
            <p:cNvSpPr/>
            <p:nvPr/>
          </p:nvSpPr>
          <p:spPr>
            <a:xfrm>
              <a:off x="7132576" y="2170531"/>
              <a:ext cx="38928" cy="33331"/>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105"/>
            <p:cNvSpPr/>
            <p:nvPr/>
          </p:nvSpPr>
          <p:spPr>
            <a:xfrm>
              <a:off x="6895062" y="2123012"/>
              <a:ext cx="39022" cy="33316"/>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105"/>
            <p:cNvSpPr/>
            <p:nvPr/>
          </p:nvSpPr>
          <p:spPr>
            <a:xfrm>
              <a:off x="6895062" y="2265583"/>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105"/>
            <p:cNvSpPr/>
            <p:nvPr/>
          </p:nvSpPr>
          <p:spPr>
            <a:xfrm>
              <a:off x="6895062" y="2218065"/>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105"/>
            <p:cNvSpPr/>
            <p:nvPr/>
          </p:nvSpPr>
          <p:spPr>
            <a:xfrm>
              <a:off x="6895062" y="2170531"/>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105"/>
            <p:cNvSpPr/>
            <p:nvPr/>
          </p:nvSpPr>
          <p:spPr>
            <a:xfrm>
              <a:off x="6942596" y="2123012"/>
              <a:ext cx="39022" cy="33316"/>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105"/>
            <p:cNvSpPr/>
            <p:nvPr/>
          </p:nvSpPr>
          <p:spPr>
            <a:xfrm>
              <a:off x="6942596" y="2170531"/>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105"/>
            <p:cNvSpPr/>
            <p:nvPr/>
          </p:nvSpPr>
          <p:spPr>
            <a:xfrm>
              <a:off x="699013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105"/>
            <p:cNvSpPr/>
            <p:nvPr/>
          </p:nvSpPr>
          <p:spPr>
            <a:xfrm>
              <a:off x="699013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105"/>
            <p:cNvSpPr/>
            <p:nvPr/>
          </p:nvSpPr>
          <p:spPr>
            <a:xfrm>
              <a:off x="699013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105"/>
            <p:cNvSpPr/>
            <p:nvPr/>
          </p:nvSpPr>
          <p:spPr>
            <a:xfrm>
              <a:off x="699013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105"/>
            <p:cNvSpPr/>
            <p:nvPr/>
          </p:nvSpPr>
          <p:spPr>
            <a:xfrm>
              <a:off x="6990130" y="1885499"/>
              <a:ext cx="38788" cy="33269"/>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105"/>
            <p:cNvSpPr/>
            <p:nvPr/>
          </p:nvSpPr>
          <p:spPr>
            <a:xfrm>
              <a:off x="6990130"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105"/>
            <p:cNvSpPr/>
            <p:nvPr/>
          </p:nvSpPr>
          <p:spPr>
            <a:xfrm>
              <a:off x="699013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105"/>
            <p:cNvSpPr/>
            <p:nvPr/>
          </p:nvSpPr>
          <p:spPr>
            <a:xfrm>
              <a:off x="699013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105"/>
            <p:cNvSpPr/>
            <p:nvPr/>
          </p:nvSpPr>
          <p:spPr>
            <a:xfrm>
              <a:off x="699013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105"/>
            <p:cNvSpPr/>
            <p:nvPr/>
          </p:nvSpPr>
          <p:spPr>
            <a:xfrm>
              <a:off x="699013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105"/>
            <p:cNvSpPr/>
            <p:nvPr/>
          </p:nvSpPr>
          <p:spPr>
            <a:xfrm>
              <a:off x="699013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105"/>
            <p:cNvSpPr/>
            <p:nvPr/>
          </p:nvSpPr>
          <p:spPr>
            <a:xfrm>
              <a:off x="6990130"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105"/>
            <p:cNvSpPr/>
            <p:nvPr/>
          </p:nvSpPr>
          <p:spPr>
            <a:xfrm>
              <a:off x="703764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105"/>
            <p:cNvSpPr/>
            <p:nvPr/>
          </p:nvSpPr>
          <p:spPr>
            <a:xfrm>
              <a:off x="703764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105"/>
            <p:cNvSpPr/>
            <p:nvPr/>
          </p:nvSpPr>
          <p:spPr>
            <a:xfrm>
              <a:off x="703764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105"/>
            <p:cNvSpPr/>
            <p:nvPr/>
          </p:nvSpPr>
          <p:spPr>
            <a:xfrm>
              <a:off x="703764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105"/>
            <p:cNvSpPr/>
            <p:nvPr/>
          </p:nvSpPr>
          <p:spPr>
            <a:xfrm>
              <a:off x="7037648"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105"/>
            <p:cNvSpPr/>
            <p:nvPr/>
          </p:nvSpPr>
          <p:spPr>
            <a:xfrm>
              <a:off x="703764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105"/>
            <p:cNvSpPr/>
            <p:nvPr/>
          </p:nvSpPr>
          <p:spPr>
            <a:xfrm>
              <a:off x="703764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105"/>
            <p:cNvSpPr/>
            <p:nvPr/>
          </p:nvSpPr>
          <p:spPr>
            <a:xfrm>
              <a:off x="703764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105"/>
            <p:cNvSpPr/>
            <p:nvPr/>
          </p:nvSpPr>
          <p:spPr>
            <a:xfrm>
              <a:off x="703764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105"/>
            <p:cNvSpPr/>
            <p:nvPr/>
          </p:nvSpPr>
          <p:spPr>
            <a:xfrm>
              <a:off x="7037648" y="2123012"/>
              <a:ext cx="38881" cy="33316"/>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105"/>
            <p:cNvSpPr/>
            <p:nvPr/>
          </p:nvSpPr>
          <p:spPr>
            <a:xfrm>
              <a:off x="703764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105"/>
            <p:cNvSpPr/>
            <p:nvPr/>
          </p:nvSpPr>
          <p:spPr>
            <a:xfrm>
              <a:off x="703764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105"/>
            <p:cNvSpPr/>
            <p:nvPr/>
          </p:nvSpPr>
          <p:spPr>
            <a:xfrm>
              <a:off x="7085182"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105"/>
            <p:cNvSpPr/>
            <p:nvPr/>
          </p:nvSpPr>
          <p:spPr>
            <a:xfrm>
              <a:off x="7085182"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105"/>
            <p:cNvSpPr/>
            <p:nvPr/>
          </p:nvSpPr>
          <p:spPr>
            <a:xfrm>
              <a:off x="7085182" y="1790446"/>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105"/>
            <p:cNvSpPr/>
            <p:nvPr/>
          </p:nvSpPr>
          <p:spPr>
            <a:xfrm>
              <a:off x="7085182"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105"/>
            <p:cNvSpPr/>
            <p:nvPr/>
          </p:nvSpPr>
          <p:spPr>
            <a:xfrm>
              <a:off x="7085182"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105"/>
            <p:cNvSpPr/>
            <p:nvPr/>
          </p:nvSpPr>
          <p:spPr>
            <a:xfrm>
              <a:off x="7085182"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105"/>
            <p:cNvSpPr/>
            <p:nvPr/>
          </p:nvSpPr>
          <p:spPr>
            <a:xfrm>
              <a:off x="7085182"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105"/>
            <p:cNvSpPr/>
            <p:nvPr/>
          </p:nvSpPr>
          <p:spPr>
            <a:xfrm>
              <a:off x="7085182" y="202796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105"/>
            <p:cNvSpPr/>
            <p:nvPr/>
          </p:nvSpPr>
          <p:spPr>
            <a:xfrm>
              <a:off x="7085182" y="2075478"/>
              <a:ext cx="38788" cy="33269"/>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105"/>
            <p:cNvSpPr/>
            <p:nvPr/>
          </p:nvSpPr>
          <p:spPr>
            <a:xfrm>
              <a:off x="708518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105"/>
            <p:cNvSpPr/>
            <p:nvPr/>
          </p:nvSpPr>
          <p:spPr>
            <a:xfrm>
              <a:off x="7085182" y="2170531"/>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105"/>
            <p:cNvSpPr/>
            <p:nvPr/>
          </p:nvSpPr>
          <p:spPr>
            <a:xfrm>
              <a:off x="7085182" y="2218065"/>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105"/>
            <p:cNvSpPr/>
            <p:nvPr/>
          </p:nvSpPr>
          <p:spPr>
            <a:xfrm>
              <a:off x="7132576" y="2218065"/>
              <a:ext cx="38928" cy="33269"/>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105"/>
            <p:cNvSpPr/>
            <p:nvPr/>
          </p:nvSpPr>
          <p:spPr>
            <a:xfrm>
              <a:off x="7132576" y="2265583"/>
              <a:ext cx="38928" cy="33238"/>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105"/>
            <p:cNvSpPr/>
            <p:nvPr/>
          </p:nvSpPr>
          <p:spPr>
            <a:xfrm>
              <a:off x="7180110"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105"/>
            <p:cNvSpPr/>
            <p:nvPr/>
          </p:nvSpPr>
          <p:spPr>
            <a:xfrm>
              <a:off x="7180110"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105"/>
            <p:cNvSpPr/>
            <p:nvPr/>
          </p:nvSpPr>
          <p:spPr>
            <a:xfrm>
              <a:off x="7180110"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105"/>
            <p:cNvSpPr/>
            <p:nvPr/>
          </p:nvSpPr>
          <p:spPr>
            <a:xfrm>
              <a:off x="7180110"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105"/>
            <p:cNvSpPr/>
            <p:nvPr/>
          </p:nvSpPr>
          <p:spPr>
            <a:xfrm>
              <a:off x="7180110"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105"/>
            <p:cNvSpPr/>
            <p:nvPr/>
          </p:nvSpPr>
          <p:spPr>
            <a:xfrm>
              <a:off x="7180110"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105"/>
            <p:cNvSpPr/>
            <p:nvPr/>
          </p:nvSpPr>
          <p:spPr>
            <a:xfrm>
              <a:off x="7180110"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105"/>
            <p:cNvSpPr/>
            <p:nvPr/>
          </p:nvSpPr>
          <p:spPr>
            <a:xfrm>
              <a:off x="7180110"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105"/>
            <p:cNvSpPr/>
            <p:nvPr/>
          </p:nvSpPr>
          <p:spPr>
            <a:xfrm>
              <a:off x="7180110" y="202796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105"/>
            <p:cNvSpPr/>
            <p:nvPr/>
          </p:nvSpPr>
          <p:spPr>
            <a:xfrm>
              <a:off x="7180110" y="2075478"/>
              <a:ext cx="38913" cy="33269"/>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105"/>
            <p:cNvSpPr/>
            <p:nvPr/>
          </p:nvSpPr>
          <p:spPr>
            <a:xfrm>
              <a:off x="7180110" y="2123012"/>
              <a:ext cx="39006" cy="33316"/>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105"/>
            <p:cNvSpPr/>
            <p:nvPr/>
          </p:nvSpPr>
          <p:spPr>
            <a:xfrm>
              <a:off x="7180110"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105"/>
            <p:cNvSpPr/>
            <p:nvPr/>
          </p:nvSpPr>
          <p:spPr>
            <a:xfrm>
              <a:off x="7180110" y="2218065"/>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105"/>
            <p:cNvSpPr/>
            <p:nvPr/>
          </p:nvSpPr>
          <p:spPr>
            <a:xfrm>
              <a:off x="7180110" y="2265583"/>
              <a:ext cx="38913" cy="33238"/>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105"/>
            <p:cNvSpPr/>
            <p:nvPr/>
          </p:nvSpPr>
          <p:spPr>
            <a:xfrm>
              <a:off x="722762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105"/>
            <p:cNvSpPr/>
            <p:nvPr/>
          </p:nvSpPr>
          <p:spPr>
            <a:xfrm>
              <a:off x="722762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105"/>
            <p:cNvSpPr/>
            <p:nvPr/>
          </p:nvSpPr>
          <p:spPr>
            <a:xfrm>
              <a:off x="722762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105"/>
            <p:cNvSpPr/>
            <p:nvPr/>
          </p:nvSpPr>
          <p:spPr>
            <a:xfrm>
              <a:off x="722762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105"/>
            <p:cNvSpPr/>
            <p:nvPr/>
          </p:nvSpPr>
          <p:spPr>
            <a:xfrm>
              <a:off x="722762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105"/>
            <p:cNvSpPr/>
            <p:nvPr/>
          </p:nvSpPr>
          <p:spPr>
            <a:xfrm>
              <a:off x="7227628"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105"/>
            <p:cNvSpPr/>
            <p:nvPr/>
          </p:nvSpPr>
          <p:spPr>
            <a:xfrm>
              <a:off x="722762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105"/>
            <p:cNvSpPr/>
            <p:nvPr/>
          </p:nvSpPr>
          <p:spPr>
            <a:xfrm>
              <a:off x="722762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105"/>
            <p:cNvSpPr/>
            <p:nvPr/>
          </p:nvSpPr>
          <p:spPr>
            <a:xfrm>
              <a:off x="722762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105"/>
            <p:cNvSpPr/>
            <p:nvPr/>
          </p:nvSpPr>
          <p:spPr>
            <a:xfrm>
              <a:off x="722762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105"/>
            <p:cNvSpPr/>
            <p:nvPr/>
          </p:nvSpPr>
          <p:spPr>
            <a:xfrm>
              <a:off x="7227628"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105"/>
            <p:cNvSpPr/>
            <p:nvPr/>
          </p:nvSpPr>
          <p:spPr>
            <a:xfrm>
              <a:off x="722762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105"/>
            <p:cNvSpPr/>
            <p:nvPr/>
          </p:nvSpPr>
          <p:spPr>
            <a:xfrm>
              <a:off x="722762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105"/>
            <p:cNvSpPr/>
            <p:nvPr/>
          </p:nvSpPr>
          <p:spPr>
            <a:xfrm>
              <a:off x="722762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105"/>
            <p:cNvSpPr/>
            <p:nvPr/>
          </p:nvSpPr>
          <p:spPr>
            <a:xfrm>
              <a:off x="7227628"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105"/>
            <p:cNvSpPr/>
            <p:nvPr/>
          </p:nvSpPr>
          <p:spPr>
            <a:xfrm>
              <a:off x="7275162"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105"/>
            <p:cNvSpPr/>
            <p:nvPr/>
          </p:nvSpPr>
          <p:spPr>
            <a:xfrm>
              <a:off x="7275162"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105"/>
            <p:cNvSpPr/>
            <p:nvPr/>
          </p:nvSpPr>
          <p:spPr>
            <a:xfrm>
              <a:off x="7275162"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105"/>
            <p:cNvSpPr/>
            <p:nvPr/>
          </p:nvSpPr>
          <p:spPr>
            <a:xfrm>
              <a:off x="7275162"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105"/>
            <p:cNvSpPr/>
            <p:nvPr/>
          </p:nvSpPr>
          <p:spPr>
            <a:xfrm>
              <a:off x="7275162"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105"/>
            <p:cNvSpPr/>
            <p:nvPr/>
          </p:nvSpPr>
          <p:spPr>
            <a:xfrm>
              <a:off x="7275162"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105"/>
            <p:cNvSpPr/>
            <p:nvPr/>
          </p:nvSpPr>
          <p:spPr>
            <a:xfrm>
              <a:off x="7275162"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105"/>
            <p:cNvSpPr/>
            <p:nvPr/>
          </p:nvSpPr>
          <p:spPr>
            <a:xfrm>
              <a:off x="7275162"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105"/>
            <p:cNvSpPr/>
            <p:nvPr/>
          </p:nvSpPr>
          <p:spPr>
            <a:xfrm>
              <a:off x="7275162"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105"/>
            <p:cNvSpPr/>
            <p:nvPr/>
          </p:nvSpPr>
          <p:spPr>
            <a:xfrm>
              <a:off x="727516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105"/>
            <p:cNvSpPr/>
            <p:nvPr/>
          </p:nvSpPr>
          <p:spPr>
            <a:xfrm>
              <a:off x="7275162"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105"/>
            <p:cNvSpPr/>
            <p:nvPr/>
          </p:nvSpPr>
          <p:spPr>
            <a:xfrm>
              <a:off x="7275162"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105"/>
            <p:cNvSpPr/>
            <p:nvPr/>
          </p:nvSpPr>
          <p:spPr>
            <a:xfrm>
              <a:off x="7275162" y="2265583"/>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105"/>
            <p:cNvSpPr/>
            <p:nvPr/>
          </p:nvSpPr>
          <p:spPr>
            <a:xfrm>
              <a:off x="7275162"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105"/>
            <p:cNvSpPr/>
            <p:nvPr/>
          </p:nvSpPr>
          <p:spPr>
            <a:xfrm>
              <a:off x="7322680"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105"/>
            <p:cNvSpPr/>
            <p:nvPr/>
          </p:nvSpPr>
          <p:spPr>
            <a:xfrm>
              <a:off x="7322680"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105"/>
            <p:cNvSpPr/>
            <p:nvPr/>
          </p:nvSpPr>
          <p:spPr>
            <a:xfrm>
              <a:off x="7322680"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105"/>
            <p:cNvSpPr/>
            <p:nvPr/>
          </p:nvSpPr>
          <p:spPr>
            <a:xfrm>
              <a:off x="7322680"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105"/>
            <p:cNvSpPr/>
            <p:nvPr/>
          </p:nvSpPr>
          <p:spPr>
            <a:xfrm>
              <a:off x="7322680"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105"/>
            <p:cNvSpPr/>
            <p:nvPr/>
          </p:nvSpPr>
          <p:spPr>
            <a:xfrm>
              <a:off x="7322680"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105"/>
            <p:cNvSpPr/>
            <p:nvPr/>
          </p:nvSpPr>
          <p:spPr>
            <a:xfrm>
              <a:off x="7322680"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105"/>
            <p:cNvSpPr/>
            <p:nvPr/>
          </p:nvSpPr>
          <p:spPr>
            <a:xfrm>
              <a:off x="7322680"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105"/>
            <p:cNvSpPr/>
            <p:nvPr/>
          </p:nvSpPr>
          <p:spPr>
            <a:xfrm>
              <a:off x="7322680"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105"/>
            <p:cNvSpPr/>
            <p:nvPr/>
          </p:nvSpPr>
          <p:spPr>
            <a:xfrm>
              <a:off x="7322680"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105"/>
            <p:cNvSpPr/>
            <p:nvPr/>
          </p:nvSpPr>
          <p:spPr>
            <a:xfrm>
              <a:off x="7322680"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105"/>
            <p:cNvSpPr/>
            <p:nvPr/>
          </p:nvSpPr>
          <p:spPr>
            <a:xfrm>
              <a:off x="7322680"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105"/>
            <p:cNvSpPr/>
            <p:nvPr/>
          </p:nvSpPr>
          <p:spPr>
            <a:xfrm>
              <a:off x="7322680"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105"/>
            <p:cNvSpPr/>
            <p:nvPr/>
          </p:nvSpPr>
          <p:spPr>
            <a:xfrm>
              <a:off x="7322680"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105"/>
            <p:cNvSpPr/>
            <p:nvPr/>
          </p:nvSpPr>
          <p:spPr>
            <a:xfrm>
              <a:off x="7370089" y="2312992"/>
              <a:ext cx="38913" cy="33316"/>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105"/>
            <p:cNvSpPr/>
            <p:nvPr/>
          </p:nvSpPr>
          <p:spPr>
            <a:xfrm>
              <a:off x="7370089" y="2360510"/>
              <a:ext cx="38913" cy="33331"/>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105"/>
            <p:cNvSpPr/>
            <p:nvPr/>
          </p:nvSpPr>
          <p:spPr>
            <a:xfrm>
              <a:off x="7417608"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105"/>
            <p:cNvSpPr/>
            <p:nvPr/>
          </p:nvSpPr>
          <p:spPr>
            <a:xfrm>
              <a:off x="7417608" y="1648001"/>
              <a:ext cx="38804" cy="33253"/>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105"/>
            <p:cNvSpPr/>
            <p:nvPr/>
          </p:nvSpPr>
          <p:spPr>
            <a:xfrm>
              <a:off x="7417608" y="1695519"/>
              <a:ext cx="38804" cy="33238"/>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105"/>
            <p:cNvSpPr/>
            <p:nvPr/>
          </p:nvSpPr>
          <p:spPr>
            <a:xfrm>
              <a:off x="7417608" y="1742913"/>
              <a:ext cx="38804" cy="33331"/>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105"/>
            <p:cNvSpPr/>
            <p:nvPr/>
          </p:nvSpPr>
          <p:spPr>
            <a:xfrm>
              <a:off x="7417608" y="179044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105"/>
            <p:cNvSpPr/>
            <p:nvPr/>
          </p:nvSpPr>
          <p:spPr>
            <a:xfrm>
              <a:off x="7417608" y="1837980"/>
              <a:ext cx="38804" cy="33253"/>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105"/>
            <p:cNvSpPr/>
            <p:nvPr/>
          </p:nvSpPr>
          <p:spPr>
            <a:xfrm>
              <a:off x="7417608" y="1885499"/>
              <a:ext cx="38804" cy="33238"/>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105"/>
            <p:cNvSpPr/>
            <p:nvPr/>
          </p:nvSpPr>
          <p:spPr>
            <a:xfrm>
              <a:off x="7417608" y="1932892"/>
              <a:ext cx="38804" cy="33331"/>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105"/>
            <p:cNvSpPr/>
            <p:nvPr/>
          </p:nvSpPr>
          <p:spPr>
            <a:xfrm>
              <a:off x="7417608" y="198042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105"/>
            <p:cNvSpPr/>
            <p:nvPr/>
          </p:nvSpPr>
          <p:spPr>
            <a:xfrm>
              <a:off x="7417608" y="2027960"/>
              <a:ext cx="38804" cy="33253"/>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105"/>
            <p:cNvSpPr/>
            <p:nvPr/>
          </p:nvSpPr>
          <p:spPr>
            <a:xfrm>
              <a:off x="7417608" y="2075478"/>
              <a:ext cx="38804" cy="33269"/>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105"/>
            <p:cNvSpPr/>
            <p:nvPr/>
          </p:nvSpPr>
          <p:spPr>
            <a:xfrm>
              <a:off x="7417608" y="2123012"/>
              <a:ext cx="38928" cy="33316"/>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105"/>
            <p:cNvSpPr/>
            <p:nvPr/>
          </p:nvSpPr>
          <p:spPr>
            <a:xfrm>
              <a:off x="7417608" y="2170531"/>
              <a:ext cx="38804" cy="33269"/>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105"/>
            <p:cNvSpPr/>
            <p:nvPr/>
          </p:nvSpPr>
          <p:spPr>
            <a:xfrm>
              <a:off x="7417608" y="2218065"/>
              <a:ext cx="38804" cy="33269"/>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105"/>
            <p:cNvSpPr/>
            <p:nvPr/>
          </p:nvSpPr>
          <p:spPr>
            <a:xfrm>
              <a:off x="7417608"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105"/>
            <p:cNvSpPr/>
            <p:nvPr/>
          </p:nvSpPr>
          <p:spPr>
            <a:xfrm>
              <a:off x="7417608" y="2312992"/>
              <a:ext cx="38804" cy="33316"/>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105"/>
            <p:cNvSpPr/>
            <p:nvPr/>
          </p:nvSpPr>
          <p:spPr>
            <a:xfrm>
              <a:off x="7417608" y="2408044"/>
              <a:ext cx="38804" cy="33269"/>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105"/>
            <p:cNvSpPr/>
            <p:nvPr/>
          </p:nvSpPr>
          <p:spPr>
            <a:xfrm>
              <a:off x="7417608" y="2360510"/>
              <a:ext cx="38928" cy="33331"/>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105"/>
            <p:cNvSpPr/>
            <p:nvPr/>
          </p:nvSpPr>
          <p:spPr>
            <a:xfrm>
              <a:off x="7465142" y="1552933"/>
              <a:ext cx="38788" cy="33269"/>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105"/>
            <p:cNvSpPr/>
            <p:nvPr/>
          </p:nvSpPr>
          <p:spPr>
            <a:xfrm>
              <a:off x="7465142" y="1600467"/>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105"/>
            <p:cNvSpPr/>
            <p:nvPr/>
          </p:nvSpPr>
          <p:spPr>
            <a:xfrm>
              <a:off x="7465142" y="1648001"/>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105"/>
            <p:cNvSpPr/>
            <p:nvPr/>
          </p:nvSpPr>
          <p:spPr>
            <a:xfrm>
              <a:off x="7465142" y="1695519"/>
              <a:ext cx="38788" cy="33238"/>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105"/>
            <p:cNvSpPr/>
            <p:nvPr/>
          </p:nvSpPr>
          <p:spPr>
            <a:xfrm>
              <a:off x="7465142" y="1742913"/>
              <a:ext cx="38788" cy="33331"/>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105"/>
            <p:cNvSpPr/>
            <p:nvPr/>
          </p:nvSpPr>
          <p:spPr>
            <a:xfrm>
              <a:off x="7465142" y="179044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105"/>
            <p:cNvSpPr/>
            <p:nvPr/>
          </p:nvSpPr>
          <p:spPr>
            <a:xfrm>
              <a:off x="7465142" y="1837980"/>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105"/>
            <p:cNvSpPr/>
            <p:nvPr/>
          </p:nvSpPr>
          <p:spPr>
            <a:xfrm>
              <a:off x="7465142" y="1885499"/>
              <a:ext cx="38788" cy="33238"/>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105"/>
            <p:cNvSpPr/>
            <p:nvPr/>
          </p:nvSpPr>
          <p:spPr>
            <a:xfrm>
              <a:off x="7465142" y="1932892"/>
              <a:ext cx="38788" cy="33331"/>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105"/>
            <p:cNvSpPr/>
            <p:nvPr/>
          </p:nvSpPr>
          <p:spPr>
            <a:xfrm>
              <a:off x="7465142" y="198042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105"/>
            <p:cNvSpPr/>
            <p:nvPr/>
          </p:nvSpPr>
          <p:spPr>
            <a:xfrm>
              <a:off x="7465142" y="2027960"/>
              <a:ext cx="38788" cy="33253"/>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105"/>
            <p:cNvSpPr/>
            <p:nvPr/>
          </p:nvSpPr>
          <p:spPr>
            <a:xfrm>
              <a:off x="7465142" y="2075478"/>
              <a:ext cx="38788" cy="33269"/>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105"/>
            <p:cNvSpPr/>
            <p:nvPr/>
          </p:nvSpPr>
          <p:spPr>
            <a:xfrm>
              <a:off x="7465142" y="2123012"/>
              <a:ext cx="38913" cy="33316"/>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105"/>
            <p:cNvSpPr/>
            <p:nvPr/>
          </p:nvSpPr>
          <p:spPr>
            <a:xfrm>
              <a:off x="7465142" y="2170531"/>
              <a:ext cx="38788" cy="33269"/>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105"/>
            <p:cNvSpPr/>
            <p:nvPr/>
          </p:nvSpPr>
          <p:spPr>
            <a:xfrm>
              <a:off x="7465142" y="2218065"/>
              <a:ext cx="38788" cy="33269"/>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105"/>
            <p:cNvSpPr/>
            <p:nvPr/>
          </p:nvSpPr>
          <p:spPr>
            <a:xfrm>
              <a:off x="7465142" y="2265583"/>
              <a:ext cx="38788" cy="33269"/>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105"/>
            <p:cNvSpPr/>
            <p:nvPr/>
          </p:nvSpPr>
          <p:spPr>
            <a:xfrm>
              <a:off x="7465142" y="2312992"/>
              <a:ext cx="38788" cy="33316"/>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105"/>
            <p:cNvSpPr/>
            <p:nvPr/>
          </p:nvSpPr>
          <p:spPr>
            <a:xfrm>
              <a:off x="7465142"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105"/>
            <p:cNvSpPr/>
            <p:nvPr/>
          </p:nvSpPr>
          <p:spPr>
            <a:xfrm>
              <a:off x="7512660"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105"/>
            <p:cNvSpPr/>
            <p:nvPr/>
          </p:nvSpPr>
          <p:spPr>
            <a:xfrm>
              <a:off x="7512660"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105"/>
            <p:cNvSpPr/>
            <p:nvPr/>
          </p:nvSpPr>
          <p:spPr>
            <a:xfrm>
              <a:off x="7512660" y="1648001"/>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105"/>
            <p:cNvSpPr/>
            <p:nvPr/>
          </p:nvSpPr>
          <p:spPr>
            <a:xfrm>
              <a:off x="7512660" y="1695519"/>
              <a:ext cx="38897" cy="33207"/>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105"/>
            <p:cNvSpPr/>
            <p:nvPr/>
          </p:nvSpPr>
          <p:spPr>
            <a:xfrm>
              <a:off x="7512660"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105"/>
            <p:cNvSpPr/>
            <p:nvPr/>
          </p:nvSpPr>
          <p:spPr>
            <a:xfrm>
              <a:off x="7512660"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105"/>
            <p:cNvSpPr/>
            <p:nvPr/>
          </p:nvSpPr>
          <p:spPr>
            <a:xfrm>
              <a:off x="7512660"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105"/>
            <p:cNvSpPr/>
            <p:nvPr/>
          </p:nvSpPr>
          <p:spPr>
            <a:xfrm>
              <a:off x="7512660" y="1885499"/>
              <a:ext cx="38928" cy="33222"/>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105"/>
            <p:cNvSpPr/>
            <p:nvPr/>
          </p:nvSpPr>
          <p:spPr>
            <a:xfrm>
              <a:off x="7512660"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105"/>
            <p:cNvSpPr/>
            <p:nvPr/>
          </p:nvSpPr>
          <p:spPr>
            <a:xfrm>
              <a:off x="7512660"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105"/>
            <p:cNvSpPr/>
            <p:nvPr/>
          </p:nvSpPr>
          <p:spPr>
            <a:xfrm>
              <a:off x="7512660"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105"/>
            <p:cNvSpPr/>
            <p:nvPr/>
          </p:nvSpPr>
          <p:spPr>
            <a:xfrm>
              <a:off x="7512660"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105"/>
            <p:cNvSpPr/>
            <p:nvPr/>
          </p:nvSpPr>
          <p:spPr>
            <a:xfrm>
              <a:off x="7512660" y="2123012"/>
              <a:ext cx="39022" cy="33316"/>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105"/>
            <p:cNvSpPr/>
            <p:nvPr/>
          </p:nvSpPr>
          <p:spPr>
            <a:xfrm>
              <a:off x="7512660"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105"/>
            <p:cNvSpPr/>
            <p:nvPr/>
          </p:nvSpPr>
          <p:spPr>
            <a:xfrm>
              <a:off x="7512660" y="2265583"/>
              <a:ext cx="38928" cy="33238"/>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105"/>
            <p:cNvSpPr/>
            <p:nvPr/>
          </p:nvSpPr>
          <p:spPr>
            <a:xfrm>
              <a:off x="7512660"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105"/>
            <p:cNvSpPr/>
            <p:nvPr/>
          </p:nvSpPr>
          <p:spPr>
            <a:xfrm>
              <a:off x="7512660"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105"/>
            <p:cNvSpPr/>
            <p:nvPr/>
          </p:nvSpPr>
          <p:spPr>
            <a:xfrm>
              <a:off x="7560194" y="155293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105"/>
            <p:cNvSpPr/>
            <p:nvPr/>
          </p:nvSpPr>
          <p:spPr>
            <a:xfrm>
              <a:off x="7560194"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105"/>
            <p:cNvSpPr/>
            <p:nvPr/>
          </p:nvSpPr>
          <p:spPr>
            <a:xfrm>
              <a:off x="7560194"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105"/>
            <p:cNvSpPr/>
            <p:nvPr/>
          </p:nvSpPr>
          <p:spPr>
            <a:xfrm>
              <a:off x="7560194"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105"/>
            <p:cNvSpPr/>
            <p:nvPr/>
          </p:nvSpPr>
          <p:spPr>
            <a:xfrm>
              <a:off x="7560194" y="174291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105"/>
            <p:cNvSpPr/>
            <p:nvPr/>
          </p:nvSpPr>
          <p:spPr>
            <a:xfrm>
              <a:off x="7560194"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105"/>
            <p:cNvSpPr/>
            <p:nvPr/>
          </p:nvSpPr>
          <p:spPr>
            <a:xfrm>
              <a:off x="7560194"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105"/>
            <p:cNvSpPr/>
            <p:nvPr/>
          </p:nvSpPr>
          <p:spPr>
            <a:xfrm>
              <a:off x="7560194"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105"/>
            <p:cNvSpPr/>
            <p:nvPr/>
          </p:nvSpPr>
          <p:spPr>
            <a:xfrm>
              <a:off x="7560194"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105"/>
            <p:cNvSpPr/>
            <p:nvPr/>
          </p:nvSpPr>
          <p:spPr>
            <a:xfrm>
              <a:off x="7560194"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105"/>
            <p:cNvSpPr/>
            <p:nvPr/>
          </p:nvSpPr>
          <p:spPr>
            <a:xfrm>
              <a:off x="7560194"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105"/>
            <p:cNvSpPr/>
            <p:nvPr/>
          </p:nvSpPr>
          <p:spPr>
            <a:xfrm>
              <a:off x="7560194"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105"/>
            <p:cNvSpPr/>
            <p:nvPr/>
          </p:nvSpPr>
          <p:spPr>
            <a:xfrm>
              <a:off x="7560194"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105"/>
            <p:cNvSpPr/>
            <p:nvPr/>
          </p:nvSpPr>
          <p:spPr>
            <a:xfrm>
              <a:off x="7560194"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105"/>
            <p:cNvSpPr/>
            <p:nvPr/>
          </p:nvSpPr>
          <p:spPr>
            <a:xfrm>
              <a:off x="7560194" y="2265583"/>
              <a:ext cx="38928" cy="33238"/>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105"/>
            <p:cNvSpPr/>
            <p:nvPr/>
          </p:nvSpPr>
          <p:spPr>
            <a:xfrm>
              <a:off x="7560194"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105"/>
            <p:cNvSpPr/>
            <p:nvPr/>
          </p:nvSpPr>
          <p:spPr>
            <a:xfrm>
              <a:off x="7560194"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105"/>
            <p:cNvSpPr/>
            <p:nvPr/>
          </p:nvSpPr>
          <p:spPr>
            <a:xfrm>
              <a:off x="7560194"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105"/>
            <p:cNvSpPr/>
            <p:nvPr/>
          </p:nvSpPr>
          <p:spPr>
            <a:xfrm>
              <a:off x="7607712" y="1505414"/>
              <a:ext cx="38804" cy="33331"/>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105"/>
            <p:cNvSpPr/>
            <p:nvPr/>
          </p:nvSpPr>
          <p:spPr>
            <a:xfrm>
              <a:off x="7607712"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105"/>
            <p:cNvSpPr/>
            <p:nvPr/>
          </p:nvSpPr>
          <p:spPr>
            <a:xfrm>
              <a:off x="7607712"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105"/>
            <p:cNvSpPr/>
            <p:nvPr/>
          </p:nvSpPr>
          <p:spPr>
            <a:xfrm>
              <a:off x="7607712"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105"/>
            <p:cNvSpPr/>
            <p:nvPr/>
          </p:nvSpPr>
          <p:spPr>
            <a:xfrm>
              <a:off x="7607712" y="1695519"/>
              <a:ext cx="38804" cy="33207"/>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105"/>
            <p:cNvSpPr/>
            <p:nvPr/>
          </p:nvSpPr>
          <p:spPr>
            <a:xfrm>
              <a:off x="813025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105"/>
            <p:cNvSpPr/>
            <p:nvPr/>
          </p:nvSpPr>
          <p:spPr>
            <a:xfrm>
              <a:off x="8130258"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105"/>
            <p:cNvSpPr/>
            <p:nvPr/>
          </p:nvSpPr>
          <p:spPr>
            <a:xfrm>
              <a:off x="8177651" y="1600467"/>
              <a:ext cx="38928" cy="33269"/>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105"/>
            <p:cNvSpPr/>
            <p:nvPr/>
          </p:nvSpPr>
          <p:spPr>
            <a:xfrm>
              <a:off x="8177651" y="1648001"/>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105"/>
            <p:cNvSpPr/>
            <p:nvPr/>
          </p:nvSpPr>
          <p:spPr>
            <a:xfrm>
              <a:off x="8225185" y="1552933"/>
              <a:ext cx="38928" cy="33331"/>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105"/>
            <p:cNvSpPr/>
            <p:nvPr/>
          </p:nvSpPr>
          <p:spPr>
            <a:xfrm>
              <a:off x="8225185" y="1600467"/>
              <a:ext cx="38928" cy="33269"/>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105"/>
            <p:cNvSpPr/>
            <p:nvPr/>
          </p:nvSpPr>
          <p:spPr>
            <a:xfrm>
              <a:off x="8225185" y="1648001"/>
              <a:ext cx="38928" cy="33253"/>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105"/>
            <p:cNvSpPr/>
            <p:nvPr/>
          </p:nvSpPr>
          <p:spPr>
            <a:xfrm>
              <a:off x="8272719"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105"/>
            <p:cNvSpPr/>
            <p:nvPr/>
          </p:nvSpPr>
          <p:spPr>
            <a:xfrm>
              <a:off x="8272719"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105"/>
            <p:cNvSpPr/>
            <p:nvPr/>
          </p:nvSpPr>
          <p:spPr>
            <a:xfrm>
              <a:off x="8320237"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105"/>
            <p:cNvSpPr/>
            <p:nvPr/>
          </p:nvSpPr>
          <p:spPr>
            <a:xfrm>
              <a:off x="8605269" y="1648001"/>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105"/>
            <p:cNvSpPr/>
            <p:nvPr/>
          </p:nvSpPr>
          <p:spPr>
            <a:xfrm>
              <a:off x="8367771"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105"/>
            <p:cNvSpPr/>
            <p:nvPr/>
          </p:nvSpPr>
          <p:spPr>
            <a:xfrm>
              <a:off x="8415165"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105"/>
            <p:cNvSpPr/>
            <p:nvPr/>
          </p:nvSpPr>
          <p:spPr>
            <a:xfrm>
              <a:off x="8462824"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105"/>
            <p:cNvSpPr/>
            <p:nvPr/>
          </p:nvSpPr>
          <p:spPr>
            <a:xfrm>
              <a:off x="855775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105"/>
            <p:cNvSpPr/>
            <p:nvPr/>
          </p:nvSpPr>
          <p:spPr>
            <a:xfrm>
              <a:off x="851034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105"/>
            <p:cNvSpPr/>
            <p:nvPr/>
          </p:nvSpPr>
          <p:spPr>
            <a:xfrm>
              <a:off x="8462824"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105"/>
            <p:cNvSpPr/>
            <p:nvPr/>
          </p:nvSpPr>
          <p:spPr>
            <a:xfrm>
              <a:off x="8415165"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105"/>
            <p:cNvSpPr/>
            <p:nvPr/>
          </p:nvSpPr>
          <p:spPr>
            <a:xfrm>
              <a:off x="8367771"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105"/>
            <p:cNvSpPr/>
            <p:nvPr/>
          </p:nvSpPr>
          <p:spPr>
            <a:xfrm>
              <a:off x="8320237" y="1648001"/>
              <a:ext cx="38804" cy="33253"/>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105"/>
            <p:cNvSpPr/>
            <p:nvPr/>
          </p:nvSpPr>
          <p:spPr>
            <a:xfrm>
              <a:off x="8320237" y="1695519"/>
              <a:ext cx="38804" cy="33207"/>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105"/>
            <p:cNvSpPr/>
            <p:nvPr/>
          </p:nvSpPr>
          <p:spPr>
            <a:xfrm>
              <a:off x="8272719"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105"/>
            <p:cNvSpPr/>
            <p:nvPr/>
          </p:nvSpPr>
          <p:spPr>
            <a:xfrm>
              <a:off x="8225185" y="1695519"/>
              <a:ext cx="38928" cy="33207"/>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105"/>
            <p:cNvSpPr/>
            <p:nvPr/>
          </p:nvSpPr>
          <p:spPr>
            <a:xfrm>
              <a:off x="8177651" y="1695519"/>
              <a:ext cx="38928" cy="33207"/>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105"/>
            <p:cNvSpPr/>
            <p:nvPr/>
          </p:nvSpPr>
          <p:spPr>
            <a:xfrm>
              <a:off x="813025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105"/>
            <p:cNvSpPr/>
            <p:nvPr/>
          </p:nvSpPr>
          <p:spPr>
            <a:xfrm>
              <a:off x="784522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105"/>
            <p:cNvSpPr/>
            <p:nvPr/>
          </p:nvSpPr>
          <p:spPr>
            <a:xfrm>
              <a:off x="784522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105"/>
            <p:cNvSpPr/>
            <p:nvPr/>
          </p:nvSpPr>
          <p:spPr>
            <a:xfrm>
              <a:off x="789274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105"/>
            <p:cNvSpPr/>
            <p:nvPr/>
          </p:nvSpPr>
          <p:spPr>
            <a:xfrm>
              <a:off x="789274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105"/>
            <p:cNvSpPr/>
            <p:nvPr/>
          </p:nvSpPr>
          <p:spPr>
            <a:xfrm>
              <a:off x="789274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105"/>
            <p:cNvSpPr/>
            <p:nvPr/>
          </p:nvSpPr>
          <p:spPr>
            <a:xfrm>
              <a:off x="7892744"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105"/>
            <p:cNvSpPr/>
            <p:nvPr/>
          </p:nvSpPr>
          <p:spPr>
            <a:xfrm>
              <a:off x="789274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105"/>
            <p:cNvSpPr/>
            <p:nvPr/>
          </p:nvSpPr>
          <p:spPr>
            <a:xfrm>
              <a:off x="789274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105"/>
            <p:cNvSpPr/>
            <p:nvPr/>
          </p:nvSpPr>
          <p:spPr>
            <a:xfrm>
              <a:off x="7892744"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105"/>
            <p:cNvSpPr/>
            <p:nvPr/>
          </p:nvSpPr>
          <p:spPr>
            <a:xfrm>
              <a:off x="789274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105"/>
            <p:cNvSpPr/>
            <p:nvPr/>
          </p:nvSpPr>
          <p:spPr>
            <a:xfrm>
              <a:off x="789274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105"/>
            <p:cNvSpPr/>
            <p:nvPr/>
          </p:nvSpPr>
          <p:spPr>
            <a:xfrm>
              <a:off x="7940153" y="1600467"/>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105"/>
            <p:cNvSpPr/>
            <p:nvPr/>
          </p:nvSpPr>
          <p:spPr>
            <a:xfrm>
              <a:off x="7940153" y="1648001"/>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105"/>
            <p:cNvSpPr/>
            <p:nvPr/>
          </p:nvSpPr>
          <p:spPr>
            <a:xfrm>
              <a:off x="7940153" y="1695519"/>
              <a:ext cx="38928" cy="33207"/>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105"/>
            <p:cNvSpPr/>
            <p:nvPr/>
          </p:nvSpPr>
          <p:spPr>
            <a:xfrm>
              <a:off x="7940153" y="174291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105"/>
            <p:cNvSpPr/>
            <p:nvPr/>
          </p:nvSpPr>
          <p:spPr>
            <a:xfrm>
              <a:off x="7940153" y="1790446"/>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105"/>
            <p:cNvSpPr/>
            <p:nvPr/>
          </p:nvSpPr>
          <p:spPr>
            <a:xfrm>
              <a:off x="7940153" y="183798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105"/>
            <p:cNvSpPr/>
            <p:nvPr/>
          </p:nvSpPr>
          <p:spPr>
            <a:xfrm>
              <a:off x="7940153" y="1885499"/>
              <a:ext cx="38928" cy="33269"/>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105"/>
            <p:cNvSpPr/>
            <p:nvPr/>
          </p:nvSpPr>
          <p:spPr>
            <a:xfrm>
              <a:off x="7940153" y="1932892"/>
              <a:ext cx="38928" cy="33331"/>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105"/>
            <p:cNvSpPr/>
            <p:nvPr/>
          </p:nvSpPr>
          <p:spPr>
            <a:xfrm>
              <a:off x="7987672"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105"/>
            <p:cNvSpPr/>
            <p:nvPr/>
          </p:nvSpPr>
          <p:spPr>
            <a:xfrm>
              <a:off x="7987672" y="164800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105"/>
            <p:cNvSpPr/>
            <p:nvPr/>
          </p:nvSpPr>
          <p:spPr>
            <a:xfrm>
              <a:off x="7987672"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105"/>
            <p:cNvSpPr/>
            <p:nvPr/>
          </p:nvSpPr>
          <p:spPr>
            <a:xfrm>
              <a:off x="7987672"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105"/>
            <p:cNvSpPr/>
            <p:nvPr/>
          </p:nvSpPr>
          <p:spPr>
            <a:xfrm>
              <a:off x="7987672" y="1790446"/>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105"/>
            <p:cNvSpPr/>
            <p:nvPr/>
          </p:nvSpPr>
          <p:spPr>
            <a:xfrm>
              <a:off x="7987672" y="183798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105"/>
            <p:cNvSpPr/>
            <p:nvPr/>
          </p:nvSpPr>
          <p:spPr>
            <a:xfrm>
              <a:off x="7987672" y="1885499"/>
              <a:ext cx="38928" cy="33222"/>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105"/>
            <p:cNvSpPr/>
            <p:nvPr/>
          </p:nvSpPr>
          <p:spPr>
            <a:xfrm>
              <a:off x="7987672"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105"/>
            <p:cNvSpPr/>
            <p:nvPr/>
          </p:nvSpPr>
          <p:spPr>
            <a:xfrm>
              <a:off x="803520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105"/>
            <p:cNvSpPr/>
            <p:nvPr/>
          </p:nvSpPr>
          <p:spPr>
            <a:xfrm>
              <a:off x="803520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105"/>
            <p:cNvSpPr/>
            <p:nvPr/>
          </p:nvSpPr>
          <p:spPr>
            <a:xfrm>
              <a:off x="803520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105"/>
            <p:cNvSpPr/>
            <p:nvPr/>
          </p:nvSpPr>
          <p:spPr>
            <a:xfrm>
              <a:off x="8082739" y="1600467"/>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105"/>
            <p:cNvSpPr/>
            <p:nvPr/>
          </p:nvSpPr>
          <p:spPr>
            <a:xfrm>
              <a:off x="8082739" y="1648001"/>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105"/>
            <p:cNvSpPr/>
            <p:nvPr/>
          </p:nvSpPr>
          <p:spPr>
            <a:xfrm>
              <a:off x="8082739" y="1695519"/>
              <a:ext cx="38788" cy="33207"/>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105"/>
            <p:cNvSpPr/>
            <p:nvPr/>
          </p:nvSpPr>
          <p:spPr>
            <a:xfrm>
              <a:off x="8082739"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105"/>
            <p:cNvSpPr/>
            <p:nvPr/>
          </p:nvSpPr>
          <p:spPr>
            <a:xfrm>
              <a:off x="803520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105"/>
            <p:cNvSpPr/>
            <p:nvPr/>
          </p:nvSpPr>
          <p:spPr>
            <a:xfrm>
              <a:off x="803520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105"/>
            <p:cNvSpPr/>
            <p:nvPr/>
          </p:nvSpPr>
          <p:spPr>
            <a:xfrm>
              <a:off x="803520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105"/>
            <p:cNvSpPr/>
            <p:nvPr/>
          </p:nvSpPr>
          <p:spPr>
            <a:xfrm>
              <a:off x="803520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105"/>
            <p:cNvSpPr/>
            <p:nvPr/>
          </p:nvSpPr>
          <p:spPr>
            <a:xfrm>
              <a:off x="803520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105"/>
            <p:cNvSpPr/>
            <p:nvPr/>
          </p:nvSpPr>
          <p:spPr>
            <a:xfrm>
              <a:off x="803520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105"/>
            <p:cNvSpPr/>
            <p:nvPr/>
          </p:nvSpPr>
          <p:spPr>
            <a:xfrm>
              <a:off x="7987672"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105"/>
            <p:cNvSpPr/>
            <p:nvPr/>
          </p:nvSpPr>
          <p:spPr>
            <a:xfrm>
              <a:off x="7940153" y="1980426"/>
              <a:ext cx="38928" cy="33331"/>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105"/>
            <p:cNvSpPr/>
            <p:nvPr/>
          </p:nvSpPr>
          <p:spPr>
            <a:xfrm>
              <a:off x="7940153" y="202796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105"/>
            <p:cNvSpPr/>
            <p:nvPr/>
          </p:nvSpPr>
          <p:spPr>
            <a:xfrm>
              <a:off x="789274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105"/>
            <p:cNvSpPr/>
            <p:nvPr/>
          </p:nvSpPr>
          <p:spPr>
            <a:xfrm>
              <a:off x="7607712" y="174291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105"/>
            <p:cNvSpPr/>
            <p:nvPr/>
          </p:nvSpPr>
          <p:spPr>
            <a:xfrm>
              <a:off x="760771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105"/>
            <p:cNvSpPr/>
            <p:nvPr/>
          </p:nvSpPr>
          <p:spPr>
            <a:xfrm>
              <a:off x="760771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105"/>
            <p:cNvSpPr/>
            <p:nvPr/>
          </p:nvSpPr>
          <p:spPr>
            <a:xfrm>
              <a:off x="7607712" y="1885499"/>
              <a:ext cx="38804" cy="33238"/>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105"/>
            <p:cNvSpPr/>
            <p:nvPr/>
          </p:nvSpPr>
          <p:spPr>
            <a:xfrm>
              <a:off x="7607712" y="1932892"/>
              <a:ext cx="38804" cy="33331"/>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105"/>
            <p:cNvSpPr/>
            <p:nvPr/>
          </p:nvSpPr>
          <p:spPr>
            <a:xfrm>
              <a:off x="760771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105"/>
            <p:cNvSpPr/>
            <p:nvPr/>
          </p:nvSpPr>
          <p:spPr>
            <a:xfrm>
              <a:off x="7607712"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105"/>
            <p:cNvSpPr/>
            <p:nvPr/>
          </p:nvSpPr>
          <p:spPr>
            <a:xfrm>
              <a:off x="7607712"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105"/>
            <p:cNvSpPr/>
            <p:nvPr/>
          </p:nvSpPr>
          <p:spPr>
            <a:xfrm>
              <a:off x="7607712"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105"/>
            <p:cNvSpPr/>
            <p:nvPr/>
          </p:nvSpPr>
          <p:spPr>
            <a:xfrm>
              <a:off x="7607712"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105"/>
            <p:cNvSpPr/>
            <p:nvPr/>
          </p:nvSpPr>
          <p:spPr>
            <a:xfrm>
              <a:off x="7607712"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105"/>
            <p:cNvSpPr/>
            <p:nvPr/>
          </p:nvSpPr>
          <p:spPr>
            <a:xfrm>
              <a:off x="7607712" y="2312992"/>
              <a:ext cx="38804" cy="33316"/>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105"/>
            <p:cNvSpPr/>
            <p:nvPr/>
          </p:nvSpPr>
          <p:spPr>
            <a:xfrm>
              <a:off x="7607712" y="2360510"/>
              <a:ext cx="38804" cy="33331"/>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105"/>
            <p:cNvSpPr/>
            <p:nvPr/>
          </p:nvSpPr>
          <p:spPr>
            <a:xfrm>
              <a:off x="7607712"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105"/>
            <p:cNvSpPr/>
            <p:nvPr/>
          </p:nvSpPr>
          <p:spPr>
            <a:xfrm>
              <a:off x="7607712"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105"/>
            <p:cNvSpPr/>
            <p:nvPr/>
          </p:nvSpPr>
          <p:spPr>
            <a:xfrm>
              <a:off x="7655246" y="1505414"/>
              <a:ext cx="38788" cy="33331"/>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105"/>
            <p:cNvSpPr/>
            <p:nvPr/>
          </p:nvSpPr>
          <p:spPr>
            <a:xfrm>
              <a:off x="7655246" y="155293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105"/>
            <p:cNvSpPr/>
            <p:nvPr/>
          </p:nvSpPr>
          <p:spPr>
            <a:xfrm>
              <a:off x="7655246" y="1600467"/>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105"/>
            <p:cNvSpPr/>
            <p:nvPr/>
          </p:nvSpPr>
          <p:spPr>
            <a:xfrm>
              <a:off x="7655246" y="1648001"/>
              <a:ext cx="38788" cy="33253"/>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105"/>
            <p:cNvSpPr/>
            <p:nvPr/>
          </p:nvSpPr>
          <p:spPr>
            <a:xfrm>
              <a:off x="7655246" y="1695519"/>
              <a:ext cx="38788" cy="33207"/>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105"/>
            <p:cNvSpPr/>
            <p:nvPr/>
          </p:nvSpPr>
          <p:spPr>
            <a:xfrm>
              <a:off x="7655246" y="174291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105"/>
            <p:cNvSpPr/>
            <p:nvPr/>
          </p:nvSpPr>
          <p:spPr>
            <a:xfrm>
              <a:off x="7655246"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105"/>
            <p:cNvSpPr/>
            <p:nvPr/>
          </p:nvSpPr>
          <p:spPr>
            <a:xfrm>
              <a:off x="7655246"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105"/>
            <p:cNvSpPr/>
            <p:nvPr/>
          </p:nvSpPr>
          <p:spPr>
            <a:xfrm>
              <a:off x="7655246" y="1885499"/>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105"/>
            <p:cNvSpPr/>
            <p:nvPr/>
          </p:nvSpPr>
          <p:spPr>
            <a:xfrm>
              <a:off x="7655246" y="1932892"/>
              <a:ext cx="38788" cy="33331"/>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105"/>
            <p:cNvSpPr/>
            <p:nvPr/>
          </p:nvSpPr>
          <p:spPr>
            <a:xfrm>
              <a:off x="7655246" y="1980426"/>
              <a:ext cx="38788" cy="33331"/>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105"/>
            <p:cNvSpPr/>
            <p:nvPr/>
          </p:nvSpPr>
          <p:spPr>
            <a:xfrm>
              <a:off x="7655246"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105"/>
            <p:cNvSpPr/>
            <p:nvPr/>
          </p:nvSpPr>
          <p:spPr>
            <a:xfrm>
              <a:off x="7655246" y="2075478"/>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105"/>
            <p:cNvSpPr/>
            <p:nvPr/>
          </p:nvSpPr>
          <p:spPr>
            <a:xfrm>
              <a:off x="7655246" y="2123012"/>
              <a:ext cx="38928" cy="33316"/>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105"/>
            <p:cNvSpPr/>
            <p:nvPr/>
          </p:nvSpPr>
          <p:spPr>
            <a:xfrm>
              <a:off x="7655246" y="2170531"/>
              <a:ext cx="38788" cy="33331"/>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105"/>
            <p:cNvSpPr/>
            <p:nvPr/>
          </p:nvSpPr>
          <p:spPr>
            <a:xfrm>
              <a:off x="7655246" y="2265583"/>
              <a:ext cx="38788" cy="33238"/>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105"/>
            <p:cNvSpPr/>
            <p:nvPr/>
          </p:nvSpPr>
          <p:spPr>
            <a:xfrm>
              <a:off x="7655246" y="2312992"/>
              <a:ext cx="38788" cy="33316"/>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105"/>
            <p:cNvSpPr/>
            <p:nvPr/>
          </p:nvSpPr>
          <p:spPr>
            <a:xfrm>
              <a:off x="7655246"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105"/>
            <p:cNvSpPr/>
            <p:nvPr/>
          </p:nvSpPr>
          <p:spPr>
            <a:xfrm>
              <a:off x="7655246" y="2503096"/>
              <a:ext cx="38788" cy="33222"/>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105"/>
            <p:cNvSpPr/>
            <p:nvPr/>
          </p:nvSpPr>
          <p:spPr>
            <a:xfrm>
              <a:off x="7655246" y="2455563"/>
              <a:ext cx="38788" cy="33269"/>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105"/>
            <p:cNvSpPr/>
            <p:nvPr/>
          </p:nvSpPr>
          <p:spPr>
            <a:xfrm>
              <a:off x="7655246"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105"/>
            <p:cNvSpPr/>
            <p:nvPr/>
          </p:nvSpPr>
          <p:spPr>
            <a:xfrm>
              <a:off x="770276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105"/>
            <p:cNvSpPr/>
            <p:nvPr/>
          </p:nvSpPr>
          <p:spPr>
            <a:xfrm>
              <a:off x="770276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105"/>
            <p:cNvSpPr/>
            <p:nvPr/>
          </p:nvSpPr>
          <p:spPr>
            <a:xfrm>
              <a:off x="770276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105"/>
            <p:cNvSpPr/>
            <p:nvPr/>
          </p:nvSpPr>
          <p:spPr>
            <a:xfrm>
              <a:off x="770276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105"/>
            <p:cNvSpPr/>
            <p:nvPr/>
          </p:nvSpPr>
          <p:spPr>
            <a:xfrm>
              <a:off x="770276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105"/>
            <p:cNvSpPr/>
            <p:nvPr/>
          </p:nvSpPr>
          <p:spPr>
            <a:xfrm>
              <a:off x="770276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105"/>
            <p:cNvSpPr/>
            <p:nvPr/>
          </p:nvSpPr>
          <p:spPr>
            <a:xfrm>
              <a:off x="7702764" y="1885499"/>
              <a:ext cx="38804" cy="33269"/>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105"/>
            <p:cNvSpPr/>
            <p:nvPr/>
          </p:nvSpPr>
          <p:spPr>
            <a:xfrm>
              <a:off x="770276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105"/>
            <p:cNvSpPr/>
            <p:nvPr/>
          </p:nvSpPr>
          <p:spPr>
            <a:xfrm>
              <a:off x="770276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105"/>
            <p:cNvSpPr/>
            <p:nvPr/>
          </p:nvSpPr>
          <p:spPr>
            <a:xfrm>
              <a:off x="770276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105"/>
            <p:cNvSpPr/>
            <p:nvPr/>
          </p:nvSpPr>
          <p:spPr>
            <a:xfrm>
              <a:off x="770276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105"/>
            <p:cNvSpPr/>
            <p:nvPr/>
          </p:nvSpPr>
          <p:spPr>
            <a:xfrm>
              <a:off x="7702764"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105"/>
            <p:cNvSpPr/>
            <p:nvPr/>
          </p:nvSpPr>
          <p:spPr>
            <a:xfrm>
              <a:off x="770276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105"/>
            <p:cNvSpPr/>
            <p:nvPr/>
          </p:nvSpPr>
          <p:spPr>
            <a:xfrm>
              <a:off x="7702764" y="2265583"/>
              <a:ext cx="38804" cy="33238"/>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105"/>
            <p:cNvSpPr/>
            <p:nvPr/>
          </p:nvSpPr>
          <p:spPr>
            <a:xfrm>
              <a:off x="770276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105"/>
            <p:cNvSpPr/>
            <p:nvPr/>
          </p:nvSpPr>
          <p:spPr>
            <a:xfrm>
              <a:off x="770276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105"/>
            <p:cNvSpPr/>
            <p:nvPr/>
          </p:nvSpPr>
          <p:spPr>
            <a:xfrm>
              <a:off x="7702764" y="2360510"/>
              <a:ext cx="38804" cy="33331"/>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105"/>
            <p:cNvSpPr/>
            <p:nvPr/>
          </p:nvSpPr>
          <p:spPr>
            <a:xfrm>
              <a:off x="7750298"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105"/>
            <p:cNvSpPr/>
            <p:nvPr/>
          </p:nvSpPr>
          <p:spPr>
            <a:xfrm>
              <a:off x="7750298"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105"/>
            <p:cNvSpPr/>
            <p:nvPr/>
          </p:nvSpPr>
          <p:spPr>
            <a:xfrm>
              <a:off x="7750298" y="1695519"/>
              <a:ext cx="38757" cy="33207"/>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105"/>
            <p:cNvSpPr/>
            <p:nvPr/>
          </p:nvSpPr>
          <p:spPr>
            <a:xfrm>
              <a:off x="7750298"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105"/>
            <p:cNvSpPr/>
            <p:nvPr/>
          </p:nvSpPr>
          <p:spPr>
            <a:xfrm>
              <a:off x="7750298" y="1790446"/>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105"/>
            <p:cNvSpPr/>
            <p:nvPr/>
          </p:nvSpPr>
          <p:spPr>
            <a:xfrm>
              <a:off x="7750298" y="183798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105"/>
            <p:cNvSpPr/>
            <p:nvPr/>
          </p:nvSpPr>
          <p:spPr>
            <a:xfrm>
              <a:off x="7750298"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105"/>
            <p:cNvSpPr/>
            <p:nvPr/>
          </p:nvSpPr>
          <p:spPr>
            <a:xfrm>
              <a:off x="7750298"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105"/>
            <p:cNvSpPr/>
            <p:nvPr/>
          </p:nvSpPr>
          <p:spPr>
            <a:xfrm>
              <a:off x="7750298"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105"/>
            <p:cNvSpPr/>
            <p:nvPr/>
          </p:nvSpPr>
          <p:spPr>
            <a:xfrm>
              <a:off x="7750298"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105"/>
            <p:cNvSpPr/>
            <p:nvPr/>
          </p:nvSpPr>
          <p:spPr>
            <a:xfrm>
              <a:off x="7750298"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105"/>
            <p:cNvSpPr/>
            <p:nvPr/>
          </p:nvSpPr>
          <p:spPr>
            <a:xfrm>
              <a:off x="7750298"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105"/>
            <p:cNvSpPr/>
            <p:nvPr/>
          </p:nvSpPr>
          <p:spPr>
            <a:xfrm>
              <a:off x="7750298"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105"/>
            <p:cNvSpPr/>
            <p:nvPr/>
          </p:nvSpPr>
          <p:spPr>
            <a:xfrm>
              <a:off x="7750174" y="2265583"/>
              <a:ext cx="38928" cy="33238"/>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105"/>
            <p:cNvSpPr/>
            <p:nvPr/>
          </p:nvSpPr>
          <p:spPr>
            <a:xfrm>
              <a:off x="7750298"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105"/>
            <p:cNvSpPr/>
            <p:nvPr/>
          </p:nvSpPr>
          <p:spPr>
            <a:xfrm>
              <a:off x="7750174" y="2360510"/>
              <a:ext cx="38928" cy="33331"/>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105"/>
            <p:cNvSpPr/>
            <p:nvPr/>
          </p:nvSpPr>
          <p:spPr>
            <a:xfrm>
              <a:off x="7797832" y="1600467"/>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105"/>
            <p:cNvSpPr/>
            <p:nvPr/>
          </p:nvSpPr>
          <p:spPr>
            <a:xfrm>
              <a:off x="7797832" y="1648001"/>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105"/>
            <p:cNvSpPr/>
            <p:nvPr/>
          </p:nvSpPr>
          <p:spPr>
            <a:xfrm>
              <a:off x="7797832" y="1695519"/>
              <a:ext cx="38757" cy="33222"/>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105"/>
            <p:cNvSpPr/>
            <p:nvPr/>
          </p:nvSpPr>
          <p:spPr>
            <a:xfrm>
              <a:off x="7797832" y="174291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105"/>
            <p:cNvSpPr/>
            <p:nvPr/>
          </p:nvSpPr>
          <p:spPr>
            <a:xfrm>
              <a:off x="7797832" y="1790446"/>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105"/>
            <p:cNvSpPr/>
            <p:nvPr/>
          </p:nvSpPr>
          <p:spPr>
            <a:xfrm>
              <a:off x="7797832" y="1837965"/>
              <a:ext cx="38757" cy="33238"/>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105"/>
            <p:cNvSpPr/>
            <p:nvPr/>
          </p:nvSpPr>
          <p:spPr>
            <a:xfrm>
              <a:off x="7797832" y="1885499"/>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105"/>
            <p:cNvSpPr/>
            <p:nvPr/>
          </p:nvSpPr>
          <p:spPr>
            <a:xfrm>
              <a:off x="7797832" y="1932892"/>
              <a:ext cx="38788" cy="33363"/>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105"/>
            <p:cNvSpPr/>
            <p:nvPr/>
          </p:nvSpPr>
          <p:spPr>
            <a:xfrm>
              <a:off x="7797832" y="1980426"/>
              <a:ext cx="38788" cy="33331"/>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105"/>
            <p:cNvSpPr/>
            <p:nvPr/>
          </p:nvSpPr>
          <p:spPr>
            <a:xfrm>
              <a:off x="784522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105"/>
            <p:cNvSpPr/>
            <p:nvPr/>
          </p:nvSpPr>
          <p:spPr>
            <a:xfrm>
              <a:off x="784522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105"/>
            <p:cNvSpPr/>
            <p:nvPr/>
          </p:nvSpPr>
          <p:spPr>
            <a:xfrm>
              <a:off x="784522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105"/>
            <p:cNvSpPr/>
            <p:nvPr/>
          </p:nvSpPr>
          <p:spPr>
            <a:xfrm>
              <a:off x="784522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105"/>
            <p:cNvSpPr/>
            <p:nvPr/>
          </p:nvSpPr>
          <p:spPr>
            <a:xfrm>
              <a:off x="784522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105"/>
            <p:cNvSpPr/>
            <p:nvPr/>
          </p:nvSpPr>
          <p:spPr>
            <a:xfrm>
              <a:off x="784522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105"/>
            <p:cNvSpPr/>
            <p:nvPr/>
          </p:nvSpPr>
          <p:spPr>
            <a:xfrm>
              <a:off x="7845226" y="1885499"/>
              <a:ext cx="38804" cy="33269"/>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105"/>
            <p:cNvSpPr/>
            <p:nvPr/>
          </p:nvSpPr>
          <p:spPr>
            <a:xfrm>
              <a:off x="784522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105"/>
            <p:cNvSpPr/>
            <p:nvPr/>
          </p:nvSpPr>
          <p:spPr>
            <a:xfrm>
              <a:off x="784522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105"/>
            <p:cNvSpPr/>
            <p:nvPr/>
          </p:nvSpPr>
          <p:spPr>
            <a:xfrm>
              <a:off x="784522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105"/>
            <p:cNvSpPr/>
            <p:nvPr/>
          </p:nvSpPr>
          <p:spPr>
            <a:xfrm>
              <a:off x="7797832" y="2027960"/>
              <a:ext cx="38788" cy="33253"/>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105"/>
            <p:cNvSpPr/>
            <p:nvPr/>
          </p:nvSpPr>
          <p:spPr>
            <a:xfrm>
              <a:off x="7797832" y="2075478"/>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105"/>
            <p:cNvSpPr/>
            <p:nvPr/>
          </p:nvSpPr>
          <p:spPr>
            <a:xfrm>
              <a:off x="7797832" y="2123012"/>
              <a:ext cx="38881" cy="33316"/>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105"/>
            <p:cNvSpPr/>
            <p:nvPr/>
          </p:nvSpPr>
          <p:spPr>
            <a:xfrm>
              <a:off x="7797832" y="2170531"/>
              <a:ext cx="38788" cy="33331"/>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105"/>
            <p:cNvSpPr/>
            <p:nvPr/>
          </p:nvSpPr>
          <p:spPr>
            <a:xfrm>
              <a:off x="7797692" y="2360510"/>
              <a:ext cx="38928" cy="33331"/>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105"/>
            <p:cNvSpPr/>
            <p:nvPr/>
          </p:nvSpPr>
          <p:spPr>
            <a:xfrm>
              <a:off x="7797832" y="2312992"/>
              <a:ext cx="38788" cy="33316"/>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105"/>
            <p:cNvSpPr/>
            <p:nvPr/>
          </p:nvSpPr>
          <p:spPr>
            <a:xfrm>
              <a:off x="7797692" y="2265583"/>
              <a:ext cx="38928" cy="33238"/>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105"/>
            <p:cNvSpPr/>
            <p:nvPr/>
          </p:nvSpPr>
          <p:spPr>
            <a:xfrm>
              <a:off x="7797832" y="2218065"/>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105"/>
            <p:cNvSpPr/>
            <p:nvPr/>
          </p:nvSpPr>
          <p:spPr>
            <a:xfrm>
              <a:off x="7750298"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105"/>
            <p:cNvSpPr/>
            <p:nvPr/>
          </p:nvSpPr>
          <p:spPr>
            <a:xfrm>
              <a:off x="770276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105"/>
            <p:cNvSpPr/>
            <p:nvPr/>
          </p:nvSpPr>
          <p:spPr>
            <a:xfrm>
              <a:off x="7655246" y="2218065"/>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105"/>
            <p:cNvSpPr/>
            <p:nvPr/>
          </p:nvSpPr>
          <p:spPr>
            <a:xfrm>
              <a:off x="7607712"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105"/>
            <p:cNvSpPr/>
            <p:nvPr/>
          </p:nvSpPr>
          <p:spPr>
            <a:xfrm>
              <a:off x="7560194" y="2218065"/>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105"/>
            <p:cNvSpPr/>
            <p:nvPr/>
          </p:nvSpPr>
          <p:spPr>
            <a:xfrm>
              <a:off x="7512660"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105"/>
            <p:cNvSpPr/>
            <p:nvPr/>
          </p:nvSpPr>
          <p:spPr>
            <a:xfrm>
              <a:off x="7940153" y="2835522"/>
              <a:ext cx="38928" cy="33269"/>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105"/>
            <p:cNvSpPr/>
            <p:nvPr/>
          </p:nvSpPr>
          <p:spPr>
            <a:xfrm>
              <a:off x="7940153" y="2788004"/>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105"/>
            <p:cNvSpPr/>
            <p:nvPr/>
          </p:nvSpPr>
          <p:spPr>
            <a:xfrm>
              <a:off x="7987672"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105"/>
            <p:cNvSpPr/>
            <p:nvPr/>
          </p:nvSpPr>
          <p:spPr>
            <a:xfrm>
              <a:off x="7987672" y="2645542"/>
              <a:ext cx="38928" cy="33269"/>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105"/>
            <p:cNvSpPr/>
            <p:nvPr/>
          </p:nvSpPr>
          <p:spPr>
            <a:xfrm>
              <a:off x="7892744"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105"/>
            <p:cNvSpPr/>
            <p:nvPr/>
          </p:nvSpPr>
          <p:spPr>
            <a:xfrm>
              <a:off x="7892744"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105"/>
            <p:cNvSpPr/>
            <p:nvPr/>
          </p:nvSpPr>
          <p:spPr>
            <a:xfrm>
              <a:off x="784522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105"/>
            <p:cNvSpPr/>
            <p:nvPr/>
          </p:nvSpPr>
          <p:spPr>
            <a:xfrm>
              <a:off x="784522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105"/>
            <p:cNvSpPr/>
            <p:nvPr/>
          </p:nvSpPr>
          <p:spPr>
            <a:xfrm>
              <a:off x="784522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105"/>
            <p:cNvSpPr/>
            <p:nvPr/>
          </p:nvSpPr>
          <p:spPr>
            <a:xfrm>
              <a:off x="7797739" y="2835522"/>
              <a:ext cx="38881" cy="33331"/>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105"/>
            <p:cNvSpPr/>
            <p:nvPr/>
          </p:nvSpPr>
          <p:spPr>
            <a:xfrm>
              <a:off x="7797739" y="2788004"/>
              <a:ext cx="38881" cy="33316"/>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105"/>
            <p:cNvSpPr/>
            <p:nvPr/>
          </p:nvSpPr>
          <p:spPr>
            <a:xfrm>
              <a:off x="7940153" y="2930574"/>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105"/>
            <p:cNvSpPr/>
            <p:nvPr/>
          </p:nvSpPr>
          <p:spPr>
            <a:xfrm>
              <a:off x="7892744"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105"/>
            <p:cNvSpPr/>
            <p:nvPr/>
          </p:nvSpPr>
          <p:spPr>
            <a:xfrm>
              <a:off x="784522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105"/>
            <p:cNvSpPr/>
            <p:nvPr/>
          </p:nvSpPr>
          <p:spPr>
            <a:xfrm>
              <a:off x="7797692" y="2930574"/>
              <a:ext cx="38897" cy="33238"/>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105"/>
            <p:cNvSpPr/>
            <p:nvPr/>
          </p:nvSpPr>
          <p:spPr>
            <a:xfrm>
              <a:off x="7750298" y="2930574"/>
              <a:ext cx="38757" cy="33238"/>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105"/>
            <p:cNvSpPr/>
            <p:nvPr/>
          </p:nvSpPr>
          <p:spPr>
            <a:xfrm>
              <a:off x="7750298"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105"/>
            <p:cNvSpPr/>
            <p:nvPr/>
          </p:nvSpPr>
          <p:spPr>
            <a:xfrm>
              <a:off x="7702764"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105"/>
            <p:cNvSpPr/>
            <p:nvPr/>
          </p:nvSpPr>
          <p:spPr>
            <a:xfrm>
              <a:off x="7702686" y="2835522"/>
              <a:ext cx="38881" cy="33269"/>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105"/>
            <p:cNvSpPr/>
            <p:nvPr/>
          </p:nvSpPr>
          <p:spPr>
            <a:xfrm>
              <a:off x="7655153" y="2835522"/>
              <a:ext cx="38881" cy="33269"/>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105"/>
            <p:cNvSpPr/>
            <p:nvPr/>
          </p:nvSpPr>
          <p:spPr>
            <a:xfrm>
              <a:off x="7655153"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105"/>
            <p:cNvSpPr/>
            <p:nvPr/>
          </p:nvSpPr>
          <p:spPr>
            <a:xfrm>
              <a:off x="7607634" y="2788004"/>
              <a:ext cx="38881" cy="33316"/>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105"/>
            <p:cNvSpPr/>
            <p:nvPr/>
          </p:nvSpPr>
          <p:spPr>
            <a:xfrm>
              <a:off x="7607634" y="2740470"/>
              <a:ext cx="38881" cy="33363"/>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105"/>
            <p:cNvSpPr/>
            <p:nvPr/>
          </p:nvSpPr>
          <p:spPr>
            <a:xfrm>
              <a:off x="7702686" y="2740470"/>
              <a:ext cx="38881" cy="33331"/>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105"/>
            <p:cNvSpPr/>
            <p:nvPr/>
          </p:nvSpPr>
          <p:spPr>
            <a:xfrm>
              <a:off x="7655246" y="2693076"/>
              <a:ext cx="38788" cy="33269"/>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105"/>
            <p:cNvSpPr/>
            <p:nvPr/>
          </p:nvSpPr>
          <p:spPr>
            <a:xfrm>
              <a:off x="7607712"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105"/>
            <p:cNvSpPr/>
            <p:nvPr/>
          </p:nvSpPr>
          <p:spPr>
            <a:xfrm>
              <a:off x="874773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105"/>
            <p:cNvSpPr/>
            <p:nvPr/>
          </p:nvSpPr>
          <p:spPr>
            <a:xfrm>
              <a:off x="870032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105"/>
            <p:cNvSpPr/>
            <p:nvPr/>
          </p:nvSpPr>
          <p:spPr>
            <a:xfrm>
              <a:off x="870032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105"/>
            <p:cNvSpPr/>
            <p:nvPr/>
          </p:nvSpPr>
          <p:spPr>
            <a:xfrm>
              <a:off x="8652803"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105"/>
            <p:cNvSpPr/>
            <p:nvPr/>
          </p:nvSpPr>
          <p:spPr>
            <a:xfrm>
              <a:off x="8652803"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105"/>
            <p:cNvSpPr/>
            <p:nvPr/>
          </p:nvSpPr>
          <p:spPr>
            <a:xfrm>
              <a:off x="860526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105"/>
            <p:cNvSpPr/>
            <p:nvPr/>
          </p:nvSpPr>
          <p:spPr>
            <a:xfrm>
              <a:off x="8605269" y="160046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105"/>
            <p:cNvSpPr/>
            <p:nvPr/>
          </p:nvSpPr>
          <p:spPr>
            <a:xfrm>
              <a:off x="8557751" y="1695519"/>
              <a:ext cx="38913" cy="33207"/>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105"/>
            <p:cNvSpPr/>
            <p:nvPr/>
          </p:nvSpPr>
          <p:spPr>
            <a:xfrm>
              <a:off x="8557751" y="1600467"/>
              <a:ext cx="38913" cy="33269"/>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105"/>
            <p:cNvSpPr/>
            <p:nvPr/>
          </p:nvSpPr>
          <p:spPr>
            <a:xfrm>
              <a:off x="8510342"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105"/>
            <p:cNvSpPr/>
            <p:nvPr/>
          </p:nvSpPr>
          <p:spPr>
            <a:xfrm>
              <a:off x="8510342"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105"/>
            <p:cNvSpPr/>
            <p:nvPr/>
          </p:nvSpPr>
          <p:spPr>
            <a:xfrm>
              <a:off x="851034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105"/>
            <p:cNvSpPr/>
            <p:nvPr/>
          </p:nvSpPr>
          <p:spPr>
            <a:xfrm>
              <a:off x="8510342"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105"/>
            <p:cNvSpPr/>
            <p:nvPr/>
          </p:nvSpPr>
          <p:spPr>
            <a:xfrm>
              <a:off x="8462824"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105"/>
            <p:cNvSpPr/>
            <p:nvPr/>
          </p:nvSpPr>
          <p:spPr>
            <a:xfrm>
              <a:off x="8462824"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105"/>
            <p:cNvSpPr/>
            <p:nvPr/>
          </p:nvSpPr>
          <p:spPr>
            <a:xfrm>
              <a:off x="8462824"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105"/>
            <p:cNvSpPr/>
            <p:nvPr/>
          </p:nvSpPr>
          <p:spPr>
            <a:xfrm>
              <a:off x="8462824"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105"/>
            <p:cNvSpPr/>
            <p:nvPr/>
          </p:nvSpPr>
          <p:spPr>
            <a:xfrm>
              <a:off x="8415165"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105"/>
            <p:cNvSpPr/>
            <p:nvPr/>
          </p:nvSpPr>
          <p:spPr>
            <a:xfrm>
              <a:off x="8415165"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105"/>
            <p:cNvSpPr/>
            <p:nvPr/>
          </p:nvSpPr>
          <p:spPr>
            <a:xfrm>
              <a:off x="8415165"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105"/>
            <p:cNvSpPr/>
            <p:nvPr/>
          </p:nvSpPr>
          <p:spPr>
            <a:xfrm>
              <a:off x="8415165" y="155293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105"/>
            <p:cNvSpPr/>
            <p:nvPr/>
          </p:nvSpPr>
          <p:spPr>
            <a:xfrm>
              <a:off x="8367771"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105"/>
            <p:cNvSpPr/>
            <p:nvPr/>
          </p:nvSpPr>
          <p:spPr>
            <a:xfrm>
              <a:off x="8367771"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105"/>
            <p:cNvSpPr/>
            <p:nvPr/>
          </p:nvSpPr>
          <p:spPr>
            <a:xfrm>
              <a:off x="8367771"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105"/>
            <p:cNvSpPr/>
            <p:nvPr/>
          </p:nvSpPr>
          <p:spPr>
            <a:xfrm>
              <a:off x="8367771"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105"/>
            <p:cNvSpPr/>
            <p:nvPr/>
          </p:nvSpPr>
          <p:spPr>
            <a:xfrm>
              <a:off x="8367771"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105"/>
            <p:cNvSpPr/>
            <p:nvPr/>
          </p:nvSpPr>
          <p:spPr>
            <a:xfrm>
              <a:off x="8320237" y="174291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105"/>
            <p:cNvSpPr/>
            <p:nvPr/>
          </p:nvSpPr>
          <p:spPr>
            <a:xfrm>
              <a:off x="8320237" y="155293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105"/>
            <p:cNvSpPr/>
            <p:nvPr/>
          </p:nvSpPr>
          <p:spPr>
            <a:xfrm>
              <a:off x="8272719"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105"/>
            <p:cNvSpPr/>
            <p:nvPr/>
          </p:nvSpPr>
          <p:spPr>
            <a:xfrm>
              <a:off x="8272719"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105"/>
            <p:cNvSpPr/>
            <p:nvPr/>
          </p:nvSpPr>
          <p:spPr>
            <a:xfrm>
              <a:off x="8272719" y="1505414"/>
              <a:ext cx="38788" cy="33331"/>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105"/>
            <p:cNvSpPr/>
            <p:nvPr/>
          </p:nvSpPr>
          <p:spPr>
            <a:xfrm>
              <a:off x="8225185" y="1742913"/>
              <a:ext cx="38928" cy="33331"/>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105"/>
            <p:cNvSpPr/>
            <p:nvPr/>
          </p:nvSpPr>
          <p:spPr>
            <a:xfrm>
              <a:off x="8225185" y="1505414"/>
              <a:ext cx="38928" cy="33331"/>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105"/>
            <p:cNvSpPr/>
            <p:nvPr/>
          </p:nvSpPr>
          <p:spPr>
            <a:xfrm>
              <a:off x="8177651" y="2170531"/>
              <a:ext cx="38928" cy="33331"/>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105"/>
            <p:cNvSpPr/>
            <p:nvPr/>
          </p:nvSpPr>
          <p:spPr>
            <a:xfrm>
              <a:off x="8177651" y="2123012"/>
              <a:ext cx="39022" cy="33316"/>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105"/>
            <p:cNvSpPr/>
            <p:nvPr/>
          </p:nvSpPr>
          <p:spPr>
            <a:xfrm>
              <a:off x="8177651" y="202796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105"/>
            <p:cNvSpPr/>
            <p:nvPr/>
          </p:nvSpPr>
          <p:spPr>
            <a:xfrm>
              <a:off x="8177651" y="183798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105"/>
            <p:cNvSpPr/>
            <p:nvPr/>
          </p:nvSpPr>
          <p:spPr>
            <a:xfrm>
              <a:off x="8177651" y="174291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105"/>
            <p:cNvSpPr/>
            <p:nvPr/>
          </p:nvSpPr>
          <p:spPr>
            <a:xfrm>
              <a:off x="8177651" y="155293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105"/>
            <p:cNvSpPr/>
            <p:nvPr/>
          </p:nvSpPr>
          <p:spPr>
            <a:xfrm>
              <a:off x="8177651" y="1505414"/>
              <a:ext cx="38928" cy="33331"/>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105"/>
            <p:cNvSpPr/>
            <p:nvPr/>
          </p:nvSpPr>
          <p:spPr>
            <a:xfrm>
              <a:off x="813025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105"/>
            <p:cNvSpPr/>
            <p:nvPr/>
          </p:nvSpPr>
          <p:spPr>
            <a:xfrm>
              <a:off x="813025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105"/>
            <p:cNvSpPr/>
            <p:nvPr/>
          </p:nvSpPr>
          <p:spPr>
            <a:xfrm>
              <a:off x="813025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105"/>
            <p:cNvSpPr/>
            <p:nvPr/>
          </p:nvSpPr>
          <p:spPr>
            <a:xfrm>
              <a:off x="813025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105"/>
            <p:cNvSpPr/>
            <p:nvPr/>
          </p:nvSpPr>
          <p:spPr>
            <a:xfrm>
              <a:off x="813025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105"/>
            <p:cNvSpPr/>
            <p:nvPr/>
          </p:nvSpPr>
          <p:spPr>
            <a:xfrm>
              <a:off x="813025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105"/>
            <p:cNvSpPr/>
            <p:nvPr/>
          </p:nvSpPr>
          <p:spPr>
            <a:xfrm>
              <a:off x="8130258"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105"/>
            <p:cNvSpPr/>
            <p:nvPr/>
          </p:nvSpPr>
          <p:spPr>
            <a:xfrm>
              <a:off x="8082739" y="2265583"/>
              <a:ext cx="38788" cy="33238"/>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105"/>
            <p:cNvSpPr/>
            <p:nvPr/>
          </p:nvSpPr>
          <p:spPr>
            <a:xfrm>
              <a:off x="8082739" y="2218065"/>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105"/>
            <p:cNvSpPr/>
            <p:nvPr/>
          </p:nvSpPr>
          <p:spPr>
            <a:xfrm>
              <a:off x="8082739" y="1980426"/>
              <a:ext cx="38788" cy="33331"/>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105"/>
            <p:cNvSpPr/>
            <p:nvPr/>
          </p:nvSpPr>
          <p:spPr>
            <a:xfrm>
              <a:off x="8082739" y="1932892"/>
              <a:ext cx="38788" cy="33331"/>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105"/>
            <p:cNvSpPr/>
            <p:nvPr/>
          </p:nvSpPr>
          <p:spPr>
            <a:xfrm>
              <a:off x="8082739" y="1885499"/>
              <a:ext cx="38788" cy="33269"/>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105"/>
            <p:cNvSpPr/>
            <p:nvPr/>
          </p:nvSpPr>
          <p:spPr>
            <a:xfrm>
              <a:off x="8082739" y="1837980"/>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105"/>
            <p:cNvSpPr/>
            <p:nvPr/>
          </p:nvSpPr>
          <p:spPr>
            <a:xfrm>
              <a:off x="8082739" y="1790446"/>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105"/>
            <p:cNvSpPr/>
            <p:nvPr/>
          </p:nvSpPr>
          <p:spPr>
            <a:xfrm>
              <a:off x="8082739" y="155293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105"/>
            <p:cNvSpPr/>
            <p:nvPr/>
          </p:nvSpPr>
          <p:spPr>
            <a:xfrm>
              <a:off x="803520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105"/>
            <p:cNvSpPr/>
            <p:nvPr/>
          </p:nvSpPr>
          <p:spPr>
            <a:xfrm>
              <a:off x="803520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105"/>
            <p:cNvSpPr/>
            <p:nvPr/>
          </p:nvSpPr>
          <p:spPr>
            <a:xfrm>
              <a:off x="803520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105"/>
            <p:cNvSpPr/>
            <p:nvPr/>
          </p:nvSpPr>
          <p:spPr>
            <a:xfrm>
              <a:off x="803520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105"/>
            <p:cNvSpPr/>
            <p:nvPr/>
          </p:nvSpPr>
          <p:spPr>
            <a:xfrm>
              <a:off x="7987672"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105"/>
            <p:cNvSpPr/>
            <p:nvPr/>
          </p:nvSpPr>
          <p:spPr>
            <a:xfrm>
              <a:off x="7987672"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105"/>
            <p:cNvSpPr/>
            <p:nvPr/>
          </p:nvSpPr>
          <p:spPr>
            <a:xfrm>
              <a:off x="7987672"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105"/>
            <p:cNvSpPr/>
            <p:nvPr/>
          </p:nvSpPr>
          <p:spPr>
            <a:xfrm>
              <a:off x="7987672" y="202796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105"/>
            <p:cNvSpPr/>
            <p:nvPr/>
          </p:nvSpPr>
          <p:spPr>
            <a:xfrm>
              <a:off x="7987672" y="1552933"/>
              <a:ext cx="38928" cy="33331"/>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105"/>
            <p:cNvSpPr/>
            <p:nvPr/>
          </p:nvSpPr>
          <p:spPr>
            <a:xfrm>
              <a:off x="7940153" y="2075478"/>
              <a:ext cx="38928" cy="33269"/>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105"/>
            <p:cNvSpPr/>
            <p:nvPr/>
          </p:nvSpPr>
          <p:spPr>
            <a:xfrm>
              <a:off x="7940153" y="155293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105"/>
            <p:cNvSpPr/>
            <p:nvPr/>
          </p:nvSpPr>
          <p:spPr>
            <a:xfrm>
              <a:off x="7892744"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105"/>
            <p:cNvSpPr/>
            <p:nvPr/>
          </p:nvSpPr>
          <p:spPr>
            <a:xfrm>
              <a:off x="789274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105"/>
            <p:cNvSpPr/>
            <p:nvPr/>
          </p:nvSpPr>
          <p:spPr>
            <a:xfrm>
              <a:off x="789274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105"/>
            <p:cNvSpPr/>
            <p:nvPr/>
          </p:nvSpPr>
          <p:spPr>
            <a:xfrm>
              <a:off x="789274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105"/>
            <p:cNvSpPr/>
            <p:nvPr/>
          </p:nvSpPr>
          <p:spPr>
            <a:xfrm>
              <a:off x="789274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105"/>
            <p:cNvSpPr/>
            <p:nvPr/>
          </p:nvSpPr>
          <p:spPr>
            <a:xfrm>
              <a:off x="784522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105"/>
            <p:cNvSpPr/>
            <p:nvPr/>
          </p:nvSpPr>
          <p:spPr>
            <a:xfrm>
              <a:off x="7845226" y="2360510"/>
              <a:ext cx="38804" cy="33331"/>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105"/>
            <p:cNvSpPr/>
            <p:nvPr/>
          </p:nvSpPr>
          <p:spPr>
            <a:xfrm>
              <a:off x="7845226" y="2312992"/>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105"/>
            <p:cNvSpPr/>
            <p:nvPr/>
          </p:nvSpPr>
          <p:spPr>
            <a:xfrm>
              <a:off x="784522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105"/>
            <p:cNvSpPr/>
            <p:nvPr/>
          </p:nvSpPr>
          <p:spPr>
            <a:xfrm>
              <a:off x="7845226"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105"/>
            <p:cNvSpPr/>
            <p:nvPr/>
          </p:nvSpPr>
          <p:spPr>
            <a:xfrm>
              <a:off x="784522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105"/>
            <p:cNvSpPr/>
            <p:nvPr/>
          </p:nvSpPr>
          <p:spPr>
            <a:xfrm>
              <a:off x="784522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105"/>
            <p:cNvSpPr/>
            <p:nvPr/>
          </p:nvSpPr>
          <p:spPr>
            <a:xfrm>
              <a:off x="7797832" y="2408044"/>
              <a:ext cx="38788" cy="33269"/>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105"/>
            <p:cNvSpPr/>
            <p:nvPr/>
          </p:nvSpPr>
          <p:spPr>
            <a:xfrm>
              <a:off x="7797832" y="155293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105"/>
            <p:cNvSpPr/>
            <p:nvPr/>
          </p:nvSpPr>
          <p:spPr>
            <a:xfrm>
              <a:off x="7797739" y="1458021"/>
              <a:ext cx="38881" cy="33316"/>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105"/>
            <p:cNvSpPr/>
            <p:nvPr/>
          </p:nvSpPr>
          <p:spPr>
            <a:xfrm>
              <a:off x="7750298"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105"/>
            <p:cNvSpPr/>
            <p:nvPr/>
          </p:nvSpPr>
          <p:spPr>
            <a:xfrm>
              <a:off x="7750298"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105"/>
            <p:cNvSpPr/>
            <p:nvPr/>
          </p:nvSpPr>
          <p:spPr>
            <a:xfrm>
              <a:off x="7750298" y="2550490"/>
              <a:ext cx="38804" cy="33331"/>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105"/>
            <p:cNvSpPr/>
            <p:nvPr/>
          </p:nvSpPr>
          <p:spPr>
            <a:xfrm>
              <a:off x="7750298" y="2408044"/>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105"/>
            <p:cNvSpPr/>
            <p:nvPr/>
          </p:nvSpPr>
          <p:spPr>
            <a:xfrm>
              <a:off x="7750298" y="155293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105"/>
            <p:cNvSpPr/>
            <p:nvPr/>
          </p:nvSpPr>
          <p:spPr>
            <a:xfrm>
              <a:off x="7750205" y="1458021"/>
              <a:ext cx="38897" cy="33316"/>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105"/>
            <p:cNvSpPr/>
            <p:nvPr/>
          </p:nvSpPr>
          <p:spPr>
            <a:xfrm>
              <a:off x="7702764"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105"/>
            <p:cNvSpPr/>
            <p:nvPr/>
          </p:nvSpPr>
          <p:spPr>
            <a:xfrm>
              <a:off x="7702764" y="2503096"/>
              <a:ext cx="38804" cy="33222"/>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105"/>
            <p:cNvSpPr/>
            <p:nvPr/>
          </p:nvSpPr>
          <p:spPr>
            <a:xfrm>
              <a:off x="770276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105"/>
            <p:cNvSpPr/>
            <p:nvPr/>
          </p:nvSpPr>
          <p:spPr>
            <a:xfrm>
              <a:off x="770276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105"/>
            <p:cNvSpPr/>
            <p:nvPr/>
          </p:nvSpPr>
          <p:spPr>
            <a:xfrm>
              <a:off x="7702764"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105"/>
            <p:cNvSpPr/>
            <p:nvPr/>
          </p:nvSpPr>
          <p:spPr>
            <a:xfrm>
              <a:off x="7702686" y="1458021"/>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105"/>
            <p:cNvSpPr/>
            <p:nvPr/>
          </p:nvSpPr>
          <p:spPr>
            <a:xfrm>
              <a:off x="7655246" y="2598024"/>
              <a:ext cx="38788" cy="33316"/>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105"/>
            <p:cNvSpPr/>
            <p:nvPr/>
          </p:nvSpPr>
          <p:spPr>
            <a:xfrm>
              <a:off x="7655246" y="2550490"/>
              <a:ext cx="38788" cy="33331"/>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105"/>
            <p:cNvSpPr/>
            <p:nvPr/>
          </p:nvSpPr>
          <p:spPr>
            <a:xfrm>
              <a:off x="7655153" y="1458021"/>
              <a:ext cx="38881" cy="33253"/>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105"/>
            <p:cNvSpPr/>
            <p:nvPr/>
          </p:nvSpPr>
          <p:spPr>
            <a:xfrm>
              <a:off x="7607712" y="2550490"/>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105"/>
            <p:cNvSpPr/>
            <p:nvPr/>
          </p:nvSpPr>
          <p:spPr>
            <a:xfrm>
              <a:off x="7607712"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105"/>
            <p:cNvSpPr/>
            <p:nvPr/>
          </p:nvSpPr>
          <p:spPr>
            <a:xfrm>
              <a:off x="7607634" y="1458021"/>
              <a:ext cx="38881" cy="33253"/>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105"/>
            <p:cNvSpPr/>
            <p:nvPr/>
          </p:nvSpPr>
          <p:spPr>
            <a:xfrm>
              <a:off x="7560194"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105"/>
            <p:cNvSpPr/>
            <p:nvPr/>
          </p:nvSpPr>
          <p:spPr>
            <a:xfrm>
              <a:off x="7560194"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105"/>
            <p:cNvSpPr/>
            <p:nvPr/>
          </p:nvSpPr>
          <p:spPr>
            <a:xfrm>
              <a:off x="7560194" y="1505414"/>
              <a:ext cx="38928" cy="33331"/>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105"/>
            <p:cNvSpPr/>
            <p:nvPr/>
          </p:nvSpPr>
          <p:spPr>
            <a:xfrm>
              <a:off x="7560194" y="145802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105"/>
            <p:cNvSpPr/>
            <p:nvPr/>
          </p:nvSpPr>
          <p:spPr>
            <a:xfrm>
              <a:off x="7512660"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105"/>
            <p:cNvSpPr/>
            <p:nvPr/>
          </p:nvSpPr>
          <p:spPr>
            <a:xfrm>
              <a:off x="7512660"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105"/>
            <p:cNvSpPr/>
            <p:nvPr/>
          </p:nvSpPr>
          <p:spPr>
            <a:xfrm>
              <a:off x="7465142" y="2455563"/>
              <a:ext cx="38788" cy="33269"/>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105"/>
            <p:cNvSpPr/>
            <p:nvPr/>
          </p:nvSpPr>
          <p:spPr>
            <a:xfrm>
              <a:off x="7465142" y="2408044"/>
              <a:ext cx="38788" cy="33269"/>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105"/>
            <p:cNvSpPr/>
            <p:nvPr/>
          </p:nvSpPr>
          <p:spPr>
            <a:xfrm>
              <a:off x="7465142" y="1505414"/>
              <a:ext cx="38788" cy="33331"/>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105"/>
            <p:cNvSpPr/>
            <p:nvPr/>
          </p:nvSpPr>
          <p:spPr>
            <a:xfrm>
              <a:off x="7417608"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105"/>
            <p:cNvSpPr/>
            <p:nvPr/>
          </p:nvSpPr>
          <p:spPr>
            <a:xfrm>
              <a:off x="7417608" y="2455563"/>
              <a:ext cx="38804" cy="33269"/>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105"/>
            <p:cNvSpPr/>
            <p:nvPr/>
          </p:nvSpPr>
          <p:spPr>
            <a:xfrm>
              <a:off x="7417608" y="1552933"/>
              <a:ext cx="38804" cy="33269"/>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105"/>
            <p:cNvSpPr/>
            <p:nvPr/>
          </p:nvSpPr>
          <p:spPr>
            <a:xfrm>
              <a:off x="7370089" y="2645542"/>
              <a:ext cx="38913" cy="33269"/>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105"/>
            <p:cNvSpPr/>
            <p:nvPr/>
          </p:nvSpPr>
          <p:spPr>
            <a:xfrm>
              <a:off x="7370089" y="2598024"/>
              <a:ext cx="38913" cy="33316"/>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105"/>
            <p:cNvSpPr/>
            <p:nvPr/>
          </p:nvSpPr>
          <p:spPr>
            <a:xfrm>
              <a:off x="7370089" y="2550490"/>
              <a:ext cx="38913" cy="33331"/>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105"/>
            <p:cNvSpPr/>
            <p:nvPr/>
          </p:nvSpPr>
          <p:spPr>
            <a:xfrm>
              <a:off x="7370089" y="2503096"/>
              <a:ext cx="38913" cy="33222"/>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105"/>
            <p:cNvSpPr/>
            <p:nvPr/>
          </p:nvSpPr>
          <p:spPr>
            <a:xfrm>
              <a:off x="7370089" y="2455563"/>
              <a:ext cx="38913" cy="33269"/>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105"/>
            <p:cNvSpPr/>
            <p:nvPr/>
          </p:nvSpPr>
          <p:spPr>
            <a:xfrm>
              <a:off x="7370089" y="2408044"/>
              <a:ext cx="38913" cy="33269"/>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105"/>
            <p:cNvSpPr/>
            <p:nvPr/>
          </p:nvSpPr>
          <p:spPr>
            <a:xfrm>
              <a:off x="7370089" y="1600467"/>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105"/>
            <p:cNvSpPr/>
            <p:nvPr/>
          </p:nvSpPr>
          <p:spPr>
            <a:xfrm>
              <a:off x="7370089" y="155293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105"/>
            <p:cNvSpPr/>
            <p:nvPr/>
          </p:nvSpPr>
          <p:spPr>
            <a:xfrm>
              <a:off x="7322680"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105"/>
            <p:cNvSpPr/>
            <p:nvPr/>
          </p:nvSpPr>
          <p:spPr>
            <a:xfrm>
              <a:off x="7322680"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105"/>
            <p:cNvSpPr/>
            <p:nvPr/>
          </p:nvSpPr>
          <p:spPr>
            <a:xfrm>
              <a:off x="7322680" y="250309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105"/>
            <p:cNvSpPr/>
            <p:nvPr/>
          </p:nvSpPr>
          <p:spPr>
            <a:xfrm>
              <a:off x="7322680"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105"/>
            <p:cNvSpPr/>
            <p:nvPr/>
          </p:nvSpPr>
          <p:spPr>
            <a:xfrm>
              <a:off x="7322680"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105"/>
            <p:cNvSpPr/>
            <p:nvPr/>
          </p:nvSpPr>
          <p:spPr>
            <a:xfrm>
              <a:off x="7322680"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105"/>
            <p:cNvSpPr/>
            <p:nvPr/>
          </p:nvSpPr>
          <p:spPr>
            <a:xfrm>
              <a:off x="7322680"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105"/>
            <p:cNvSpPr/>
            <p:nvPr/>
          </p:nvSpPr>
          <p:spPr>
            <a:xfrm>
              <a:off x="7275162"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105"/>
            <p:cNvSpPr/>
            <p:nvPr/>
          </p:nvSpPr>
          <p:spPr>
            <a:xfrm>
              <a:off x="7275162"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105"/>
            <p:cNvSpPr/>
            <p:nvPr/>
          </p:nvSpPr>
          <p:spPr>
            <a:xfrm>
              <a:off x="7275162"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105"/>
            <p:cNvSpPr/>
            <p:nvPr/>
          </p:nvSpPr>
          <p:spPr>
            <a:xfrm>
              <a:off x="7275162"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105"/>
            <p:cNvSpPr/>
            <p:nvPr/>
          </p:nvSpPr>
          <p:spPr>
            <a:xfrm>
              <a:off x="7275162"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105"/>
            <p:cNvSpPr/>
            <p:nvPr/>
          </p:nvSpPr>
          <p:spPr>
            <a:xfrm>
              <a:off x="7275162"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105"/>
            <p:cNvSpPr/>
            <p:nvPr/>
          </p:nvSpPr>
          <p:spPr>
            <a:xfrm>
              <a:off x="7227628" y="2360510"/>
              <a:ext cx="38804" cy="33331"/>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105"/>
            <p:cNvSpPr/>
            <p:nvPr/>
          </p:nvSpPr>
          <p:spPr>
            <a:xfrm>
              <a:off x="7227628"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105"/>
            <p:cNvSpPr/>
            <p:nvPr/>
          </p:nvSpPr>
          <p:spPr>
            <a:xfrm>
              <a:off x="722762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105"/>
            <p:cNvSpPr/>
            <p:nvPr/>
          </p:nvSpPr>
          <p:spPr>
            <a:xfrm>
              <a:off x="7227628"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105"/>
            <p:cNvSpPr/>
            <p:nvPr/>
          </p:nvSpPr>
          <p:spPr>
            <a:xfrm>
              <a:off x="7180110" y="2360510"/>
              <a:ext cx="38913" cy="33331"/>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105"/>
            <p:cNvSpPr/>
            <p:nvPr/>
          </p:nvSpPr>
          <p:spPr>
            <a:xfrm>
              <a:off x="7180110" y="2312992"/>
              <a:ext cx="38913" cy="33316"/>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105"/>
            <p:cNvSpPr/>
            <p:nvPr/>
          </p:nvSpPr>
          <p:spPr>
            <a:xfrm>
              <a:off x="7180110" y="160046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105"/>
            <p:cNvSpPr/>
            <p:nvPr/>
          </p:nvSpPr>
          <p:spPr>
            <a:xfrm>
              <a:off x="7180110"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105"/>
            <p:cNvSpPr/>
            <p:nvPr/>
          </p:nvSpPr>
          <p:spPr>
            <a:xfrm>
              <a:off x="7180110" y="145802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105"/>
            <p:cNvSpPr/>
            <p:nvPr/>
          </p:nvSpPr>
          <p:spPr>
            <a:xfrm>
              <a:off x="7180110" y="1362969"/>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105"/>
            <p:cNvSpPr/>
            <p:nvPr/>
          </p:nvSpPr>
          <p:spPr>
            <a:xfrm>
              <a:off x="7132576" y="2455563"/>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105"/>
            <p:cNvSpPr/>
            <p:nvPr/>
          </p:nvSpPr>
          <p:spPr>
            <a:xfrm>
              <a:off x="7132576" y="2408044"/>
              <a:ext cx="38928" cy="33269"/>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105"/>
            <p:cNvSpPr/>
            <p:nvPr/>
          </p:nvSpPr>
          <p:spPr>
            <a:xfrm>
              <a:off x="7132576" y="2312992"/>
              <a:ext cx="38928" cy="33316"/>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105"/>
            <p:cNvSpPr/>
            <p:nvPr/>
          </p:nvSpPr>
          <p:spPr>
            <a:xfrm>
              <a:off x="7132576"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105"/>
            <p:cNvSpPr/>
            <p:nvPr/>
          </p:nvSpPr>
          <p:spPr>
            <a:xfrm>
              <a:off x="7132576" y="145802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105"/>
            <p:cNvSpPr/>
            <p:nvPr/>
          </p:nvSpPr>
          <p:spPr>
            <a:xfrm>
              <a:off x="7085182" y="2503096"/>
              <a:ext cx="38788" cy="33222"/>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105"/>
            <p:cNvSpPr/>
            <p:nvPr/>
          </p:nvSpPr>
          <p:spPr>
            <a:xfrm>
              <a:off x="7085182" y="2455563"/>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105"/>
            <p:cNvSpPr/>
            <p:nvPr/>
          </p:nvSpPr>
          <p:spPr>
            <a:xfrm>
              <a:off x="7085182" y="2408044"/>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105"/>
            <p:cNvSpPr/>
            <p:nvPr/>
          </p:nvSpPr>
          <p:spPr>
            <a:xfrm>
              <a:off x="7085182" y="2265583"/>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105"/>
            <p:cNvSpPr/>
            <p:nvPr/>
          </p:nvSpPr>
          <p:spPr>
            <a:xfrm>
              <a:off x="7085182"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105"/>
            <p:cNvSpPr/>
            <p:nvPr/>
          </p:nvSpPr>
          <p:spPr>
            <a:xfrm>
              <a:off x="7085182"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105"/>
            <p:cNvSpPr/>
            <p:nvPr/>
          </p:nvSpPr>
          <p:spPr>
            <a:xfrm>
              <a:off x="7085182"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105"/>
            <p:cNvSpPr/>
            <p:nvPr/>
          </p:nvSpPr>
          <p:spPr>
            <a:xfrm>
              <a:off x="7085182" y="1362969"/>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105"/>
            <p:cNvSpPr/>
            <p:nvPr/>
          </p:nvSpPr>
          <p:spPr>
            <a:xfrm>
              <a:off x="7037648" y="2550490"/>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105"/>
            <p:cNvSpPr/>
            <p:nvPr/>
          </p:nvSpPr>
          <p:spPr>
            <a:xfrm>
              <a:off x="7037648"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105"/>
            <p:cNvSpPr/>
            <p:nvPr/>
          </p:nvSpPr>
          <p:spPr>
            <a:xfrm>
              <a:off x="7037648"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105"/>
            <p:cNvSpPr/>
            <p:nvPr/>
          </p:nvSpPr>
          <p:spPr>
            <a:xfrm>
              <a:off x="7037648"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105"/>
            <p:cNvSpPr/>
            <p:nvPr/>
          </p:nvSpPr>
          <p:spPr>
            <a:xfrm>
              <a:off x="703764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105"/>
            <p:cNvSpPr/>
            <p:nvPr/>
          </p:nvSpPr>
          <p:spPr>
            <a:xfrm>
              <a:off x="703764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105"/>
            <p:cNvSpPr/>
            <p:nvPr/>
          </p:nvSpPr>
          <p:spPr>
            <a:xfrm>
              <a:off x="703764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105"/>
            <p:cNvSpPr/>
            <p:nvPr/>
          </p:nvSpPr>
          <p:spPr>
            <a:xfrm>
              <a:off x="7037648"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105"/>
            <p:cNvSpPr/>
            <p:nvPr/>
          </p:nvSpPr>
          <p:spPr>
            <a:xfrm>
              <a:off x="699013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105"/>
            <p:cNvSpPr/>
            <p:nvPr/>
          </p:nvSpPr>
          <p:spPr>
            <a:xfrm>
              <a:off x="6990130"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105"/>
            <p:cNvSpPr/>
            <p:nvPr/>
          </p:nvSpPr>
          <p:spPr>
            <a:xfrm>
              <a:off x="6990130"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105"/>
            <p:cNvSpPr/>
            <p:nvPr/>
          </p:nvSpPr>
          <p:spPr>
            <a:xfrm>
              <a:off x="699013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105"/>
            <p:cNvSpPr/>
            <p:nvPr/>
          </p:nvSpPr>
          <p:spPr>
            <a:xfrm>
              <a:off x="699013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105"/>
            <p:cNvSpPr/>
            <p:nvPr/>
          </p:nvSpPr>
          <p:spPr>
            <a:xfrm>
              <a:off x="699013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105"/>
            <p:cNvSpPr/>
            <p:nvPr/>
          </p:nvSpPr>
          <p:spPr>
            <a:xfrm>
              <a:off x="6942596" y="2550490"/>
              <a:ext cx="38928" cy="33331"/>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105"/>
            <p:cNvSpPr/>
            <p:nvPr/>
          </p:nvSpPr>
          <p:spPr>
            <a:xfrm>
              <a:off x="6942596" y="2503096"/>
              <a:ext cx="38928" cy="33222"/>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105"/>
            <p:cNvSpPr/>
            <p:nvPr/>
          </p:nvSpPr>
          <p:spPr>
            <a:xfrm>
              <a:off x="6942596" y="2455563"/>
              <a:ext cx="38928" cy="33269"/>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105"/>
            <p:cNvSpPr/>
            <p:nvPr/>
          </p:nvSpPr>
          <p:spPr>
            <a:xfrm>
              <a:off x="6942596" y="2312992"/>
              <a:ext cx="38928" cy="33316"/>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105"/>
            <p:cNvSpPr/>
            <p:nvPr/>
          </p:nvSpPr>
          <p:spPr>
            <a:xfrm>
              <a:off x="6942596" y="2265583"/>
              <a:ext cx="38928" cy="33238"/>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105"/>
            <p:cNvSpPr/>
            <p:nvPr/>
          </p:nvSpPr>
          <p:spPr>
            <a:xfrm>
              <a:off x="6942596" y="2218065"/>
              <a:ext cx="38928" cy="33269"/>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105"/>
            <p:cNvSpPr/>
            <p:nvPr/>
          </p:nvSpPr>
          <p:spPr>
            <a:xfrm>
              <a:off x="689506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105"/>
            <p:cNvSpPr/>
            <p:nvPr/>
          </p:nvSpPr>
          <p:spPr>
            <a:xfrm>
              <a:off x="689506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105"/>
            <p:cNvSpPr/>
            <p:nvPr/>
          </p:nvSpPr>
          <p:spPr>
            <a:xfrm>
              <a:off x="6895062" y="2360510"/>
              <a:ext cx="38928" cy="33331"/>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105"/>
            <p:cNvSpPr/>
            <p:nvPr/>
          </p:nvSpPr>
          <p:spPr>
            <a:xfrm>
              <a:off x="6895062" y="2312992"/>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105"/>
            <p:cNvSpPr/>
            <p:nvPr/>
          </p:nvSpPr>
          <p:spPr>
            <a:xfrm>
              <a:off x="6847668" y="236051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105"/>
            <p:cNvSpPr/>
            <p:nvPr/>
          </p:nvSpPr>
          <p:spPr>
            <a:xfrm>
              <a:off x="6847668"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105"/>
            <p:cNvSpPr/>
            <p:nvPr/>
          </p:nvSpPr>
          <p:spPr>
            <a:xfrm>
              <a:off x="6847668"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105"/>
            <p:cNvSpPr/>
            <p:nvPr/>
          </p:nvSpPr>
          <p:spPr>
            <a:xfrm>
              <a:off x="684766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105"/>
            <p:cNvSpPr/>
            <p:nvPr/>
          </p:nvSpPr>
          <p:spPr>
            <a:xfrm>
              <a:off x="684766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105"/>
            <p:cNvSpPr/>
            <p:nvPr/>
          </p:nvSpPr>
          <p:spPr>
            <a:xfrm>
              <a:off x="6847668" y="2123012"/>
              <a:ext cx="38881" cy="33316"/>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105"/>
            <p:cNvSpPr/>
            <p:nvPr/>
          </p:nvSpPr>
          <p:spPr>
            <a:xfrm>
              <a:off x="680015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105"/>
            <p:cNvSpPr/>
            <p:nvPr/>
          </p:nvSpPr>
          <p:spPr>
            <a:xfrm>
              <a:off x="680015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105"/>
            <p:cNvSpPr/>
            <p:nvPr/>
          </p:nvSpPr>
          <p:spPr>
            <a:xfrm>
              <a:off x="680015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105"/>
            <p:cNvSpPr/>
            <p:nvPr/>
          </p:nvSpPr>
          <p:spPr>
            <a:xfrm>
              <a:off x="6752616" y="2170531"/>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105"/>
            <p:cNvSpPr/>
            <p:nvPr/>
          </p:nvSpPr>
          <p:spPr>
            <a:xfrm>
              <a:off x="6752616" y="2123012"/>
              <a:ext cx="38881" cy="33316"/>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47" name="Google Shape;2847;p105"/>
          <p:cNvSpPr txBox="1"/>
          <p:nvPr/>
        </p:nvSpPr>
        <p:spPr>
          <a:xfrm>
            <a:off x="1679433" y="1667388"/>
            <a:ext cx="2278500" cy="1319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Mercury is the closest planet to the Sun and the smallest one in the Solar System &gt;</a:t>
            </a:r>
            <a:endParaRPr>
              <a:solidFill>
                <a:schemeClr val="accent3"/>
              </a:solidFill>
              <a:latin typeface="Fira Code"/>
              <a:ea typeface="Fira Code"/>
              <a:cs typeface="Fira Code"/>
              <a:sym typeface="Fira Code"/>
            </a:endParaRPr>
          </a:p>
        </p:txBody>
      </p:sp>
      <p:sp>
        <p:nvSpPr>
          <p:cNvPr id="2848" name="Google Shape;2848;p105"/>
          <p:cNvSpPr txBox="1"/>
          <p:nvPr/>
        </p:nvSpPr>
        <p:spPr>
          <a:xfrm>
            <a:off x="18949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a:t>
            </a:r>
            <a:endParaRPr>
              <a:solidFill>
                <a:schemeClr val="accent3"/>
              </a:solidFill>
              <a:latin typeface="Fira Code"/>
              <a:ea typeface="Fira Code"/>
              <a:cs typeface="Fira Code"/>
              <a:sym typeface="Fira Code"/>
            </a:endParaRPr>
          </a:p>
        </p:txBody>
      </p:sp>
      <p:sp>
        <p:nvSpPr>
          <p:cNvPr id="2849" name="Google Shape;2849;p105"/>
          <p:cNvSpPr/>
          <p:nvPr/>
        </p:nvSpPr>
        <p:spPr>
          <a:xfrm>
            <a:off x="1784213" y="3242188"/>
            <a:ext cx="110700" cy="110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105"/>
          <p:cNvSpPr txBox="1"/>
          <p:nvPr/>
        </p:nvSpPr>
        <p:spPr>
          <a:xfrm>
            <a:off x="28747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Ceres</a:t>
            </a:r>
            <a:endParaRPr>
              <a:solidFill>
                <a:schemeClr val="accent3"/>
              </a:solidFill>
              <a:latin typeface="Fira Code"/>
              <a:ea typeface="Fira Code"/>
              <a:cs typeface="Fira Code"/>
              <a:sym typeface="Fira Code"/>
            </a:endParaRPr>
          </a:p>
        </p:txBody>
      </p:sp>
      <p:sp>
        <p:nvSpPr>
          <p:cNvPr id="2851" name="Google Shape;2851;p105"/>
          <p:cNvSpPr/>
          <p:nvPr/>
        </p:nvSpPr>
        <p:spPr>
          <a:xfrm>
            <a:off x="2764013" y="3242188"/>
            <a:ext cx="110700" cy="110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105"/>
          <p:cNvSpPr txBox="1"/>
          <p:nvPr/>
        </p:nvSpPr>
        <p:spPr>
          <a:xfrm>
            <a:off x="38545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a:t>
            </a:r>
            <a:endParaRPr>
              <a:solidFill>
                <a:schemeClr val="accent3"/>
              </a:solidFill>
              <a:latin typeface="Fira Code"/>
              <a:ea typeface="Fira Code"/>
              <a:cs typeface="Fira Code"/>
              <a:sym typeface="Fira Code"/>
            </a:endParaRPr>
          </a:p>
        </p:txBody>
      </p:sp>
      <p:sp>
        <p:nvSpPr>
          <p:cNvPr id="2853" name="Google Shape;2853;p105"/>
          <p:cNvSpPr/>
          <p:nvPr/>
        </p:nvSpPr>
        <p:spPr>
          <a:xfrm>
            <a:off x="3743813" y="3242188"/>
            <a:ext cx="110700" cy="1107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4" name="Google Shape;2854;p105"/>
          <p:cNvGrpSpPr/>
          <p:nvPr/>
        </p:nvGrpSpPr>
        <p:grpSpPr>
          <a:xfrm>
            <a:off x="1084825" y="1152525"/>
            <a:ext cx="506100" cy="3417500"/>
            <a:chOff x="1084825" y="1152525"/>
            <a:chExt cx="506100" cy="3417500"/>
          </a:xfrm>
        </p:grpSpPr>
        <p:sp>
          <p:nvSpPr>
            <p:cNvPr id="2855" name="Google Shape;2855;p10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856" name="Google Shape;2856;p105"/>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Shape 2860"/>
        <p:cNvGrpSpPr/>
        <p:nvPr/>
      </p:nvGrpSpPr>
      <p:grpSpPr>
        <a:xfrm>
          <a:off x="0" y="0"/>
          <a:ext cx="0" cy="0"/>
          <a:chOff x="0" y="0"/>
          <a:chExt cx="0" cy="0"/>
        </a:xfrm>
      </p:grpSpPr>
      <p:sp>
        <p:nvSpPr>
          <p:cNvPr id="2861" name="Google Shape;2861;p10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Planning of </a:t>
            </a:r>
            <a:r>
              <a:rPr lang="en">
                <a:solidFill>
                  <a:schemeClr val="accent2"/>
                </a:solidFill>
              </a:rPr>
              <a:t>‘September’</a:t>
            </a:r>
            <a:r>
              <a:rPr lang="en">
                <a:solidFill>
                  <a:schemeClr val="accent6"/>
                </a:solidFill>
              </a:rPr>
              <a:t>{</a:t>
            </a:r>
            <a:endParaRPr>
              <a:solidFill>
                <a:schemeClr val="accent6"/>
              </a:solidFill>
            </a:endParaRPr>
          </a:p>
        </p:txBody>
      </p:sp>
      <p:sp>
        <p:nvSpPr>
          <p:cNvPr id="2862" name="Google Shape;2862;p106"/>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863" name="Google Shape;2863;p106"/>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864" name="Google Shape;2864;p106"/>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aphicFrame>
        <p:nvGraphicFramePr>
          <p:cNvPr id="2865" name="Google Shape;2865;p106"/>
          <p:cNvGraphicFramePr/>
          <p:nvPr/>
        </p:nvGraphicFramePr>
        <p:xfrm>
          <a:off x="1681025" y="1353045"/>
          <a:ext cx="3000000" cy="3000000"/>
        </p:xfrm>
        <a:graphic>
          <a:graphicData uri="http://schemas.openxmlformats.org/drawingml/2006/table">
            <a:tbl>
              <a:tblPr>
                <a:noFill/>
                <a:tableStyleId>{3D587759-9986-4914-98AE-49296307D1F9}</a:tableStyleId>
              </a:tblPr>
              <a:tblGrid>
                <a:gridCol w="431925">
                  <a:extLst>
                    <a:ext uri="{9D8B030D-6E8A-4147-A177-3AD203B41FA5}">
                      <a16:colId xmlns:a16="http://schemas.microsoft.com/office/drawing/2014/main" val="20000"/>
                    </a:ext>
                  </a:extLst>
                </a:gridCol>
                <a:gridCol w="431925">
                  <a:extLst>
                    <a:ext uri="{9D8B030D-6E8A-4147-A177-3AD203B41FA5}">
                      <a16:colId xmlns:a16="http://schemas.microsoft.com/office/drawing/2014/main" val="20001"/>
                    </a:ext>
                  </a:extLst>
                </a:gridCol>
                <a:gridCol w="431925">
                  <a:extLst>
                    <a:ext uri="{9D8B030D-6E8A-4147-A177-3AD203B41FA5}">
                      <a16:colId xmlns:a16="http://schemas.microsoft.com/office/drawing/2014/main" val="20002"/>
                    </a:ext>
                  </a:extLst>
                </a:gridCol>
                <a:gridCol w="431925">
                  <a:extLst>
                    <a:ext uri="{9D8B030D-6E8A-4147-A177-3AD203B41FA5}">
                      <a16:colId xmlns:a16="http://schemas.microsoft.com/office/drawing/2014/main" val="20003"/>
                    </a:ext>
                  </a:extLst>
                </a:gridCol>
                <a:gridCol w="431925">
                  <a:extLst>
                    <a:ext uri="{9D8B030D-6E8A-4147-A177-3AD203B41FA5}">
                      <a16:colId xmlns:a16="http://schemas.microsoft.com/office/drawing/2014/main" val="20004"/>
                    </a:ext>
                  </a:extLst>
                </a:gridCol>
                <a:gridCol w="431925">
                  <a:extLst>
                    <a:ext uri="{9D8B030D-6E8A-4147-A177-3AD203B41FA5}">
                      <a16:colId xmlns:a16="http://schemas.microsoft.com/office/drawing/2014/main" val="20005"/>
                    </a:ext>
                  </a:extLst>
                </a:gridCol>
                <a:gridCol w="431925">
                  <a:extLst>
                    <a:ext uri="{9D8B030D-6E8A-4147-A177-3AD203B41FA5}">
                      <a16:colId xmlns:a16="http://schemas.microsoft.com/office/drawing/2014/main" val="20006"/>
                    </a:ext>
                  </a:extLst>
                </a:gridCol>
              </a:tblGrid>
              <a:tr h="334875">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M</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W</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F</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0"/>
                  </a:ext>
                </a:extLst>
              </a:tr>
              <a:tr h="305250">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01</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02</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03</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1"/>
                  </a:ext>
                </a:extLst>
              </a:tr>
              <a:tr h="305250">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06</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08</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10</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11</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12</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2"/>
                  </a:ext>
                </a:extLst>
              </a:tr>
              <a:tr h="305250">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13</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16</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17</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3"/>
                  </a:ext>
                </a:extLst>
              </a:tr>
              <a:tr h="305250">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20</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21</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22</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23</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26</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4"/>
                  </a:ext>
                </a:extLst>
              </a:tr>
              <a:tr h="396200">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29</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30</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cxnSp>
        <p:nvCxnSpPr>
          <p:cNvPr id="2866" name="Google Shape;2866;p106"/>
          <p:cNvCxnSpPr/>
          <p:nvPr/>
        </p:nvCxnSpPr>
        <p:spPr>
          <a:xfrm>
            <a:off x="2722925" y="2180172"/>
            <a:ext cx="5709300" cy="0"/>
          </a:xfrm>
          <a:prstGeom prst="straightConnector1">
            <a:avLst/>
          </a:prstGeom>
          <a:noFill/>
          <a:ln w="9525" cap="flat" cmpd="sng">
            <a:solidFill>
              <a:schemeClr val="accent4"/>
            </a:solidFill>
            <a:prstDash val="solid"/>
            <a:round/>
            <a:headEnd type="none" w="med" len="med"/>
            <a:tailEnd type="none" w="med" len="med"/>
          </a:ln>
        </p:spPr>
      </p:cxnSp>
      <p:cxnSp>
        <p:nvCxnSpPr>
          <p:cNvPr id="2867" name="Google Shape;2867;p106"/>
          <p:cNvCxnSpPr/>
          <p:nvPr/>
        </p:nvCxnSpPr>
        <p:spPr>
          <a:xfrm>
            <a:off x="1771675" y="2572467"/>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868" name="Google Shape;2868;p106"/>
          <p:cNvCxnSpPr/>
          <p:nvPr/>
        </p:nvCxnSpPr>
        <p:spPr>
          <a:xfrm>
            <a:off x="1771675" y="2964761"/>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869" name="Google Shape;2869;p106"/>
          <p:cNvCxnSpPr/>
          <p:nvPr/>
        </p:nvCxnSpPr>
        <p:spPr>
          <a:xfrm>
            <a:off x="1771675" y="3357056"/>
            <a:ext cx="6660600" cy="0"/>
          </a:xfrm>
          <a:prstGeom prst="straightConnector1">
            <a:avLst/>
          </a:prstGeom>
          <a:noFill/>
          <a:ln w="9525" cap="flat" cmpd="sng">
            <a:solidFill>
              <a:schemeClr val="accent4"/>
            </a:solidFill>
            <a:prstDash val="solid"/>
            <a:round/>
            <a:headEnd type="none" w="med" len="med"/>
            <a:tailEnd type="none" w="med" len="med"/>
          </a:ln>
        </p:spPr>
      </p:cxnSp>
      <p:sp>
        <p:nvSpPr>
          <p:cNvPr id="2870" name="Google Shape;2870;p106"/>
          <p:cNvSpPr txBox="1"/>
          <p:nvPr/>
        </p:nvSpPr>
        <p:spPr>
          <a:xfrm>
            <a:off x="5018825" y="1868375"/>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Mercury is the smallest planet</a:t>
            </a:r>
            <a:endParaRPr>
              <a:solidFill>
                <a:schemeClr val="accent1"/>
              </a:solidFill>
              <a:latin typeface="Fira Code"/>
              <a:ea typeface="Fira Code"/>
              <a:cs typeface="Fira Code"/>
              <a:sym typeface="Fira Code"/>
            </a:endParaRPr>
          </a:p>
        </p:txBody>
      </p:sp>
      <p:sp>
        <p:nvSpPr>
          <p:cNvPr id="2871" name="Google Shape;2871;p106"/>
          <p:cNvSpPr txBox="1"/>
          <p:nvPr/>
        </p:nvSpPr>
        <p:spPr>
          <a:xfrm>
            <a:off x="5018825" y="2260669"/>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Venus has a beautiful name</a:t>
            </a:r>
            <a:endParaRPr>
              <a:solidFill>
                <a:schemeClr val="lt2"/>
              </a:solidFill>
              <a:latin typeface="Fira Code"/>
              <a:ea typeface="Fira Code"/>
              <a:cs typeface="Fira Code"/>
              <a:sym typeface="Fira Code"/>
            </a:endParaRPr>
          </a:p>
        </p:txBody>
      </p:sp>
      <p:sp>
        <p:nvSpPr>
          <p:cNvPr id="2872" name="Google Shape;2872;p106"/>
          <p:cNvSpPr txBox="1"/>
          <p:nvPr/>
        </p:nvSpPr>
        <p:spPr>
          <a:xfrm>
            <a:off x="5018825" y="2652964"/>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The Earth is the third planet</a:t>
            </a:r>
            <a:endParaRPr>
              <a:solidFill>
                <a:schemeClr val="dk2"/>
              </a:solidFill>
              <a:latin typeface="Fira Code"/>
              <a:ea typeface="Fira Code"/>
              <a:cs typeface="Fira Code"/>
              <a:sym typeface="Fira Code"/>
            </a:endParaRPr>
          </a:p>
        </p:txBody>
      </p:sp>
      <p:sp>
        <p:nvSpPr>
          <p:cNvPr id="2873" name="Google Shape;2873;p106"/>
          <p:cNvSpPr txBox="1"/>
          <p:nvPr/>
        </p:nvSpPr>
        <p:spPr>
          <a:xfrm>
            <a:off x="5018825" y="3045258"/>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latin typeface="Fira Code"/>
                <a:ea typeface="Fira Code"/>
                <a:cs typeface="Fira Code"/>
                <a:sym typeface="Fira Code"/>
              </a:rPr>
              <a:t>Mars is actually a cold place</a:t>
            </a:r>
            <a:endParaRPr>
              <a:solidFill>
                <a:schemeClr val="accent2"/>
              </a:solidFill>
              <a:latin typeface="Fira Code"/>
              <a:ea typeface="Fira Code"/>
              <a:cs typeface="Fira Code"/>
              <a:sym typeface="Fira Code"/>
            </a:endParaRPr>
          </a:p>
        </p:txBody>
      </p:sp>
      <p:cxnSp>
        <p:nvCxnSpPr>
          <p:cNvPr id="2874" name="Google Shape;2874;p106"/>
          <p:cNvCxnSpPr/>
          <p:nvPr/>
        </p:nvCxnSpPr>
        <p:spPr>
          <a:xfrm>
            <a:off x="1771675" y="3749350"/>
            <a:ext cx="6660600" cy="0"/>
          </a:xfrm>
          <a:prstGeom prst="straightConnector1">
            <a:avLst/>
          </a:prstGeom>
          <a:noFill/>
          <a:ln w="9525" cap="flat" cmpd="sng">
            <a:solidFill>
              <a:schemeClr val="accent4"/>
            </a:solidFill>
            <a:prstDash val="solid"/>
            <a:round/>
            <a:headEnd type="none" w="med" len="med"/>
            <a:tailEnd type="none" w="med" len="med"/>
          </a:ln>
        </p:spPr>
      </p:cxnSp>
      <p:sp>
        <p:nvSpPr>
          <p:cNvPr id="2875" name="Google Shape;2875;p106"/>
          <p:cNvSpPr txBox="1"/>
          <p:nvPr/>
        </p:nvSpPr>
        <p:spPr>
          <a:xfrm>
            <a:off x="5018825" y="3437553"/>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Fira Code"/>
                <a:ea typeface="Fira Code"/>
                <a:cs typeface="Fira Code"/>
                <a:sym typeface="Fira Code"/>
              </a:rPr>
              <a:t>Jupiter is a gas giant</a:t>
            </a:r>
            <a:endParaRPr>
              <a:solidFill>
                <a:schemeClr val="lt1"/>
              </a:solidFill>
              <a:latin typeface="Fira Code"/>
              <a:ea typeface="Fira Code"/>
              <a:cs typeface="Fira Code"/>
              <a:sym typeface="Fira Code"/>
            </a:endParaRPr>
          </a:p>
        </p:txBody>
      </p:sp>
      <p:grpSp>
        <p:nvGrpSpPr>
          <p:cNvPr id="2876" name="Google Shape;2876;p106"/>
          <p:cNvGrpSpPr/>
          <p:nvPr/>
        </p:nvGrpSpPr>
        <p:grpSpPr>
          <a:xfrm>
            <a:off x="1084825" y="1152525"/>
            <a:ext cx="506100" cy="3417500"/>
            <a:chOff x="1084825" y="1152525"/>
            <a:chExt cx="506100" cy="3417500"/>
          </a:xfrm>
        </p:grpSpPr>
        <p:sp>
          <p:nvSpPr>
            <p:cNvPr id="2877" name="Google Shape;2877;p10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878" name="Google Shape;2878;p10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Shape 2882"/>
        <p:cNvGrpSpPr/>
        <p:nvPr/>
      </p:nvGrpSpPr>
      <p:grpSpPr>
        <a:xfrm>
          <a:off x="0" y="0"/>
          <a:ext cx="0" cy="0"/>
          <a:chOff x="0" y="0"/>
          <a:chExt cx="0" cy="0"/>
        </a:xfrm>
      </p:grpSpPr>
      <p:sp>
        <p:nvSpPr>
          <p:cNvPr id="2883" name="Google Shape;2883;p10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JavaScript For </a:t>
            </a:r>
            <a:r>
              <a:rPr lang="en">
                <a:solidFill>
                  <a:schemeClr val="accent2"/>
                </a:solidFill>
              </a:rPr>
              <a:t>‘Beginners’ </a:t>
            </a:r>
            <a:r>
              <a:rPr lang="en">
                <a:solidFill>
                  <a:schemeClr val="accent6"/>
                </a:solidFill>
              </a:rPr>
              <a:t>{</a:t>
            </a:r>
            <a:endParaRPr>
              <a:solidFill>
                <a:schemeClr val="accent2"/>
              </a:solidFill>
            </a:endParaRPr>
          </a:p>
        </p:txBody>
      </p:sp>
      <p:sp>
        <p:nvSpPr>
          <p:cNvPr id="2884" name="Google Shape;2884;p10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 is the closest planet to the Sun</a:t>
            </a:r>
            <a:endParaRPr/>
          </a:p>
        </p:txBody>
      </p:sp>
      <p:sp>
        <p:nvSpPr>
          <p:cNvPr id="2885" name="Google Shape;2885;p10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2886" name="Google Shape;2886;p10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 is a gas giant and has several rings</a:t>
            </a:r>
            <a:endParaRPr/>
          </a:p>
        </p:txBody>
      </p:sp>
      <p:sp>
        <p:nvSpPr>
          <p:cNvPr id="2887" name="Google Shape;2887;p10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2888" name="Google Shape;2888;p10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cold place</a:t>
            </a:r>
            <a:endParaRPr/>
          </a:p>
        </p:txBody>
      </p:sp>
      <p:sp>
        <p:nvSpPr>
          <p:cNvPr id="2889" name="Google Shape;2889;p10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2890" name="Google Shape;2890;p10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 is the biggest planet</a:t>
            </a:r>
            <a:endParaRPr/>
          </a:p>
        </p:txBody>
      </p:sp>
      <p:sp>
        <p:nvSpPr>
          <p:cNvPr id="2891" name="Google Shape;2891;p10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2892" name="Google Shape;2892;p10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is the second planet from the Sun</a:t>
            </a:r>
            <a:endParaRPr/>
          </a:p>
        </p:txBody>
      </p:sp>
      <p:sp>
        <p:nvSpPr>
          <p:cNvPr id="2893" name="Google Shape;2893;p10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2894" name="Google Shape;2894;p10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 is very far from the Earth</a:t>
            </a:r>
            <a:endParaRPr/>
          </a:p>
        </p:txBody>
      </p:sp>
      <p:sp>
        <p:nvSpPr>
          <p:cNvPr id="2895" name="Google Shape;2895;p10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a:t>
            </a:r>
            <a:endParaRPr/>
          </a:p>
        </p:txBody>
      </p:sp>
      <p:sp>
        <p:nvSpPr>
          <p:cNvPr id="2896" name="Google Shape;2896;p107"/>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897" name="Google Shape;2897;p107"/>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898" name="Google Shape;2898;p107"/>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899" name="Google Shape;2899;p107"/>
          <p:cNvGrpSpPr/>
          <p:nvPr/>
        </p:nvGrpSpPr>
        <p:grpSpPr>
          <a:xfrm>
            <a:off x="1084825" y="1152525"/>
            <a:ext cx="506100" cy="3417500"/>
            <a:chOff x="1084825" y="1152525"/>
            <a:chExt cx="506100" cy="3417500"/>
          </a:xfrm>
        </p:grpSpPr>
        <p:sp>
          <p:nvSpPr>
            <p:cNvPr id="2900" name="Google Shape;2900;p10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901" name="Google Shape;2901;p10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Shape 2905"/>
        <p:cNvGrpSpPr/>
        <p:nvPr/>
      </p:nvGrpSpPr>
      <p:grpSpPr>
        <a:xfrm>
          <a:off x="0" y="0"/>
          <a:ext cx="0" cy="0"/>
          <a:chOff x="0" y="0"/>
          <a:chExt cx="0" cy="0"/>
        </a:xfrm>
      </p:grpSpPr>
      <p:sp>
        <p:nvSpPr>
          <p:cNvPr id="2906" name="Google Shape;2906;p108"/>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Desktop </a:t>
            </a:r>
            <a:r>
              <a:rPr lang="en">
                <a:solidFill>
                  <a:schemeClr val="accent2"/>
                </a:solidFill>
              </a:rPr>
              <a:t>Software</a:t>
            </a:r>
            <a:r>
              <a:rPr lang="en">
                <a:solidFill>
                  <a:schemeClr val="lt1"/>
                </a:solidFill>
              </a:rPr>
              <a:t> </a:t>
            </a:r>
            <a:r>
              <a:rPr lang="en">
                <a:solidFill>
                  <a:schemeClr val="accent3"/>
                </a:solidFill>
              </a:rPr>
              <a:t>{</a:t>
            </a:r>
            <a:endParaRPr>
              <a:solidFill>
                <a:schemeClr val="lt1"/>
              </a:solidFill>
            </a:endParaRPr>
          </a:p>
        </p:txBody>
      </p:sp>
      <p:sp>
        <p:nvSpPr>
          <p:cNvPr id="2907" name="Google Shape;2907;p108"/>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delete this one, add yours and center it properly</a:t>
            </a:r>
            <a:endParaRPr/>
          </a:p>
        </p:txBody>
      </p:sp>
      <p:sp>
        <p:nvSpPr>
          <p:cNvPr id="2908" name="Google Shape;2908;p10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909" name="Google Shape;2909;p10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pic>
        <p:nvPicPr>
          <p:cNvPr id="2910" name="Google Shape;2910;p108"/>
          <p:cNvPicPr preferRelativeResize="0"/>
          <p:nvPr/>
        </p:nvPicPr>
        <p:blipFill rotWithShape="1">
          <a:blip r:embed="rId3">
            <a:alphaModFix/>
          </a:blip>
          <a:srcRect l="1295" r="1305"/>
          <a:stretch/>
        </p:blipFill>
        <p:spPr>
          <a:xfrm>
            <a:off x="5147992" y="1304555"/>
            <a:ext cx="3131950" cy="1808731"/>
          </a:xfrm>
          <a:prstGeom prst="rect">
            <a:avLst/>
          </a:prstGeom>
          <a:noFill/>
          <a:ln w="9525" cap="flat" cmpd="sng">
            <a:solidFill>
              <a:schemeClr val="accent3"/>
            </a:solidFill>
            <a:prstDash val="solid"/>
            <a:round/>
            <a:headEnd type="none" w="sm" len="sm"/>
            <a:tailEnd type="none" w="sm" len="sm"/>
          </a:ln>
        </p:spPr>
      </p:pic>
      <p:grpSp>
        <p:nvGrpSpPr>
          <p:cNvPr id="2911" name="Google Shape;2911;p108"/>
          <p:cNvGrpSpPr/>
          <p:nvPr/>
        </p:nvGrpSpPr>
        <p:grpSpPr>
          <a:xfrm>
            <a:off x="1084825" y="2246100"/>
            <a:ext cx="506100" cy="2323925"/>
            <a:chOff x="1084825" y="2246100"/>
            <a:chExt cx="506100" cy="2323925"/>
          </a:xfrm>
        </p:grpSpPr>
        <p:sp>
          <p:nvSpPr>
            <p:cNvPr id="2912" name="Google Shape;2912;p108"/>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913" name="Google Shape;2913;p108"/>
            <p:cNvCxnSpPr/>
            <p:nvPr/>
          </p:nvCxnSpPr>
          <p:spPr>
            <a:xfrm>
              <a:off x="1337875" y="2246100"/>
              <a:ext cx="0" cy="1687500"/>
            </a:xfrm>
            <a:prstGeom prst="straightConnector1">
              <a:avLst/>
            </a:prstGeom>
            <a:noFill/>
            <a:ln w="9525" cap="flat" cmpd="sng">
              <a:solidFill>
                <a:schemeClr val="accent4"/>
              </a:solidFill>
              <a:prstDash val="solid"/>
              <a:round/>
              <a:headEnd type="none" w="med" len="med"/>
              <a:tailEnd type="none" w="med" len="med"/>
            </a:ln>
          </p:spPr>
        </p:cxnSp>
      </p:grpSp>
      <p:sp>
        <p:nvSpPr>
          <p:cNvPr id="2914" name="Google Shape;2914;p10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1200"/>
              </a:spcAft>
              <a:buNone/>
            </a:pPr>
            <a:r>
              <a:rPr lang="en" sz="1400">
                <a:solidFill>
                  <a:schemeClr val="accent3"/>
                </a:solidFill>
              </a:rPr>
              <a:t>workshop.css</a:t>
            </a:r>
            <a:endParaRPr sz="1400">
              <a:solidFill>
                <a:schemeClr val="accent3"/>
              </a:solidFill>
            </a:endParaRPr>
          </a:p>
        </p:txBody>
      </p:sp>
      <p:grpSp>
        <p:nvGrpSpPr>
          <p:cNvPr id="2915" name="Google Shape;2915;p108"/>
          <p:cNvGrpSpPr/>
          <p:nvPr/>
        </p:nvGrpSpPr>
        <p:grpSpPr>
          <a:xfrm>
            <a:off x="4994678" y="1173377"/>
            <a:ext cx="3439196" cy="2775803"/>
            <a:chOff x="4994678" y="1173377"/>
            <a:chExt cx="3439196" cy="2775803"/>
          </a:xfrm>
        </p:grpSpPr>
        <p:grpSp>
          <p:nvGrpSpPr>
            <p:cNvPr id="2916" name="Google Shape;2916;p108"/>
            <p:cNvGrpSpPr/>
            <p:nvPr/>
          </p:nvGrpSpPr>
          <p:grpSpPr>
            <a:xfrm>
              <a:off x="4994678" y="1173377"/>
              <a:ext cx="3439196" cy="2775803"/>
              <a:chOff x="4572031" y="1415284"/>
              <a:chExt cx="2875341" cy="2319354"/>
            </a:xfrm>
          </p:grpSpPr>
          <p:grpSp>
            <p:nvGrpSpPr>
              <p:cNvPr id="2917" name="Google Shape;2917;p108"/>
              <p:cNvGrpSpPr/>
              <p:nvPr/>
            </p:nvGrpSpPr>
            <p:grpSpPr>
              <a:xfrm>
                <a:off x="4572031" y="1415284"/>
                <a:ext cx="2875341" cy="1993075"/>
                <a:chOff x="3665860" y="822037"/>
                <a:chExt cx="4758136" cy="3243937"/>
              </a:xfrm>
            </p:grpSpPr>
            <p:grpSp>
              <p:nvGrpSpPr>
                <p:cNvPr id="2918" name="Google Shape;2918;p108"/>
                <p:cNvGrpSpPr/>
                <p:nvPr/>
              </p:nvGrpSpPr>
              <p:grpSpPr>
                <a:xfrm>
                  <a:off x="3665860" y="822037"/>
                  <a:ext cx="4758136" cy="3243937"/>
                  <a:chOff x="518725" y="252435"/>
                  <a:chExt cx="6524250" cy="4448015"/>
                </a:xfrm>
              </p:grpSpPr>
              <p:sp>
                <p:nvSpPr>
                  <p:cNvPr id="2919" name="Google Shape;2919;p108"/>
                  <p:cNvSpPr/>
                  <p:nvPr/>
                </p:nvSpPr>
                <p:spPr>
                  <a:xfrm>
                    <a:off x="518725" y="4131625"/>
                    <a:ext cx="6524250" cy="568825"/>
                  </a:xfrm>
                  <a:custGeom>
                    <a:avLst/>
                    <a:gdLst/>
                    <a:ahLst/>
                    <a:cxnLst/>
                    <a:rect l="l" t="t" r="r" b="b"/>
                    <a:pathLst>
                      <a:path w="260970" h="22753" extrusionOk="0">
                        <a:moveTo>
                          <a:pt x="0" y="14846"/>
                        </a:moveTo>
                        <a:cubicBezTo>
                          <a:pt x="0" y="19169"/>
                          <a:pt x="4039" y="22753"/>
                          <a:pt x="8305" y="22753"/>
                        </a:cubicBezTo>
                        <a:lnTo>
                          <a:pt x="253120" y="22753"/>
                        </a:lnTo>
                        <a:cubicBezTo>
                          <a:pt x="257443" y="22696"/>
                          <a:pt x="260913" y="19169"/>
                          <a:pt x="260970" y="14846"/>
                        </a:cubicBezTo>
                        <a:lnTo>
                          <a:pt x="260970" y="0"/>
                        </a:lnTo>
                        <a:lnTo>
                          <a:pt x="0" y="0"/>
                        </a:ln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sp>
                <p:nvSpPr>
                  <p:cNvPr id="2920" name="Google Shape;2920;p108"/>
                  <p:cNvSpPr/>
                  <p:nvPr/>
                </p:nvSpPr>
                <p:spPr>
                  <a:xfrm>
                    <a:off x="518725" y="252435"/>
                    <a:ext cx="6524250" cy="3893525"/>
                  </a:xfrm>
                  <a:custGeom>
                    <a:avLst/>
                    <a:gdLst/>
                    <a:ahLst/>
                    <a:cxnLst/>
                    <a:rect l="l" t="t" r="r" b="b"/>
                    <a:pathLst>
                      <a:path w="260970" h="155741" extrusionOk="0">
                        <a:moveTo>
                          <a:pt x="249594" y="9954"/>
                        </a:moveTo>
                        <a:lnTo>
                          <a:pt x="249594" y="144364"/>
                        </a:lnTo>
                        <a:lnTo>
                          <a:pt x="11376" y="144364"/>
                        </a:lnTo>
                        <a:lnTo>
                          <a:pt x="11376" y="9954"/>
                        </a:lnTo>
                        <a:close/>
                        <a:moveTo>
                          <a:pt x="8305" y="0"/>
                        </a:moveTo>
                        <a:cubicBezTo>
                          <a:pt x="4039" y="0"/>
                          <a:pt x="0" y="2844"/>
                          <a:pt x="0" y="7110"/>
                        </a:cubicBezTo>
                        <a:lnTo>
                          <a:pt x="0" y="155740"/>
                        </a:lnTo>
                        <a:lnTo>
                          <a:pt x="260970" y="155740"/>
                        </a:lnTo>
                        <a:lnTo>
                          <a:pt x="260970" y="7110"/>
                        </a:lnTo>
                        <a:cubicBezTo>
                          <a:pt x="260970" y="2844"/>
                          <a:pt x="257386" y="0"/>
                          <a:pt x="253120" y="0"/>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921" name="Google Shape;2921;p108"/>
                <p:cNvSpPr/>
                <p:nvPr/>
              </p:nvSpPr>
              <p:spPr>
                <a:xfrm>
                  <a:off x="5947879" y="3778845"/>
                  <a:ext cx="194076" cy="166189"/>
                </a:xfrm>
                <a:custGeom>
                  <a:avLst/>
                  <a:gdLst/>
                  <a:ahLst/>
                  <a:cxnLst/>
                  <a:rect l="l" t="t" r="r" b="b"/>
                  <a:pathLst>
                    <a:path w="10627" h="9100" extrusionOk="0">
                      <a:moveTo>
                        <a:pt x="6092" y="0"/>
                      </a:moveTo>
                      <a:cubicBezTo>
                        <a:pt x="2020" y="0"/>
                        <a:pt x="0" y="4900"/>
                        <a:pt x="2881" y="7747"/>
                      </a:cubicBezTo>
                      <a:cubicBezTo>
                        <a:pt x="3804" y="8681"/>
                        <a:pt x="4944" y="9100"/>
                        <a:pt x="6063" y="9100"/>
                      </a:cubicBezTo>
                      <a:cubicBezTo>
                        <a:pt x="8391" y="9100"/>
                        <a:pt x="10627" y="7286"/>
                        <a:pt x="10627" y="4536"/>
                      </a:cubicBezTo>
                      <a:cubicBezTo>
                        <a:pt x="10627" y="2020"/>
                        <a:pt x="8608" y="0"/>
                        <a:pt x="6092" y="0"/>
                      </a:cubicBezTo>
                      <a:close/>
                    </a:path>
                  </a:pathLst>
                </a:cu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922" name="Google Shape;2922;p108"/>
              <p:cNvSpPr/>
              <p:nvPr/>
            </p:nvSpPr>
            <p:spPr>
              <a:xfrm>
                <a:off x="5498909" y="3408365"/>
                <a:ext cx="1040944" cy="326273"/>
              </a:xfrm>
              <a:custGeom>
                <a:avLst/>
                <a:gdLst/>
                <a:ahLst/>
                <a:cxnLst/>
                <a:rect l="l" t="t" r="r" b="b"/>
                <a:pathLst>
                  <a:path w="94481" h="29125" extrusionOk="0">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cxnSp>
          <p:nvCxnSpPr>
            <p:cNvPr id="2923" name="Google Shape;2923;p108"/>
            <p:cNvCxnSpPr/>
            <p:nvPr/>
          </p:nvCxnSpPr>
          <p:spPr>
            <a:xfrm rot="10800000">
              <a:off x="5370275" y="3949180"/>
              <a:ext cx="2688000" cy="0"/>
            </a:xfrm>
            <a:prstGeom prst="straightConnector1">
              <a:avLst/>
            </a:prstGeom>
            <a:noFill/>
            <a:ln w="9525" cap="flat" cmpd="sng">
              <a:solidFill>
                <a:schemeClr val="accent3"/>
              </a:solidFill>
              <a:prstDash val="solid"/>
              <a:round/>
              <a:headEnd type="none" w="med" len="med"/>
              <a:tailEnd type="none" w="med" len="med"/>
            </a:ln>
          </p:spPr>
        </p:cxnSp>
      </p:gr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Shape 2927"/>
        <p:cNvGrpSpPr/>
        <p:nvPr/>
      </p:nvGrpSpPr>
      <p:grpSpPr>
        <a:xfrm>
          <a:off x="0" y="0"/>
          <a:ext cx="0" cy="0"/>
          <a:chOff x="0" y="0"/>
          <a:chExt cx="0" cy="0"/>
        </a:xfrm>
      </p:grpSpPr>
      <p:sp>
        <p:nvSpPr>
          <p:cNvPr id="2928" name="Google Shape;2928;p109"/>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 </a:t>
            </a:r>
            <a:r>
              <a:rPr lang="en">
                <a:solidFill>
                  <a:schemeClr val="accent6"/>
                </a:solidFill>
              </a:rPr>
              <a:t>{</a:t>
            </a:r>
            <a:endParaRPr>
              <a:solidFill>
                <a:schemeClr val="accent6"/>
              </a:solidFill>
            </a:endParaRPr>
          </a:p>
        </p:txBody>
      </p:sp>
      <p:sp>
        <p:nvSpPr>
          <p:cNvPr id="2929" name="Google Shape;2929;p109"/>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rPr>
              <a:t>youremail@freepik.com </a:t>
            </a:r>
            <a:endParaRPr>
              <a:solidFill>
                <a:schemeClr val="accent3"/>
              </a:solidFill>
            </a:endParaRPr>
          </a:p>
          <a:p>
            <a:pPr marL="0" lvl="0" indent="0" algn="l" rtl="0">
              <a:spcBef>
                <a:spcPts val="0"/>
              </a:spcBef>
              <a:spcAft>
                <a:spcPts val="0"/>
              </a:spcAft>
              <a:buNone/>
            </a:pPr>
            <a:r>
              <a:rPr lang="en">
                <a:solidFill>
                  <a:schemeClr val="accent3"/>
                </a:solidFill>
              </a:rPr>
              <a:t>+91  620 421 838 </a:t>
            </a:r>
            <a:endParaRPr>
              <a:solidFill>
                <a:schemeClr val="accent3"/>
              </a:solidFill>
            </a:endParaRPr>
          </a:p>
          <a:p>
            <a:pPr marL="0" lvl="0" indent="0" algn="l" rtl="0">
              <a:spcBef>
                <a:spcPts val="0"/>
              </a:spcBef>
              <a:spcAft>
                <a:spcPts val="0"/>
              </a:spcAft>
              <a:buNone/>
            </a:pPr>
            <a:r>
              <a:rPr lang="en">
                <a:solidFill>
                  <a:schemeClr val="accent3"/>
                </a:solidFill>
              </a:rPr>
              <a:t>yourcompany.com</a:t>
            </a:r>
            <a:endParaRPr>
              <a:solidFill>
                <a:schemeClr val="accent3"/>
              </a:solidFill>
            </a:endParaRPr>
          </a:p>
        </p:txBody>
      </p:sp>
      <p:sp>
        <p:nvSpPr>
          <p:cNvPr id="2930" name="Google Shape;2930;p109"/>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‘Do you have any questions?’</a:t>
            </a:r>
            <a:endParaRPr/>
          </a:p>
        </p:txBody>
      </p:sp>
      <p:sp>
        <p:nvSpPr>
          <p:cNvPr id="2931" name="Google Shape;2931;p109"/>
          <p:cNvSpPr txBox="1"/>
          <p:nvPr/>
        </p:nvSpPr>
        <p:spPr>
          <a:xfrm>
            <a:off x="2912425" y="3781775"/>
            <a:ext cx="4418100" cy="295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accent3"/>
                </a:solidFill>
                <a:latin typeface="Fira Code"/>
                <a:ea typeface="Fira Code"/>
                <a:cs typeface="Fira Code"/>
                <a:sym typeface="Fira Code"/>
              </a:rPr>
              <a:t>&lt; Please keep this slide for attribution &gt; </a:t>
            </a:r>
            <a:endParaRPr sz="1200">
              <a:solidFill>
                <a:schemeClr val="accent3"/>
              </a:solidFill>
              <a:latin typeface="Fira Code"/>
              <a:ea typeface="Fira Code"/>
              <a:cs typeface="Fira Code"/>
              <a:sym typeface="Fira Code"/>
            </a:endParaRPr>
          </a:p>
        </p:txBody>
      </p:sp>
      <p:grpSp>
        <p:nvGrpSpPr>
          <p:cNvPr id="2932" name="Google Shape;2932;p109"/>
          <p:cNvGrpSpPr/>
          <p:nvPr/>
        </p:nvGrpSpPr>
        <p:grpSpPr>
          <a:xfrm>
            <a:off x="2584287" y="2579158"/>
            <a:ext cx="375421" cy="353610"/>
            <a:chOff x="4248762" y="2749595"/>
            <a:chExt cx="375421" cy="353610"/>
          </a:xfrm>
        </p:grpSpPr>
        <p:sp>
          <p:nvSpPr>
            <p:cNvPr id="2933" name="Google Shape;2933;p109"/>
            <p:cNvSpPr/>
            <p:nvPr/>
          </p:nvSpPr>
          <p:spPr>
            <a:xfrm>
              <a:off x="4262244" y="2755191"/>
              <a:ext cx="342522" cy="342418"/>
            </a:xfrm>
            <a:custGeom>
              <a:avLst/>
              <a:gdLst/>
              <a:ahLst/>
              <a:cxnLst/>
              <a:rect l="l" t="t" r="r" b="b"/>
              <a:pathLst>
                <a:path w="13160" h="13156" extrusionOk="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109"/>
            <p:cNvSpPr/>
            <p:nvPr/>
          </p:nvSpPr>
          <p:spPr>
            <a:xfrm>
              <a:off x="4321847" y="2829656"/>
              <a:ext cx="186123" cy="267953"/>
            </a:xfrm>
            <a:custGeom>
              <a:avLst/>
              <a:gdLst/>
              <a:ahLst/>
              <a:cxnLst/>
              <a:rect l="l" t="t" r="r" b="b"/>
              <a:pathLst>
                <a:path w="7151" h="10295" extrusionOk="0">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109"/>
            <p:cNvSpPr/>
            <p:nvPr/>
          </p:nvSpPr>
          <p:spPr>
            <a:xfrm>
              <a:off x="4248762" y="2749595"/>
              <a:ext cx="375421" cy="353610"/>
            </a:xfrm>
            <a:custGeom>
              <a:avLst/>
              <a:gdLst/>
              <a:ahLst/>
              <a:cxnLst/>
              <a:rect l="l" t="t" r="r" b="b"/>
              <a:pathLst>
                <a:path w="14424" h="13586" extrusionOk="0">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6" name="Google Shape;2936;p109"/>
          <p:cNvGrpSpPr/>
          <p:nvPr/>
        </p:nvGrpSpPr>
        <p:grpSpPr>
          <a:xfrm>
            <a:off x="3654268" y="2579159"/>
            <a:ext cx="372558" cy="353610"/>
            <a:chOff x="5318743" y="2749597"/>
            <a:chExt cx="372558" cy="353610"/>
          </a:xfrm>
        </p:grpSpPr>
        <p:sp>
          <p:nvSpPr>
            <p:cNvPr id="2937" name="Google Shape;2937;p109"/>
            <p:cNvSpPr/>
            <p:nvPr/>
          </p:nvSpPr>
          <p:spPr>
            <a:xfrm>
              <a:off x="5343105" y="2755166"/>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10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10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109"/>
            <p:cNvSpPr/>
            <p:nvPr/>
          </p:nvSpPr>
          <p:spPr>
            <a:xfrm>
              <a:off x="5318743" y="2749597"/>
              <a:ext cx="372558" cy="353610"/>
            </a:xfrm>
            <a:custGeom>
              <a:avLst/>
              <a:gdLst/>
              <a:ahLst/>
              <a:cxnLst/>
              <a:rect l="l" t="t" r="r" b="b"/>
              <a:pathLst>
                <a:path w="14314" h="13586" extrusionOk="0">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109"/>
            <p:cNvSpPr/>
            <p:nvPr/>
          </p:nvSpPr>
          <p:spPr>
            <a:xfrm>
              <a:off x="5411825" y="2823750"/>
              <a:ext cx="205800" cy="2052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10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109"/>
            <p:cNvSpPr/>
            <p:nvPr/>
          </p:nvSpPr>
          <p:spPr>
            <a:xfrm>
              <a:off x="5451171" y="2868568"/>
              <a:ext cx="127665" cy="115562"/>
            </a:xfrm>
            <a:custGeom>
              <a:avLst/>
              <a:gdLst/>
              <a:ahLst/>
              <a:cxnLst/>
              <a:rect l="l" t="t" r="r" b="b"/>
              <a:pathLst>
                <a:path w="4905" h="4440" extrusionOk="0">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10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5" name="Google Shape;2945;p109"/>
          <p:cNvGrpSpPr/>
          <p:nvPr/>
        </p:nvGrpSpPr>
        <p:grpSpPr>
          <a:xfrm>
            <a:off x="3120755" y="2565609"/>
            <a:ext cx="372480" cy="353610"/>
            <a:chOff x="4785230" y="2736047"/>
            <a:chExt cx="372480" cy="353610"/>
          </a:xfrm>
        </p:grpSpPr>
        <p:sp>
          <p:nvSpPr>
            <p:cNvPr id="2946" name="Google Shape;2946;p109"/>
            <p:cNvSpPr/>
            <p:nvPr/>
          </p:nvSpPr>
          <p:spPr>
            <a:xfrm>
              <a:off x="4809513" y="2741616"/>
              <a:ext cx="342522" cy="342418"/>
            </a:xfrm>
            <a:custGeom>
              <a:avLst/>
              <a:gdLst/>
              <a:ahLst/>
              <a:cxnLst/>
              <a:rect l="l" t="t" r="r" b="b"/>
              <a:pathLst>
                <a:path w="13160" h="13156" extrusionOk="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109"/>
            <p:cNvSpPr/>
            <p:nvPr/>
          </p:nvSpPr>
          <p:spPr>
            <a:xfrm>
              <a:off x="4891006" y="2882738"/>
              <a:ext cx="38026" cy="112387"/>
            </a:xfrm>
            <a:custGeom>
              <a:avLst/>
              <a:gdLst/>
              <a:ahLst/>
              <a:cxnLst/>
              <a:rect l="l" t="t" r="r" b="b"/>
              <a:pathLst>
                <a:path w="1461" h="4318" extrusionOk="0">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109"/>
            <p:cNvSpPr/>
            <p:nvPr/>
          </p:nvSpPr>
          <p:spPr>
            <a:xfrm>
              <a:off x="4875988" y="2815639"/>
              <a:ext cx="53044" cy="45522"/>
            </a:xfrm>
            <a:custGeom>
              <a:avLst/>
              <a:gdLst/>
              <a:ahLst/>
              <a:cxnLst/>
              <a:rect l="l" t="t" r="r" b="b"/>
              <a:pathLst>
                <a:path w="2038" h="1749" extrusionOk="0">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109"/>
            <p:cNvSpPr/>
            <p:nvPr/>
          </p:nvSpPr>
          <p:spPr>
            <a:xfrm>
              <a:off x="4965470" y="2882633"/>
              <a:ext cx="119805" cy="112491"/>
            </a:xfrm>
            <a:custGeom>
              <a:avLst/>
              <a:gdLst/>
              <a:ahLst/>
              <a:cxnLst/>
              <a:rect l="l" t="t" r="r" b="b"/>
              <a:pathLst>
                <a:path w="4603" h="4322" extrusionOk="0">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109"/>
            <p:cNvSpPr/>
            <p:nvPr/>
          </p:nvSpPr>
          <p:spPr>
            <a:xfrm>
              <a:off x="4785230" y="2736047"/>
              <a:ext cx="372480" cy="353610"/>
            </a:xfrm>
            <a:custGeom>
              <a:avLst/>
              <a:gdLst/>
              <a:ahLst/>
              <a:cxnLst/>
              <a:rect l="l" t="t" r="r" b="b"/>
              <a:pathLst>
                <a:path w="14311" h="13586" extrusionOk="0">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109"/>
            <p:cNvSpPr/>
            <p:nvPr/>
          </p:nvSpPr>
          <p:spPr>
            <a:xfrm>
              <a:off x="4885774" y="2877506"/>
              <a:ext cx="48489" cy="122850"/>
            </a:xfrm>
            <a:custGeom>
              <a:avLst/>
              <a:gdLst/>
              <a:ahLst/>
              <a:cxnLst/>
              <a:rect l="l" t="t" r="r" b="b"/>
              <a:pathLst>
                <a:path w="1863" h="4720" extrusionOk="0">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109"/>
            <p:cNvSpPr/>
            <p:nvPr/>
          </p:nvSpPr>
          <p:spPr>
            <a:xfrm>
              <a:off x="4868934" y="2810485"/>
              <a:ext cx="65329" cy="55881"/>
            </a:xfrm>
            <a:custGeom>
              <a:avLst/>
              <a:gdLst/>
              <a:ahLst/>
              <a:cxnLst/>
              <a:rect l="l" t="t" r="r" b="b"/>
              <a:pathLst>
                <a:path w="2510" h="2147" extrusionOk="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109"/>
            <p:cNvSpPr/>
            <p:nvPr/>
          </p:nvSpPr>
          <p:spPr>
            <a:xfrm>
              <a:off x="4960239" y="2877506"/>
              <a:ext cx="130346" cy="122850"/>
            </a:xfrm>
            <a:custGeom>
              <a:avLst/>
              <a:gdLst/>
              <a:ahLst/>
              <a:cxnLst/>
              <a:rect l="l" t="t" r="r" b="b"/>
              <a:pathLst>
                <a:path w="5008" h="4720" extrusionOk="0">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4" name="Google Shape;2954;p109"/>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955" name="Google Shape;2955;p109"/>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956" name="Google Shape;2956;p109"/>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957" name="Google Shape;2957;p109"/>
          <p:cNvGrpSpPr/>
          <p:nvPr/>
        </p:nvGrpSpPr>
        <p:grpSpPr>
          <a:xfrm>
            <a:off x="1084825" y="1152525"/>
            <a:ext cx="506100" cy="3417500"/>
            <a:chOff x="1084825" y="1152525"/>
            <a:chExt cx="506100" cy="3417500"/>
          </a:xfrm>
        </p:grpSpPr>
        <p:sp>
          <p:nvSpPr>
            <p:cNvPr id="2958" name="Google Shape;2958;p10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959" name="Google Shape;2959;p109"/>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Shape 2963"/>
        <p:cNvGrpSpPr/>
        <p:nvPr/>
      </p:nvGrpSpPr>
      <p:grpSpPr>
        <a:xfrm>
          <a:off x="0" y="0"/>
          <a:ext cx="0" cy="0"/>
          <a:chOff x="0" y="0"/>
          <a:chExt cx="0" cy="0"/>
        </a:xfrm>
      </p:grpSpPr>
      <p:sp>
        <p:nvSpPr>
          <p:cNvPr id="2964" name="Google Shape;2964;p11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Web </a:t>
            </a:r>
            <a:r>
              <a:rPr lang="en">
                <a:solidFill>
                  <a:schemeClr val="accent2"/>
                </a:solidFill>
              </a:rPr>
              <a:t>‘Design’</a:t>
            </a:r>
            <a:endParaRPr>
              <a:solidFill>
                <a:schemeClr val="accent2"/>
              </a:solidFill>
            </a:endParaRPr>
          </a:p>
        </p:txBody>
      </p:sp>
      <p:grpSp>
        <p:nvGrpSpPr>
          <p:cNvPr id="2965" name="Google Shape;2965;p110"/>
          <p:cNvGrpSpPr/>
          <p:nvPr/>
        </p:nvGrpSpPr>
        <p:grpSpPr>
          <a:xfrm>
            <a:off x="1685093" y="1326590"/>
            <a:ext cx="365763" cy="309009"/>
            <a:chOff x="1200313" y="1357500"/>
            <a:chExt cx="531400" cy="448750"/>
          </a:xfrm>
        </p:grpSpPr>
        <p:sp>
          <p:nvSpPr>
            <p:cNvPr id="2966" name="Google Shape;2966;p110"/>
            <p:cNvSpPr/>
            <p:nvPr/>
          </p:nvSpPr>
          <p:spPr>
            <a:xfrm>
              <a:off x="1324963" y="1605700"/>
              <a:ext cx="283025" cy="191050"/>
            </a:xfrm>
            <a:custGeom>
              <a:avLst/>
              <a:gdLst/>
              <a:ahLst/>
              <a:cxnLst/>
              <a:rect l="l" t="t" r="r" b="b"/>
              <a:pathLst>
                <a:path w="11321" h="7642" extrusionOk="0">
                  <a:moveTo>
                    <a:pt x="5651" y="0"/>
                  </a:moveTo>
                  <a:lnTo>
                    <a:pt x="39" y="1385"/>
                  </a:lnTo>
                  <a:cubicBezTo>
                    <a:pt x="1" y="1593"/>
                    <a:pt x="1" y="1783"/>
                    <a:pt x="1" y="1991"/>
                  </a:cubicBezTo>
                  <a:cubicBezTo>
                    <a:pt x="1" y="5101"/>
                    <a:pt x="2523" y="7642"/>
                    <a:pt x="5651" y="7642"/>
                  </a:cubicBezTo>
                  <a:cubicBezTo>
                    <a:pt x="8780" y="7642"/>
                    <a:pt x="11321" y="5101"/>
                    <a:pt x="11321" y="1991"/>
                  </a:cubicBezTo>
                  <a:cubicBezTo>
                    <a:pt x="11321" y="1783"/>
                    <a:pt x="11302" y="1593"/>
                    <a:pt x="11283" y="1385"/>
                  </a:cubicBezTo>
                  <a:lnTo>
                    <a:pt x="56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110"/>
            <p:cNvSpPr/>
            <p:nvPr/>
          </p:nvSpPr>
          <p:spPr>
            <a:xfrm>
              <a:off x="1466238" y="1366775"/>
              <a:ext cx="241775" cy="273550"/>
            </a:xfrm>
            <a:custGeom>
              <a:avLst/>
              <a:gdLst/>
              <a:ahLst/>
              <a:cxnLst/>
              <a:rect l="l" t="t" r="r" b="b"/>
              <a:pathLst>
                <a:path w="9671" h="10942" extrusionOk="0">
                  <a:moveTo>
                    <a:pt x="3622" y="1"/>
                  </a:moveTo>
                  <a:cubicBezTo>
                    <a:pt x="2295" y="1"/>
                    <a:pt x="1024" y="456"/>
                    <a:pt x="0" y="1309"/>
                  </a:cubicBezTo>
                  <a:lnTo>
                    <a:pt x="1555" y="6599"/>
                  </a:lnTo>
                  <a:lnTo>
                    <a:pt x="5632" y="10942"/>
                  </a:lnTo>
                  <a:cubicBezTo>
                    <a:pt x="8192" y="9975"/>
                    <a:pt x="9671" y="7320"/>
                    <a:pt x="9178" y="4627"/>
                  </a:cubicBezTo>
                  <a:cubicBezTo>
                    <a:pt x="8685" y="1954"/>
                    <a:pt x="6353" y="1"/>
                    <a:pt x="36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110"/>
            <p:cNvSpPr/>
            <p:nvPr/>
          </p:nvSpPr>
          <p:spPr>
            <a:xfrm>
              <a:off x="1224488" y="1366775"/>
              <a:ext cx="241775" cy="273550"/>
            </a:xfrm>
            <a:custGeom>
              <a:avLst/>
              <a:gdLst/>
              <a:ahLst/>
              <a:cxnLst/>
              <a:rect l="l" t="t" r="r" b="b"/>
              <a:pathLst>
                <a:path w="9671" h="10942" extrusionOk="0">
                  <a:moveTo>
                    <a:pt x="6049" y="1"/>
                  </a:moveTo>
                  <a:cubicBezTo>
                    <a:pt x="3318" y="1"/>
                    <a:pt x="986" y="1954"/>
                    <a:pt x="493" y="4627"/>
                  </a:cubicBezTo>
                  <a:cubicBezTo>
                    <a:pt x="0" y="7320"/>
                    <a:pt x="1498" y="9975"/>
                    <a:pt x="4058" y="10942"/>
                  </a:cubicBezTo>
                  <a:lnTo>
                    <a:pt x="8059" y="6865"/>
                  </a:lnTo>
                  <a:lnTo>
                    <a:pt x="9670" y="1309"/>
                  </a:lnTo>
                  <a:cubicBezTo>
                    <a:pt x="8665" y="456"/>
                    <a:pt x="7376" y="1"/>
                    <a:pt x="60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110"/>
            <p:cNvSpPr/>
            <p:nvPr/>
          </p:nvSpPr>
          <p:spPr>
            <a:xfrm>
              <a:off x="1325913" y="1522750"/>
              <a:ext cx="140350" cy="126700"/>
            </a:xfrm>
            <a:custGeom>
              <a:avLst/>
              <a:gdLst/>
              <a:ahLst/>
              <a:cxnLst/>
              <a:rect l="l" t="t" r="r" b="b"/>
              <a:pathLst>
                <a:path w="5614" h="5068" extrusionOk="0">
                  <a:moveTo>
                    <a:pt x="3622" y="0"/>
                  </a:moveTo>
                  <a:cubicBezTo>
                    <a:pt x="1613" y="759"/>
                    <a:pt x="209" y="2579"/>
                    <a:pt x="1" y="4703"/>
                  </a:cubicBezTo>
                  <a:cubicBezTo>
                    <a:pt x="646" y="4948"/>
                    <a:pt x="1323" y="5068"/>
                    <a:pt x="1995" y="5068"/>
                  </a:cubicBezTo>
                  <a:cubicBezTo>
                    <a:pt x="3298" y="5068"/>
                    <a:pt x="4588" y="4617"/>
                    <a:pt x="5613" y="3755"/>
                  </a:cubicBezTo>
                  <a:lnTo>
                    <a:pt x="362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110"/>
            <p:cNvSpPr/>
            <p:nvPr/>
          </p:nvSpPr>
          <p:spPr>
            <a:xfrm>
              <a:off x="1466238" y="1522750"/>
              <a:ext cx="140800" cy="126700"/>
            </a:xfrm>
            <a:custGeom>
              <a:avLst/>
              <a:gdLst/>
              <a:ahLst/>
              <a:cxnLst/>
              <a:rect l="l" t="t" r="r" b="b"/>
              <a:pathLst>
                <a:path w="5632" h="5068" extrusionOk="0">
                  <a:moveTo>
                    <a:pt x="2010" y="0"/>
                  </a:moveTo>
                  <a:lnTo>
                    <a:pt x="0" y="3755"/>
                  </a:lnTo>
                  <a:cubicBezTo>
                    <a:pt x="1038" y="4617"/>
                    <a:pt x="2324" y="5068"/>
                    <a:pt x="3628" y="5068"/>
                  </a:cubicBezTo>
                  <a:cubicBezTo>
                    <a:pt x="4302" y="5068"/>
                    <a:pt x="4980" y="4948"/>
                    <a:pt x="5632" y="4703"/>
                  </a:cubicBezTo>
                  <a:cubicBezTo>
                    <a:pt x="5404" y="2579"/>
                    <a:pt x="4001" y="759"/>
                    <a:pt x="20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110"/>
            <p:cNvSpPr/>
            <p:nvPr/>
          </p:nvSpPr>
          <p:spPr>
            <a:xfrm>
              <a:off x="1415513" y="1399500"/>
              <a:ext cx="101950" cy="123275"/>
            </a:xfrm>
            <a:custGeom>
              <a:avLst/>
              <a:gdLst/>
              <a:ahLst/>
              <a:cxnLst/>
              <a:rect l="l" t="t" r="r" b="b"/>
              <a:pathLst>
                <a:path w="4078" h="4931" extrusionOk="0">
                  <a:moveTo>
                    <a:pt x="2029" y="0"/>
                  </a:moveTo>
                  <a:cubicBezTo>
                    <a:pt x="740" y="1081"/>
                    <a:pt x="1" y="2674"/>
                    <a:pt x="1" y="4342"/>
                  </a:cubicBezTo>
                  <a:cubicBezTo>
                    <a:pt x="1" y="4551"/>
                    <a:pt x="1" y="4741"/>
                    <a:pt x="38" y="4930"/>
                  </a:cubicBezTo>
                  <a:lnTo>
                    <a:pt x="4039" y="4930"/>
                  </a:lnTo>
                  <a:cubicBezTo>
                    <a:pt x="4058" y="4741"/>
                    <a:pt x="4077" y="4551"/>
                    <a:pt x="4077" y="4342"/>
                  </a:cubicBezTo>
                  <a:cubicBezTo>
                    <a:pt x="4077" y="2674"/>
                    <a:pt x="3319" y="1081"/>
                    <a:pt x="20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110"/>
            <p:cNvSpPr/>
            <p:nvPr/>
          </p:nvSpPr>
          <p:spPr>
            <a:xfrm>
              <a:off x="1416463" y="1513850"/>
              <a:ext cx="100050" cy="102775"/>
            </a:xfrm>
            <a:custGeom>
              <a:avLst/>
              <a:gdLst/>
              <a:ahLst/>
              <a:cxnLst/>
              <a:rect l="l" t="t" r="r" b="b"/>
              <a:pathLst>
                <a:path w="4002" h="4111" extrusionOk="0">
                  <a:moveTo>
                    <a:pt x="2001" y="1"/>
                  </a:moveTo>
                  <a:cubicBezTo>
                    <a:pt x="1323" y="1"/>
                    <a:pt x="645" y="119"/>
                    <a:pt x="0" y="356"/>
                  </a:cubicBezTo>
                  <a:cubicBezTo>
                    <a:pt x="152" y="1835"/>
                    <a:pt x="873" y="3181"/>
                    <a:pt x="1991" y="4111"/>
                  </a:cubicBezTo>
                  <a:cubicBezTo>
                    <a:pt x="3129" y="3181"/>
                    <a:pt x="3850" y="1835"/>
                    <a:pt x="4001" y="356"/>
                  </a:cubicBezTo>
                  <a:cubicBezTo>
                    <a:pt x="3357" y="119"/>
                    <a:pt x="2679" y="1"/>
                    <a:pt x="20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110"/>
            <p:cNvSpPr/>
            <p:nvPr/>
          </p:nvSpPr>
          <p:spPr>
            <a:xfrm>
              <a:off x="1378063" y="1711875"/>
              <a:ext cx="22300" cy="19075"/>
            </a:xfrm>
            <a:custGeom>
              <a:avLst/>
              <a:gdLst/>
              <a:ahLst/>
              <a:cxnLst/>
              <a:rect l="l" t="t" r="r" b="b"/>
              <a:pathLst>
                <a:path w="892" h="763" extrusionOk="0">
                  <a:moveTo>
                    <a:pt x="513" y="1"/>
                  </a:moveTo>
                  <a:cubicBezTo>
                    <a:pt x="171" y="1"/>
                    <a:pt x="1" y="399"/>
                    <a:pt x="247" y="646"/>
                  </a:cubicBezTo>
                  <a:cubicBezTo>
                    <a:pt x="321" y="726"/>
                    <a:pt x="416" y="762"/>
                    <a:pt x="510" y="762"/>
                  </a:cubicBezTo>
                  <a:cubicBezTo>
                    <a:pt x="703" y="762"/>
                    <a:pt x="892" y="610"/>
                    <a:pt x="892" y="380"/>
                  </a:cubicBezTo>
                  <a:cubicBezTo>
                    <a:pt x="892" y="171"/>
                    <a:pt x="721"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110"/>
            <p:cNvSpPr/>
            <p:nvPr/>
          </p:nvSpPr>
          <p:spPr>
            <a:xfrm>
              <a:off x="1404413" y="1732225"/>
              <a:ext cx="132900" cy="36225"/>
            </a:xfrm>
            <a:custGeom>
              <a:avLst/>
              <a:gdLst/>
              <a:ahLst/>
              <a:cxnLst/>
              <a:rect l="l" t="t" r="r" b="b"/>
              <a:pathLst>
                <a:path w="5316" h="1449" extrusionOk="0">
                  <a:moveTo>
                    <a:pt x="4762" y="0"/>
                  </a:moveTo>
                  <a:cubicBezTo>
                    <a:pt x="4691" y="0"/>
                    <a:pt x="4615" y="24"/>
                    <a:pt x="4540" y="78"/>
                  </a:cubicBezTo>
                  <a:cubicBezTo>
                    <a:pt x="3916" y="484"/>
                    <a:pt x="3195" y="690"/>
                    <a:pt x="2471" y="690"/>
                  </a:cubicBezTo>
                  <a:cubicBezTo>
                    <a:pt x="1875" y="690"/>
                    <a:pt x="1277" y="550"/>
                    <a:pt x="729" y="268"/>
                  </a:cubicBezTo>
                  <a:cubicBezTo>
                    <a:pt x="664" y="231"/>
                    <a:pt x="600" y="215"/>
                    <a:pt x="541" y="215"/>
                  </a:cubicBezTo>
                  <a:cubicBezTo>
                    <a:pt x="203" y="215"/>
                    <a:pt x="0" y="738"/>
                    <a:pt x="388" y="931"/>
                  </a:cubicBezTo>
                  <a:cubicBezTo>
                    <a:pt x="1043" y="1276"/>
                    <a:pt x="1760" y="1448"/>
                    <a:pt x="2478" y="1448"/>
                  </a:cubicBezTo>
                  <a:cubicBezTo>
                    <a:pt x="3340" y="1448"/>
                    <a:pt x="4202" y="1200"/>
                    <a:pt x="4957" y="704"/>
                  </a:cubicBezTo>
                  <a:cubicBezTo>
                    <a:pt x="5315" y="486"/>
                    <a:pt x="5086" y="0"/>
                    <a:pt x="47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110"/>
            <p:cNvSpPr/>
            <p:nvPr/>
          </p:nvSpPr>
          <p:spPr>
            <a:xfrm>
              <a:off x="1586213" y="1404200"/>
              <a:ext cx="83050" cy="94550"/>
            </a:xfrm>
            <a:custGeom>
              <a:avLst/>
              <a:gdLst/>
              <a:ahLst/>
              <a:cxnLst/>
              <a:rect l="l" t="t" r="r" b="b"/>
              <a:pathLst>
                <a:path w="3322" h="3782" extrusionOk="0">
                  <a:moveTo>
                    <a:pt x="550" y="1"/>
                  </a:moveTo>
                  <a:cubicBezTo>
                    <a:pt x="193" y="1"/>
                    <a:pt x="1" y="541"/>
                    <a:pt x="397" y="722"/>
                  </a:cubicBezTo>
                  <a:cubicBezTo>
                    <a:pt x="1516" y="1234"/>
                    <a:pt x="2312" y="2258"/>
                    <a:pt x="2540" y="3472"/>
                  </a:cubicBezTo>
                  <a:cubicBezTo>
                    <a:pt x="2572" y="3686"/>
                    <a:pt x="2730" y="3782"/>
                    <a:pt x="2892" y="3782"/>
                  </a:cubicBezTo>
                  <a:cubicBezTo>
                    <a:pt x="3104" y="3782"/>
                    <a:pt x="3322" y="3618"/>
                    <a:pt x="3279" y="3339"/>
                  </a:cubicBezTo>
                  <a:cubicBezTo>
                    <a:pt x="3014" y="1879"/>
                    <a:pt x="2047" y="665"/>
                    <a:pt x="719" y="40"/>
                  </a:cubicBezTo>
                  <a:cubicBezTo>
                    <a:pt x="660" y="13"/>
                    <a:pt x="603"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110"/>
            <p:cNvSpPr/>
            <p:nvPr/>
          </p:nvSpPr>
          <p:spPr>
            <a:xfrm>
              <a:off x="1200313" y="1357500"/>
              <a:ext cx="531400" cy="448750"/>
            </a:xfrm>
            <a:custGeom>
              <a:avLst/>
              <a:gdLst/>
              <a:ahLst/>
              <a:cxnLst/>
              <a:rect l="l" t="t" r="r" b="b"/>
              <a:pathLst>
                <a:path w="21256" h="17950" extrusionOk="0">
                  <a:moveTo>
                    <a:pt x="10637" y="2192"/>
                  </a:moveTo>
                  <a:cubicBezTo>
                    <a:pt x="11699" y="3178"/>
                    <a:pt x="12306" y="4562"/>
                    <a:pt x="12306" y="6022"/>
                  </a:cubicBezTo>
                  <a:lnTo>
                    <a:pt x="12306" y="6098"/>
                  </a:lnTo>
                  <a:cubicBezTo>
                    <a:pt x="11766" y="5947"/>
                    <a:pt x="11206" y="5871"/>
                    <a:pt x="10647" y="5871"/>
                  </a:cubicBezTo>
                  <a:cubicBezTo>
                    <a:pt x="10088" y="5871"/>
                    <a:pt x="9528" y="5947"/>
                    <a:pt x="8988" y="6098"/>
                  </a:cubicBezTo>
                  <a:lnTo>
                    <a:pt x="8988" y="6022"/>
                  </a:lnTo>
                  <a:cubicBezTo>
                    <a:pt x="8988" y="4562"/>
                    <a:pt x="9576" y="3178"/>
                    <a:pt x="10637" y="2192"/>
                  </a:cubicBezTo>
                  <a:close/>
                  <a:moveTo>
                    <a:pt x="10637" y="6634"/>
                  </a:moveTo>
                  <a:cubicBezTo>
                    <a:pt x="11173" y="6634"/>
                    <a:pt x="11709" y="6714"/>
                    <a:pt x="12230" y="6876"/>
                  </a:cubicBezTo>
                  <a:cubicBezTo>
                    <a:pt x="12041" y="8013"/>
                    <a:pt x="11491" y="9075"/>
                    <a:pt x="10637" y="9872"/>
                  </a:cubicBezTo>
                  <a:cubicBezTo>
                    <a:pt x="9784" y="9075"/>
                    <a:pt x="9234" y="8013"/>
                    <a:pt x="9045" y="6876"/>
                  </a:cubicBezTo>
                  <a:cubicBezTo>
                    <a:pt x="9566" y="6714"/>
                    <a:pt x="10102" y="6634"/>
                    <a:pt x="10637" y="6634"/>
                  </a:cubicBezTo>
                  <a:close/>
                  <a:moveTo>
                    <a:pt x="7101" y="750"/>
                  </a:moveTo>
                  <a:cubicBezTo>
                    <a:pt x="8152" y="750"/>
                    <a:pt x="9182" y="1090"/>
                    <a:pt x="10050" y="1699"/>
                  </a:cubicBezTo>
                  <a:cubicBezTo>
                    <a:pt x="8893" y="2818"/>
                    <a:pt x="8229" y="4392"/>
                    <a:pt x="8229" y="6022"/>
                  </a:cubicBezTo>
                  <a:lnTo>
                    <a:pt x="8229" y="6364"/>
                  </a:lnTo>
                  <a:cubicBezTo>
                    <a:pt x="6409" y="7160"/>
                    <a:pt x="5082" y="8810"/>
                    <a:pt x="4721" y="10782"/>
                  </a:cubicBezTo>
                  <a:cubicBezTo>
                    <a:pt x="2503" y="9701"/>
                    <a:pt x="1327" y="7236"/>
                    <a:pt x="1877" y="4847"/>
                  </a:cubicBezTo>
                  <a:cubicBezTo>
                    <a:pt x="2427" y="2439"/>
                    <a:pt x="4570" y="751"/>
                    <a:pt x="7016" y="751"/>
                  </a:cubicBezTo>
                  <a:cubicBezTo>
                    <a:pt x="7044" y="751"/>
                    <a:pt x="7073" y="750"/>
                    <a:pt x="7101" y="750"/>
                  </a:cubicBezTo>
                  <a:close/>
                  <a:moveTo>
                    <a:pt x="14172" y="750"/>
                  </a:moveTo>
                  <a:cubicBezTo>
                    <a:pt x="14201" y="750"/>
                    <a:pt x="14230" y="751"/>
                    <a:pt x="14259" y="751"/>
                  </a:cubicBezTo>
                  <a:cubicBezTo>
                    <a:pt x="16724" y="751"/>
                    <a:pt x="18848" y="2439"/>
                    <a:pt x="19398" y="4847"/>
                  </a:cubicBezTo>
                  <a:cubicBezTo>
                    <a:pt x="19948" y="7236"/>
                    <a:pt x="18772" y="9701"/>
                    <a:pt x="16572" y="10782"/>
                  </a:cubicBezTo>
                  <a:cubicBezTo>
                    <a:pt x="16193" y="8810"/>
                    <a:pt x="14885" y="7160"/>
                    <a:pt x="13046" y="6364"/>
                  </a:cubicBezTo>
                  <a:lnTo>
                    <a:pt x="13046" y="6022"/>
                  </a:lnTo>
                  <a:cubicBezTo>
                    <a:pt x="13046" y="4392"/>
                    <a:pt x="12382" y="2818"/>
                    <a:pt x="11225" y="1699"/>
                  </a:cubicBezTo>
                  <a:cubicBezTo>
                    <a:pt x="12093" y="1090"/>
                    <a:pt x="13104" y="750"/>
                    <a:pt x="14172" y="750"/>
                  </a:cubicBezTo>
                  <a:close/>
                  <a:moveTo>
                    <a:pt x="8343" y="7160"/>
                  </a:moveTo>
                  <a:cubicBezTo>
                    <a:pt x="8571" y="8374"/>
                    <a:pt x="9158" y="9492"/>
                    <a:pt x="10050" y="10346"/>
                  </a:cubicBezTo>
                  <a:cubicBezTo>
                    <a:pt x="9148" y="10980"/>
                    <a:pt x="8085" y="11309"/>
                    <a:pt x="7009" y="11309"/>
                  </a:cubicBezTo>
                  <a:cubicBezTo>
                    <a:pt x="6478" y="11309"/>
                    <a:pt x="5943" y="11229"/>
                    <a:pt x="5423" y="11066"/>
                  </a:cubicBezTo>
                  <a:cubicBezTo>
                    <a:pt x="5707" y="9360"/>
                    <a:pt x="6788" y="7919"/>
                    <a:pt x="8343" y="7160"/>
                  </a:cubicBezTo>
                  <a:close/>
                  <a:moveTo>
                    <a:pt x="12951" y="7160"/>
                  </a:moveTo>
                  <a:cubicBezTo>
                    <a:pt x="14487" y="7919"/>
                    <a:pt x="15567" y="9360"/>
                    <a:pt x="15852" y="11066"/>
                  </a:cubicBezTo>
                  <a:cubicBezTo>
                    <a:pt x="15332" y="11229"/>
                    <a:pt x="14797" y="11309"/>
                    <a:pt x="14266" y="11309"/>
                  </a:cubicBezTo>
                  <a:cubicBezTo>
                    <a:pt x="13189" y="11309"/>
                    <a:pt x="12127" y="10980"/>
                    <a:pt x="11225" y="10346"/>
                  </a:cubicBezTo>
                  <a:cubicBezTo>
                    <a:pt x="12116" y="9492"/>
                    <a:pt x="12723" y="8374"/>
                    <a:pt x="12951" y="7160"/>
                  </a:cubicBezTo>
                  <a:close/>
                  <a:moveTo>
                    <a:pt x="10637" y="10858"/>
                  </a:moveTo>
                  <a:cubicBezTo>
                    <a:pt x="11700" y="11641"/>
                    <a:pt x="12977" y="12053"/>
                    <a:pt x="14273" y="12053"/>
                  </a:cubicBezTo>
                  <a:cubicBezTo>
                    <a:pt x="14826" y="12053"/>
                    <a:pt x="15383" y="11978"/>
                    <a:pt x="15928" y="11825"/>
                  </a:cubicBezTo>
                  <a:lnTo>
                    <a:pt x="15928" y="11919"/>
                  </a:lnTo>
                  <a:cubicBezTo>
                    <a:pt x="15909" y="14821"/>
                    <a:pt x="13557" y="17191"/>
                    <a:pt x="10637" y="17191"/>
                  </a:cubicBezTo>
                  <a:cubicBezTo>
                    <a:pt x="7736" y="17191"/>
                    <a:pt x="5366" y="14821"/>
                    <a:pt x="5366" y="11919"/>
                  </a:cubicBezTo>
                  <a:lnTo>
                    <a:pt x="5366" y="11825"/>
                  </a:lnTo>
                  <a:cubicBezTo>
                    <a:pt x="5911" y="11978"/>
                    <a:pt x="6468" y="12053"/>
                    <a:pt x="7021" y="12053"/>
                  </a:cubicBezTo>
                  <a:cubicBezTo>
                    <a:pt x="8315" y="12053"/>
                    <a:pt x="9588" y="11641"/>
                    <a:pt x="10637" y="10858"/>
                  </a:cubicBezTo>
                  <a:close/>
                  <a:moveTo>
                    <a:pt x="7027" y="0"/>
                  </a:moveTo>
                  <a:cubicBezTo>
                    <a:pt x="4964" y="0"/>
                    <a:pt x="2941" y="1054"/>
                    <a:pt x="1820" y="2989"/>
                  </a:cubicBezTo>
                  <a:cubicBezTo>
                    <a:pt x="0" y="6117"/>
                    <a:pt x="1308" y="10118"/>
                    <a:pt x="4627" y="11559"/>
                  </a:cubicBezTo>
                  <a:lnTo>
                    <a:pt x="4627" y="11919"/>
                  </a:lnTo>
                  <a:cubicBezTo>
                    <a:pt x="4627" y="15238"/>
                    <a:pt x="7319" y="17949"/>
                    <a:pt x="10656" y="17949"/>
                  </a:cubicBezTo>
                  <a:cubicBezTo>
                    <a:pt x="13994" y="17949"/>
                    <a:pt x="16686" y="15238"/>
                    <a:pt x="16686" y="11919"/>
                  </a:cubicBezTo>
                  <a:lnTo>
                    <a:pt x="16686" y="11559"/>
                  </a:lnTo>
                  <a:cubicBezTo>
                    <a:pt x="19966" y="10099"/>
                    <a:pt x="21256" y="6117"/>
                    <a:pt x="19436" y="3008"/>
                  </a:cubicBezTo>
                  <a:cubicBezTo>
                    <a:pt x="18311" y="1077"/>
                    <a:pt x="16290" y="20"/>
                    <a:pt x="14225" y="20"/>
                  </a:cubicBezTo>
                  <a:cubicBezTo>
                    <a:pt x="12984" y="20"/>
                    <a:pt x="11727" y="402"/>
                    <a:pt x="10637" y="1206"/>
                  </a:cubicBezTo>
                  <a:cubicBezTo>
                    <a:pt x="9548" y="389"/>
                    <a:pt x="8280" y="0"/>
                    <a:pt x="70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110"/>
            <p:cNvSpPr/>
            <p:nvPr/>
          </p:nvSpPr>
          <p:spPr>
            <a:xfrm>
              <a:off x="1263438" y="1404200"/>
              <a:ext cx="83300" cy="94550"/>
            </a:xfrm>
            <a:custGeom>
              <a:avLst/>
              <a:gdLst/>
              <a:ahLst/>
              <a:cxnLst/>
              <a:rect l="l" t="t" r="r" b="b"/>
              <a:pathLst>
                <a:path w="3332" h="3782" extrusionOk="0">
                  <a:moveTo>
                    <a:pt x="2783" y="1"/>
                  </a:moveTo>
                  <a:cubicBezTo>
                    <a:pt x="2730" y="1"/>
                    <a:pt x="2673" y="13"/>
                    <a:pt x="2614" y="40"/>
                  </a:cubicBezTo>
                  <a:cubicBezTo>
                    <a:pt x="1267" y="665"/>
                    <a:pt x="319" y="1879"/>
                    <a:pt x="54" y="3339"/>
                  </a:cubicBezTo>
                  <a:cubicBezTo>
                    <a:pt x="0" y="3618"/>
                    <a:pt x="214" y="3782"/>
                    <a:pt x="427" y="3782"/>
                  </a:cubicBezTo>
                  <a:cubicBezTo>
                    <a:pt x="590" y="3782"/>
                    <a:pt x="752" y="3686"/>
                    <a:pt x="793" y="3472"/>
                  </a:cubicBezTo>
                  <a:cubicBezTo>
                    <a:pt x="1021" y="2258"/>
                    <a:pt x="1798" y="1234"/>
                    <a:pt x="2917" y="722"/>
                  </a:cubicBezTo>
                  <a:lnTo>
                    <a:pt x="2936" y="722"/>
                  </a:lnTo>
                  <a:cubicBezTo>
                    <a:pt x="3332" y="541"/>
                    <a:pt x="3139" y="1"/>
                    <a:pt x="27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8" name="Google Shape;2978;p110"/>
          <p:cNvGrpSpPr/>
          <p:nvPr/>
        </p:nvGrpSpPr>
        <p:grpSpPr>
          <a:xfrm>
            <a:off x="2398845" y="1298213"/>
            <a:ext cx="365741" cy="365763"/>
            <a:chOff x="1776263" y="1291425"/>
            <a:chExt cx="431400" cy="431375"/>
          </a:xfrm>
        </p:grpSpPr>
        <p:sp>
          <p:nvSpPr>
            <p:cNvPr id="2979" name="Google Shape;2979;p110"/>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110"/>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110"/>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110"/>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110"/>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110"/>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110"/>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110"/>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110"/>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110"/>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110"/>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110"/>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1" name="Google Shape;2991;p110"/>
          <p:cNvGrpSpPr/>
          <p:nvPr/>
        </p:nvGrpSpPr>
        <p:grpSpPr>
          <a:xfrm>
            <a:off x="3118490" y="1320720"/>
            <a:ext cx="365731" cy="320750"/>
            <a:chOff x="2363663" y="1358025"/>
            <a:chExt cx="595750" cy="525475"/>
          </a:xfrm>
        </p:grpSpPr>
        <p:sp>
          <p:nvSpPr>
            <p:cNvPr id="2992" name="Google Shape;2992;p110"/>
            <p:cNvSpPr/>
            <p:nvPr/>
          </p:nvSpPr>
          <p:spPr>
            <a:xfrm>
              <a:off x="2380188" y="1552125"/>
              <a:ext cx="562700" cy="320000"/>
            </a:xfrm>
            <a:custGeom>
              <a:avLst/>
              <a:gdLst/>
              <a:ahLst/>
              <a:cxnLst/>
              <a:rect l="l" t="t" r="r" b="b"/>
              <a:pathLst>
                <a:path w="22508" h="12800" extrusionOk="0">
                  <a:moveTo>
                    <a:pt x="11263" y="1"/>
                  </a:moveTo>
                  <a:cubicBezTo>
                    <a:pt x="5196" y="1"/>
                    <a:pt x="0" y="6410"/>
                    <a:pt x="0" y="6410"/>
                  </a:cubicBezTo>
                  <a:cubicBezTo>
                    <a:pt x="0" y="6410"/>
                    <a:pt x="5196" y="12800"/>
                    <a:pt x="11263" y="12800"/>
                  </a:cubicBezTo>
                  <a:cubicBezTo>
                    <a:pt x="17312" y="12800"/>
                    <a:pt x="22508" y="6410"/>
                    <a:pt x="22508" y="6410"/>
                  </a:cubicBezTo>
                  <a:cubicBezTo>
                    <a:pt x="22508" y="6410"/>
                    <a:pt x="17312" y="1"/>
                    <a:pt x="11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110"/>
            <p:cNvSpPr/>
            <p:nvPr/>
          </p:nvSpPr>
          <p:spPr>
            <a:xfrm>
              <a:off x="2538038" y="1597650"/>
              <a:ext cx="245100" cy="228975"/>
            </a:xfrm>
            <a:custGeom>
              <a:avLst/>
              <a:gdLst/>
              <a:ahLst/>
              <a:cxnLst/>
              <a:rect l="l" t="t" r="r" b="b"/>
              <a:pathLst>
                <a:path w="9804" h="9159" extrusionOk="0">
                  <a:moveTo>
                    <a:pt x="4930" y="0"/>
                  </a:moveTo>
                  <a:cubicBezTo>
                    <a:pt x="4934" y="0"/>
                    <a:pt x="4937" y="0"/>
                    <a:pt x="4940" y="0"/>
                  </a:cubicBezTo>
                  <a:lnTo>
                    <a:pt x="4940" y="0"/>
                  </a:lnTo>
                  <a:cubicBezTo>
                    <a:pt x="4943" y="0"/>
                    <a:pt x="4946" y="0"/>
                    <a:pt x="4949" y="0"/>
                  </a:cubicBezTo>
                  <a:close/>
                  <a:moveTo>
                    <a:pt x="4940" y="0"/>
                  </a:moveTo>
                  <a:cubicBezTo>
                    <a:pt x="2138" y="6"/>
                    <a:pt x="1" y="2506"/>
                    <a:pt x="418" y="5271"/>
                  </a:cubicBezTo>
                  <a:cubicBezTo>
                    <a:pt x="764" y="7555"/>
                    <a:pt x="2745" y="9158"/>
                    <a:pt x="4938" y="9158"/>
                  </a:cubicBezTo>
                  <a:cubicBezTo>
                    <a:pt x="5386" y="9158"/>
                    <a:pt x="5842" y="9091"/>
                    <a:pt x="6296" y="8950"/>
                  </a:cubicBezTo>
                  <a:cubicBezTo>
                    <a:pt x="8457" y="8286"/>
                    <a:pt x="9803" y="6125"/>
                    <a:pt x="9462" y="3887"/>
                  </a:cubicBezTo>
                  <a:cubicBezTo>
                    <a:pt x="9121" y="1653"/>
                    <a:pt x="7211" y="5"/>
                    <a:pt x="49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110"/>
            <p:cNvSpPr/>
            <p:nvPr/>
          </p:nvSpPr>
          <p:spPr>
            <a:xfrm>
              <a:off x="2603938" y="1677750"/>
              <a:ext cx="115200" cy="91525"/>
            </a:xfrm>
            <a:custGeom>
              <a:avLst/>
              <a:gdLst/>
              <a:ahLst/>
              <a:cxnLst/>
              <a:rect l="l" t="t" r="r" b="b"/>
              <a:pathLst>
                <a:path w="4608" h="3661" extrusionOk="0">
                  <a:moveTo>
                    <a:pt x="1122" y="0"/>
                  </a:moveTo>
                  <a:cubicBezTo>
                    <a:pt x="494" y="0"/>
                    <a:pt x="0" y="505"/>
                    <a:pt x="19" y="1138"/>
                  </a:cubicBezTo>
                  <a:cubicBezTo>
                    <a:pt x="19" y="1992"/>
                    <a:pt x="948" y="2560"/>
                    <a:pt x="2313" y="3660"/>
                  </a:cubicBezTo>
                  <a:cubicBezTo>
                    <a:pt x="3641" y="2579"/>
                    <a:pt x="4589" y="2011"/>
                    <a:pt x="4589" y="1138"/>
                  </a:cubicBezTo>
                  <a:cubicBezTo>
                    <a:pt x="4607" y="505"/>
                    <a:pt x="4096" y="0"/>
                    <a:pt x="3485" y="0"/>
                  </a:cubicBezTo>
                  <a:cubicBezTo>
                    <a:pt x="3474" y="0"/>
                    <a:pt x="3462" y="0"/>
                    <a:pt x="3451" y="1"/>
                  </a:cubicBezTo>
                  <a:cubicBezTo>
                    <a:pt x="2579" y="1"/>
                    <a:pt x="2313" y="911"/>
                    <a:pt x="2313" y="911"/>
                  </a:cubicBezTo>
                  <a:cubicBezTo>
                    <a:pt x="2313" y="911"/>
                    <a:pt x="2029" y="1"/>
                    <a:pt x="1157" y="1"/>
                  </a:cubicBezTo>
                  <a:cubicBezTo>
                    <a:pt x="1145" y="0"/>
                    <a:pt x="1134" y="0"/>
                    <a:pt x="1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110"/>
            <p:cNvSpPr/>
            <p:nvPr/>
          </p:nvSpPr>
          <p:spPr>
            <a:xfrm>
              <a:off x="2581163" y="1609050"/>
              <a:ext cx="27050" cy="22750"/>
            </a:xfrm>
            <a:custGeom>
              <a:avLst/>
              <a:gdLst/>
              <a:ahLst/>
              <a:cxnLst/>
              <a:rect l="l" t="t" r="r" b="b"/>
              <a:pathLst>
                <a:path w="1082" h="910" extrusionOk="0">
                  <a:moveTo>
                    <a:pt x="475" y="0"/>
                  </a:moveTo>
                  <a:cubicBezTo>
                    <a:pt x="239" y="0"/>
                    <a:pt x="20" y="183"/>
                    <a:pt x="20" y="454"/>
                  </a:cubicBezTo>
                  <a:cubicBezTo>
                    <a:pt x="1" y="720"/>
                    <a:pt x="209" y="909"/>
                    <a:pt x="475" y="909"/>
                  </a:cubicBezTo>
                  <a:cubicBezTo>
                    <a:pt x="873" y="909"/>
                    <a:pt x="1082" y="416"/>
                    <a:pt x="797" y="132"/>
                  </a:cubicBezTo>
                  <a:cubicBezTo>
                    <a:pt x="700" y="41"/>
                    <a:pt x="586" y="0"/>
                    <a:pt x="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110"/>
            <p:cNvSpPr/>
            <p:nvPr/>
          </p:nvSpPr>
          <p:spPr>
            <a:xfrm>
              <a:off x="2529513" y="1586350"/>
              <a:ext cx="265950" cy="251650"/>
            </a:xfrm>
            <a:custGeom>
              <a:avLst/>
              <a:gdLst/>
              <a:ahLst/>
              <a:cxnLst/>
              <a:rect l="l" t="t" r="r" b="b"/>
              <a:pathLst>
                <a:path w="10638" h="10066" extrusionOk="0">
                  <a:moveTo>
                    <a:pt x="5293" y="1"/>
                  </a:moveTo>
                  <a:cubicBezTo>
                    <a:pt x="4893" y="1"/>
                    <a:pt x="4485" y="49"/>
                    <a:pt x="4077" y="149"/>
                  </a:cubicBezTo>
                  <a:cubicBezTo>
                    <a:pt x="3549" y="290"/>
                    <a:pt x="3691" y="1035"/>
                    <a:pt x="4184" y="1035"/>
                  </a:cubicBezTo>
                  <a:cubicBezTo>
                    <a:pt x="4222" y="1035"/>
                    <a:pt x="4262" y="1030"/>
                    <a:pt x="4304" y="1021"/>
                  </a:cubicBezTo>
                  <a:cubicBezTo>
                    <a:pt x="4627" y="945"/>
                    <a:pt x="4949" y="907"/>
                    <a:pt x="5290" y="907"/>
                  </a:cubicBezTo>
                  <a:cubicBezTo>
                    <a:pt x="7149" y="907"/>
                    <a:pt x="8779" y="2159"/>
                    <a:pt x="9253" y="3960"/>
                  </a:cubicBezTo>
                  <a:cubicBezTo>
                    <a:pt x="9727" y="5761"/>
                    <a:pt x="8950" y="7657"/>
                    <a:pt x="7338" y="8587"/>
                  </a:cubicBezTo>
                  <a:cubicBezTo>
                    <a:pt x="6645" y="8985"/>
                    <a:pt x="5937" y="9162"/>
                    <a:pt x="5258" y="9162"/>
                  </a:cubicBezTo>
                  <a:cubicBezTo>
                    <a:pt x="2356" y="9162"/>
                    <a:pt x="1" y="5925"/>
                    <a:pt x="1707" y="2974"/>
                  </a:cubicBezTo>
                  <a:cubicBezTo>
                    <a:pt x="1941" y="2597"/>
                    <a:pt x="1622" y="2255"/>
                    <a:pt x="1307" y="2255"/>
                  </a:cubicBezTo>
                  <a:cubicBezTo>
                    <a:pt x="1162" y="2255"/>
                    <a:pt x="1019" y="2327"/>
                    <a:pt x="929" y="2500"/>
                  </a:cubicBezTo>
                  <a:cubicBezTo>
                    <a:pt x="702" y="2898"/>
                    <a:pt x="512" y="3334"/>
                    <a:pt x="398" y="3770"/>
                  </a:cubicBezTo>
                  <a:cubicBezTo>
                    <a:pt x="303" y="4188"/>
                    <a:pt x="247" y="4605"/>
                    <a:pt x="247" y="5022"/>
                  </a:cubicBezTo>
                  <a:cubicBezTo>
                    <a:pt x="247" y="7809"/>
                    <a:pt x="2503" y="10066"/>
                    <a:pt x="5290" y="10066"/>
                  </a:cubicBezTo>
                  <a:cubicBezTo>
                    <a:pt x="8305" y="10066"/>
                    <a:pt x="10637" y="7430"/>
                    <a:pt x="10277" y="4415"/>
                  </a:cubicBezTo>
                  <a:cubicBezTo>
                    <a:pt x="9967" y="1835"/>
                    <a:pt x="7773" y="1"/>
                    <a:pt x="52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110"/>
            <p:cNvSpPr/>
            <p:nvPr/>
          </p:nvSpPr>
          <p:spPr>
            <a:xfrm>
              <a:off x="2592538" y="1665900"/>
              <a:ext cx="137975" cy="115325"/>
            </a:xfrm>
            <a:custGeom>
              <a:avLst/>
              <a:gdLst/>
              <a:ahLst/>
              <a:cxnLst/>
              <a:rect l="l" t="t" r="r" b="b"/>
              <a:pathLst>
                <a:path w="5519" h="4613" extrusionOk="0">
                  <a:moveTo>
                    <a:pt x="3940" y="929"/>
                  </a:moveTo>
                  <a:cubicBezTo>
                    <a:pt x="4322" y="929"/>
                    <a:pt x="4609" y="1244"/>
                    <a:pt x="4609" y="1612"/>
                  </a:cubicBezTo>
                  <a:cubicBezTo>
                    <a:pt x="4609" y="1916"/>
                    <a:pt x="4400" y="2219"/>
                    <a:pt x="3907" y="2636"/>
                  </a:cubicBezTo>
                  <a:cubicBezTo>
                    <a:pt x="3680" y="2845"/>
                    <a:pt x="3395" y="3053"/>
                    <a:pt x="3073" y="3300"/>
                  </a:cubicBezTo>
                  <a:lnTo>
                    <a:pt x="2769" y="3546"/>
                  </a:lnTo>
                  <a:lnTo>
                    <a:pt x="2466" y="3300"/>
                  </a:lnTo>
                  <a:cubicBezTo>
                    <a:pt x="1461" y="2522"/>
                    <a:pt x="930" y="2105"/>
                    <a:pt x="930" y="1631"/>
                  </a:cubicBezTo>
                  <a:cubicBezTo>
                    <a:pt x="930" y="1236"/>
                    <a:pt x="1229" y="935"/>
                    <a:pt x="1622" y="930"/>
                  </a:cubicBezTo>
                  <a:lnTo>
                    <a:pt x="1622" y="930"/>
                  </a:lnTo>
                  <a:cubicBezTo>
                    <a:pt x="2127" y="936"/>
                    <a:pt x="2296" y="1461"/>
                    <a:pt x="2333" y="1517"/>
                  </a:cubicBezTo>
                  <a:cubicBezTo>
                    <a:pt x="2400" y="1736"/>
                    <a:pt x="2584" y="1845"/>
                    <a:pt x="2769" y="1845"/>
                  </a:cubicBezTo>
                  <a:cubicBezTo>
                    <a:pt x="2954" y="1845"/>
                    <a:pt x="3139" y="1736"/>
                    <a:pt x="3205" y="1517"/>
                  </a:cubicBezTo>
                  <a:cubicBezTo>
                    <a:pt x="3205" y="1517"/>
                    <a:pt x="3395" y="930"/>
                    <a:pt x="3907" y="930"/>
                  </a:cubicBezTo>
                  <a:cubicBezTo>
                    <a:pt x="3918" y="929"/>
                    <a:pt x="3929" y="929"/>
                    <a:pt x="3940" y="929"/>
                  </a:cubicBezTo>
                  <a:close/>
                  <a:moveTo>
                    <a:pt x="1613" y="1"/>
                  </a:moveTo>
                  <a:cubicBezTo>
                    <a:pt x="722" y="1"/>
                    <a:pt x="1" y="721"/>
                    <a:pt x="20" y="1612"/>
                  </a:cubicBezTo>
                  <a:cubicBezTo>
                    <a:pt x="20" y="2560"/>
                    <a:pt x="797" y="3167"/>
                    <a:pt x="1878" y="4020"/>
                  </a:cubicBezTo>
                  <a:lnTo>
                    <a:pt x="1878" y="4039"/>
                  </a:lnTo>
                  <a:lnTo>
                    <a:pt x="2466" y="4513"/>
                  </a:lnTo>
                  <a:cubicBezTo>
                    <a:pt x="2551" y="4580"/>
                    <a:pt x="2656" y="4613"/>
                    <a:pt x="2760" y="4613"/>
                  </a:cubicBezTo>
                  <a:cubicBezTo>
                    <a:pt x="2864" y="4613"/>
                    <a:pt x="2968" y="4580"/>
                    <a:pt x="3054" y="4513"/>
                  </a:cubicBezTo>
                  <a:lnTo>
                    <a:pt x="3642" y="4039"/>
                  </a:lnTo>
                  <a:cubicBezTo>
                    <a:pt x="3964" y="3774"/>
                    <a:pt x="4248" y="3565"/>
                    <a:pt x="4495" y="3319"/>
                  </a:cubicBezTo>
                  <a:cubicBezTo>
                    <a:pt x="5026" y="2883"/>
                    <a:pt x="5500" y="2352"/>
                    <a:pt x="5500" y="1612"/>
                  </a:cubicBezTo>
                  <a:cubicBezTo>
                    <a:pt x="5519" y="721"/>
                    <a:pt x="4779" y="1"/>
                    <a:pt x="3907" y="1"/>
                  </a:cubicBezTo>
                  <a:cubicBezTo>
                    <a:pt x="3471" y="1"/>
                    <a:pt x="3054" y="190"/>
                    <a:pt x="2750" y="513"/>
                  </a:cubicBezTo>
                  <a:cubicBezTo>
                    <a:pt x="2466" y="190"/>
                    <a:pt x="2049" y="1"/>
                    <a:pt x="16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110"/>
            <p:cNvSpPr/>
            <p:nvPr/>
          </p:nvSpPr>
          <p:spPr>
            <a:xfrm>
              <a:off x="2363663" y="1494300"/>
              <a:ext cx="595750" cy="160550"/>
            </a:xfrm>
            <a:custGeom>
              <a:avLst/>
              <a:gdLst/>
              <a:ahLst/>
              <a:cxnLst/>
              <a:rect l="l" t="t" r="r" b="b"/>
              <a:pathLst>
                <a:path w="23830" h="6422" extrusionOk="0">
                  <a:moveTo>
                    <a:pt x="11924" y="1"/>
                  </a:moveTo>
                  <a:cubicBezTo>
                    <a:pt x="6293" y="1"/>
                    <a:pt x="1628" y="4324"/>
                    <a:pt x="320" y="5632"/>
                  </a:cubicBezTo>
                  <a:cubicBezTo>
                    <a:pt x="1" y="5966"/>
                    <a:pt x="303" y="6422"/>
                    <a:pt x="659" y="6422"/>
                  </a:cubicBezTo>
                  <a:cubicBezTo>
                    <a:pt x="767" y="6422"/>
                    <a:pt x="881" y="6379"/>
                    <a:pt x="984" y="6277"/>
                  </a:cubicBezTo>
                  <a:cubicBezTo>
                    <a:pt x="2216" y="5025"/>
                    <a:pt x="6634" y="930"/>
                    <a:pt x="11924" y="930"/>
                  </a:cubicBezTo>
                  <a:cubicBezTo>
                    <a:pt x="17196" y="930"/>
                    <a:pt x="21614" y="5025"/>
                    <a:pt x="22846" y="6277"/>
                  </a:cubicBezTo>
                  <a:cubicBezTo>
                    <a:pt x="22948" y="6379"/>
                    <a:pt x="23062" y="6422"/>
                    <a:pt x="23171" y="6422"/>
                  </a:cubicBezTo>
                  <a:cubicBezTo>
                    <a:pt x="23526" y="6422"/>
                    <a:pt x="23829" y="5966"/>
                    <a:pt x="23510" y="5632"/>
                  </a:cubicBezTo>
                  <a:cubicBezTo>
                    <a:pt x="22201" y="4324"/>
                    <a:pt x="17537" y="1"/>
                    <a:pt x="119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110"/>
            <p:cNvSpPr/>
            <p:nvPr/>
          </p:nvSpPr>
          <p:spPr>
            <a:xfrm>
              <a:off x="2367863" y="1540275"/>
              <a:ext cx="587825" cy="343225"/>
            </a:xfrm>
            <a:custGeom>
              <a:avLst/>
              <a:gdLst/>
              <a:ahLst/>
              <a:cxnLst/>
              <a:rect l="l" t="t" r="r" b="b"/>
              <a:pathLst>
                <a:path w="23513" h="13729" extrusionOk="0">
                  <a:moveTo>
                    <a:pt x="11756" y="930"/>
                  </a:moveTo>
                  <a:cubicBezTo>
                    <a:pt x="14752" y="930"/>
                    <a:pt x="17540" y="2617"/>
                    <a:pt x="19360" y="4040"/>
                  </a:cubicBezTo>
                  <a:cubicBezTo>
                    <a:pt x="20460" y="4893"/>
                    <a:pt x="21465" y="5841"/>
                    <a:pt x="22394" y="6884"/>
                  </a:cubicBezTo>
                  <a:cubicBezTo>
                    <a:pt x="21465" y="7908"/>
                    <a:pt x="20460" y="8856"/>
                    <a:pt x="19360" y="9728"/>
                  </a:cubicBezTo>
                  <a:cubicBezTo>
                    <a:pt x="17540" y="11150"/>
                    <a:pt x="14752" y="12819"/>
                    <a:pt x="11756" y="12819"/>
                  </a:cubicBezTo>
                  <a:cubicBezTo>
                    <a:pt x="8760" y="12819"/>
                    <a:pt x="5954" y="11150"/>
                    <a:pt x="4134" y="9728"/>
                  </a:cubicBezTo>
                  <a:cubicBezTo>
                    <a:pt x="3034" y="8856"/>
                    <a:pt x="2010" y="7908"/>
                    <a:pt x="1081" y="6884"/>
                  </a:cubicBezTo>
                  <a:cubicBezTo>
                    <a:pt x="2010" y="5841"/>
                    <a:pt x="3034" y="4893"/>
                    <a:pt x="4134" y="4040"/>
                  </a:cubicBezTo>
                  <a:cubicBezTo>
                    <a:pt x="5954" y="2617"/>
                    <a:pt x="8741" y="930"/>
                    <a:pt x="11756" y="930"/>
                  </a:cubicBezTo>
                  <a:close/>
                  <a:moveTo>
                    <a:pt x="11756" y="1"/>
                  </a:moveTo>
                  <a:cubicBezTo>
                    <a:pt x="8779" y="1"/>
                    <a:pt x="5916" y="1461"/>
                    <a:pt x="3565" y="3319"/>
                  </a:cubicBezTo>
                  <a:cubicBezTo>
                    <a:pt x="2314" y="4286"/>
                    <a:pt x="1157" y="5386"/>
                    <a:pt x="133" y="6599"/>
                  </a:cubicBezTo>
                  <a:cubicBezTo>
                    <a:pt x="0" y="6770"/>
                    <a:pt x="0" y="6998"/>
                    <a:pt x="133" y="7168"/>
                  </a:cubicBezTo>
                  <a:cubicBezTo>
                    <a:pt x="1157" y="8382"/>
                    <a:pt x="2314" y="9463"/>
                    <a:pt x="3565" y="10430"/>
                  </a:cubicBezTo>
                  <a:cubicBezTo>
                    <a:pt x="5935" y="12269"/>
                    <a:pt x="8779" y="13729"/>
                    <a:pt x="11756" y="13729"/>
                  </a:cubicBezTo>
                  <a:cubicBezTo>
                    <a:pt x="14714" y="13729"/>
                    <a:pt x="17578" y="12288"/>
                    <a:pt x="19948" y="10430"/>
                  </a:cubicBezTo>
                  <a:cubicBezTo>
                    <a:pt x="21199" y="9463"/>
                    <a:pt x="22337" y="8363"/>
                    <a:pt x="23361" y="7149"/>
                  </a:cubicBezTo>
                  <a:cubicBezTo>
                    <a:pt x="23512" y="6979"/>
                    <a:pt x="23512" y="6751"/>
                    <a:pt x="23361" y="6580"/>
                  </a:cubicBezTo>
                  <a:cubicBezTo>
                    <a:pt x="22337" y="5367"/>
                    <a:pt x="21199" y="4286"/>
                    <a:pt x="19948" y="3319"/>
                  </a:cubicBezTo>
                  <a:cubicBezTo>
                    <a:pt x="17578" y="1461"/>
                    <a:pt x="14733" y="1"/>
                    <a:pt x="117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110"/>
            <p:cNvSpPr/>
            <p:nvPr/>
          </p:nvSpPr>
          <p:spPr>
            <a:xfrm>
              <a:off x="2649913" y="1358025"/>
              <a:ext cx="23250" cy="90800"/>
            </a:xfrm>
            <a:custGeom>
              <a:avLst/>
              <a:gdLst/>
              <a:ahLst/>
              <a:cxnLst/>
              <a:rect l="l" t="t" r="r" b="b"/>
              <a:pathLst>
                <a:path w="930" h="3632" extrusionOk="0">
                  <a:moveTo>
                    <a:pt x="458" y="0"/>
                  </a:moveTo>
                  <a:cubicBezTo>
                    <a:pt x="237" y="0"/>
                    <a:pt x="19" y="142"/>
                    <a:pt x="0" y="427"/>
                  </a:cubicBezTo>
                  <a:lnTo>
                    <a:pt x="0" y="3176"/>
                  </a:lnTo>
                  <a:cubicBezTo>
                    <a:pt x="0" y="3423"/>
                    <a:pt x="209" y="3631"/>
                    <a:pt x="474" y="3631"/>
                  </a:cubicBezTo>
                  <a:cubicBezTo>
                    <a:pt x="721" y="3631"/>
                    <a:pt x="929" y="3423"/>
                    <a:pt x="929" y="3176"/>
                  </a:cubicBezTo>
                  <a:lnTo>
                    <a:pt x="929" y="427"/>
                  </a:lnTo>
                  <a:cubicBezTo>
                    <a:pt x="901" y="142"/>
                    <a:pt x="678" y="0"/>
                    <a:pt x="4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110"/>
            <p:cNvSpPr/>
            <p:nvPr/>
          </p:nvSpPr>
          <p:spPr>
            <a:xfrm>
              <a:off x="2480313" y="1401750"/>
              <a:ext cx="65175" cy="83050"/>
            </a:xfrm>
            <a:custGeom>
              <a:avLst/>
              <a:gdLst/>
              <a:ahLst/>
              <a:cxnLst/>
              <a:rect l="l" t="t" r="r" b="b"/>
              <a:pathLst>
                <a:path w="2607" h="3322" extrusionOk="0">
                  <a:moveTo>
                    <a:pt x="626" y="0"/>
                  </a:moveTo>
                  <a:cubicBezTo>
                    <a:pt x="312" y="0"/>
                    <a:pt x="1" y="340"/>
                    <a:pt x="224" y="707"/>
                  </a:cubicBezTo>
                  <a:lnTo>
                    <a:pt x="1589" y="3077"/>
                  </a:lnTo>
                  <a:cubicBezTo>
                    <a:pt x="1684" y="3250"/>
                    <a:pt x="1830" y="3321"/>
                    <a:pt x="1975" y="3321"/>
                  </a:cubicBezTo>
                  <a:cubicBezTo>
                    <a:pt x="2292" y="3321"/>
                    <a:pt x="2606" y="2980"/>
                    <a:pt x="2385" y="2603"/>
                  </a:cubicBezTo>
                  <a:lnTo>
                    <a:pt x="1001" y="233"/>
                  </a:lnTo>
                  <a:cubicBezTo>
                    <a:pt x="907" y="68"/>
                    <a:pt x="766" y="0"/>
                    <a:pt x="6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110"/>
            <p:cNvSpPr/>
            <p:nvPr/>
          </p:nvSpPr>
          <p:spPr>
            <a:xfrm>
              <a:off x="2779788" y="1401750"/>
              <a:ext cx="62625" cy="82375"/>
            </a:xfrm>
            <a:custGeom>
              <a:avLst/>
              <a:gdLst/>
              <a:ahLst/>
              <a:cxnLst/>
              <a:rect l="l" t="t" r="r" b="b"/>
              <a:pathLst>
                <a:path w="2505" h="3295" extrusionOk="0">
                  <a:moveTo>
                    <a:pt x="1889" y="0"/>
                  </a:moveTo>
                  <a:cubicBezTo>
                    <a:pt x="1751" y="0"/>
                    <a:pt x="1612" y="68"/>
                    <a:pt x="1518" y="233"/>
                  </a:cubicBezTo>
                  <a:lnTo>
                    <a:pt x="133" y="2603"/>
                  </a:lnTo>
                  <a:cubicBezTo>
                    <a:pt x="1" y="2830"/>
                    <a:pt x="77" y="3115"/>
                    <a:pt x="304" y="3228"/>
                  </a:cubicBezTo>
                  <a:cubicBezTo>
                    <a:pt x="381" y="3273"/>
                    <a:pt x="463" y="3295"/>
                    <a:pt x="542" y="3295"/>
                  </a:cubicBezTo>
                  <a:cubicBezTo>
                    <a:pt x="696" y="3295"/>
                    <a:pt x="842" y="3215"/>
                    <a:pt x="930" y="3077"/>
                  </a:cubicBezTo>
                  <a:lnTo>
                    <a:pt x="2295" y="707"/>
                  </a:lnTo>
                  <a:cubicBezTo>
                    <a:pt x="2505" y="340"/>
                    <a:pt x="2199" y="0"/>
                    <a:pt x="18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3" name="Google Shape;3003;p110"/>
          <p:cNvGrpSpPr/>
          <p:nvPr/>
        </p:nvGrpSpPr>
        <p:grpSpPr>
          <a:xfrm>
            <a:off x="3838121" y="1317678"/>
            <a:ext cx="365769" cy="326832"/>
            <a:chOff x="3131538" y="1356825"/>
            <a:chExt cx="430925" cy="385825"/>
          </a:xfrm>
        </p:grpSpPr>
        <p:sp>
          <p:nvSpPr>
            <p:cNvPr id="3004" name="Google Shape;3004;p110"/>
            <p:cNvSpPr/>
            <p:nvPr/>
          </p:nvSpPr>
          <p:spPr>
            <a:xfrm>
              <a:off x="3141013" y="1364900"/>
              <a:ext cx="399625" cy="194850"/>
            </a:xfrm>
            <a:custGeom>
              <a:avLst/>
              <a:gdLst/>
              <a:ahLst/>
              <a:cxnLst/>
              <a:rect l="l" t="t" r="r" b="b"/>
              <a:pathLst>
                <a:path w="15985" h="7794" extrusionOk="0">
                  <a:moveTo>
                    <a:pt x="8002" y="0"/>
                  </a:moveTo>
                  <a:cubicBezTo>
                    <a:pt x="3698" y="0"/>
                    <a:pt x="0" y="3489"/>
                    <a:pt x="0" y="7793"/>
                  </a:cubicBezTo>
                  <a:lnTo>
                    <a:pt x="1347" y="7793"/>
                  </a:lnTo>
                  <a:cubicBezTo>
                    <a:pt x="1669" y="7793"/>
                    <a:pt x="1953" y="7547"/>
                    <a:pt x="1991" y="7224"/>
                  </a:cubicBezTo>
                  <a:cubicBezTo>
                    <a:pt x="2295" y="4266"/>
                    <a:pt x="4968" y="1953"/>
                    <a:pt x="8002" y="1953"/>
                  </a:cubicBezTo>
                  <a:cubicBezTo>
                    <a:pt x="11017" y="1953"/>
                    <a:pt x="13729" y="4266"/>
                    <a:pt x="14013" y="7224"/>
                  </a:cubicBezTo>
                  <a:cubicBezTo>
                    <a:pt x="14051" y="7547"/>
                    <a:pt x="14316" y="7793"/>
                    <a:pt x="14658" y="7793"/>
                  </a:cubicBezTo>
                  <a:lnTo>
                    <a:pt x="15985" y="7793"/>
                  </a:lnTo>
                  <a:cubicBezTo>
                    <a:pt x="15985" y="3489"/>
                    <a:pt x="12287" y="0"/>
                    <a:pt x="80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110"/>
            <p:cNvSpPr/>
            <p:nvPr/>
          </p:nvSpPr>
          <p:spPr>
            <a:xfrm>
              <a:off x="3498438" y="1559725"/>
              <a:ext cx="42200" cy="61650"/>
            </a:xfrm>
            <a:custGeom>
              <a:avLst/>
              <a:gdLst/>
              <a:ahLst/>
              <a:cxnLst/>
              <a:rect l="l" t="t" r="r" b="b"/>
              <a:pathLst>
                <a:path w="1688" h="2466" extrusionOk="0">
                  <a:moveTo>
                    <a:pt x="399" y="0"/>
                  </a:moveTo>
                  <a:cubicBezTo>
                    <a:pt x="380" y="721"/>
                    <a:pt x="247" y="1441"/>
                    <a:pt x="0" y="2124"/>
                  </a:cubicBezTo>
                  <a:lnTo>
                    <a:pt x="1214" y="2446"/>
                  </a:lnTo>
                  <a:lnTo>
                    <a:pt x="1271" y="2465"/>
                  </a:lnTo>
                  <a:cubicBezTo>
                    <a:pt x="1536" y="1669"/>
                    <a:pt x="1669" y="834"/>
                    <a:pt x="16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110"/>
            <p:cNvSpPr/>
            <p:nvPr/>
          </p:nvSpPr>
          <p:spPr>
            <a:xfrm>
              <a:off x="3468088" y="1612800"/>
              <a:ext cx="74450" cy="118650"/>
            </a:xfrm>
            <a:custGeom>
              <a:avLst/>
              <a:gdLst/>
              <a:ahLst/>
              <a:cxnLst/>
              <a:rect l="l" t="t" r="r" b="b"/>
              <a:pathLst>
                <a:path w="2978" h="4746" extrusionOk="0">
                  <a:moveTo>
                    <a:pt x="1214" y="1"/>
                  </a:moveTo>
                  <a:cubicBezTo>
                    <a:pt x="1176" y="134"/>
                    <a:pt x="1" y="4381"/>
                    <a:pt x="1" y="4381"/>
                  </a:cubicBezTo>
                  <a:lnTo>
                    <a:pt x="1252" y="4722"/>
                  </a:lnTo>
                  <a:cubicBezTo>
                    <a:pt x="1308" y="4738"/>
                    <a:pt x="1365" y="4745"/>
                    <a:pt x="1420" y="4745"/>
                  </a:cubicBezTo>
                  <a:cubicBezTo>
                    <a:pt x="1705" y="4745"/>
                    <a:pt x="1969" y="4553"/>
                    <a:pt x="2049" y="4267"/>
                  </a:cubicBezTo>
                  <a:lnTo>
                    <a:pt x="2883" y="1139"/>
                  </a:lnTo>
                  <a:cubicBezTo>
                    <a:pt x="2978" y="778"/>
                    <a:pt x="2769" y="418"/>
                    <a:pt x="2428" y="342"/>
                  </a:cubicBezTo>
                  <a:lnTo>
                    <a:pt x="121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110"/>
            <p:cNvSpPr/>
            <p:nvPr/>
          </p:nvSpPr>
          <p:spPr>
            <a:xfrm>
              <a:off x="3403163" y="1583800"/>
              <a:ext cx="97200" cy="150475"/>
            </a:xfrm>
            <a:custGeom>
              <a:avLst/>
              <a:gdLst/>
              <a:ahLst/>
              <a:cxnLst/>
              <a:rect l="l" t="t" r="r" b="b"/>
              <a:pathLst>
                <a:path w="3888" h="6019" extrusionOk="0">
                  <a:moveTo>
                    <a:pt x="1910" y="0"/>
                  </a:moveTo>
                  <a:cubicBezTo>
                    <a:pt x="1615" y="0"/>
                    <a:pt x="1353" y="193"/>
                    <a:pt x="1290" y="478"/>
                  </a:cubicBezTo>
                  <a:lnTo>
                    <a:pt x="95" y="4858"/>
                  </a:lnTo>
                  <a:cubicBezTo>
                    <a:pt x="0" y="5200"/>
                    <a:pt x="209" y="5560"/>
                    <a:pt x="550" y="5655"/>
                  </a:cubicBezTo>
                  <a:lnTo>
                    <a:pt x="569" y="5655"/>
                  </a:lnTo>
                  <a:lnTo>
                    <a:pt x="1820" y="5996"/>
                  </a:lnTo>
                  <a:cubicBezTo>
                    <a:pt x="1876" y="6012"/>
                    <a:pt x="1933" y="6019"/>
                    <a:pt x="1988" y="6019"/>
                  </a:cubicBezTo>
                  <a:cubicBezTo>
                    <a:pt x="2273" y="6019"/>
                    <a:pt x="2538" y="5826"/>
                    <a:pt x="2617" y="5541"/>
                  </a:cubicBezTo>
                  <a:lnTo>
                    <a:pt x="3679" y="1540"/>
                  </a:lnTo>
                  <a:lnTo>
                    <a:pt x="3792" y="1142"/>
                  </a:lnTo>
                  <a:cubicBezTo>
                    <a:pt x="3887" y="801"/>
                    <a:pt x="3679" y="440"/>
                    <a:pt x="3337" y="346"/>
                  </a:cubicBezTo>
                  <a:lnTo>
                    <a:pt x="2086" y="23"/>
                  </a:lnTo>
                  <a:cubicBezTo>
                    <a:pt x="2027" y="8"/>
                    <a:pt x="1968" y="0"/>
                    <a:pt x="19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110"/>
            <p:cNvSpPr/>
            <p:nvPr/>
          </p:nvSpPr>
          <p:spPr>
            <a:xfrm>
              <a:off x="3181788" y="1583800"/>
              <a:ext cx="97200" cy="150475"/>
            </a:xfrm>
            <a:custGeom>
              <a:avLst/>
              <a:gdLst/>
              <a:ahLst/>
              <a:cxnLst/>
              <a:rect l="l" t="t" r="r" b="b"/>
              <a:pathLst>
                <a:path w="3888" h="6019" extrusionOk="0">
                  <a:moveTo>
                    <a:pt x="1976" y="0"/>
                  </a:moveTo>
                  <a:cubicBezTo>
                    <a:pt x="1919" y="0"/>
                    <a:pt x="1860" y="8"/>
                    <a:pt x="1801" y="23"/>
                  </a:cubicBezTo>
                  <a:lnTo>
                    <a:pt x="550" y="346"/>
                  </a:lnTo>
                  <a:cubicBezTo>
                    <a:pt x="209" y="440"/>
                    <a:pt x="0" y="801"/>
                    <a:pt x="95" y="1142"/>
                  </a:cubicBezTo>
                  <a:lnTo>
                    <a:pt x="1290" y="5541"/>
                  </a:lnTo>
                  <a:cubicBezTo>
                    <a:pt x="1353" y="5826"/>
                    <a:pt x="1615" y="6019"/>
                    <a:pt x="1910" y="6019"/>
                  </a:cubicBezTo>
                  <a:cubicBezTo>
                    <a:pt x="1968" y="6019"/>
                    <a:pt x="2027" y="6012"/>
                    <a:pt x="2086" y="5996"/>
                  </a:cubicBezTo>
                  <a:lnTo>
                    <a:pt x="3337" y="5655"/>
                  </a:lnTo>
                  <a:cubicBezTo>
                    <a:pt x="3679" y="5560"/>
                    <a:pt x="3887" y="5219"/>
                    <a:pt x="3792" y="4858"/>
                  </a:cubicBezTo>
                  <a:lnTo>
                    <a:pt x="2598" y="478"/>
                  </a:lnTo>
                  <a:cubicBezTo>
                    <a:pt x="2519" y="193"/>
                    <a:pt x="2267" y="0"/>
                    <a:pt x="19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110"/>
            <p:cNvSpPr/>
            <p:nvPr/>
          </p:nvSpPr>
          <p:spPr>
            <a:xfrm>
              <a:off x="3139588" y="1612800"/>
              <a:ext cx="74450" cy="118375"/>
            </a:xfrm>
            <a:custGeom>
              <a:avLst/>
              <a:gdLst/>
              <a:ahLst/>
              <a:cxnLst/>
              <a:rect l="l" t="t" r="r" b="b"/>
              <a:pathLst>
                <a:path w="2978" h="4735" extrusionOk="0">
                  <a:moveTo>
                    <a:pt x="1745" y="1"/>
                  </a:moveTo>
                  <a:lnTo>
                    <a:pt x="531" y="342"/>
                  </a:lnTo>
                  <a:lnTo>
                    <a:pt x="494" y="342"/>
                  </a:lnTo>
                  <a:cubicBezTo>
                    <a:pt x="171" y="456"/>
                    <a:pt x="1" y="797"/>
                    <a:pt x="76" y="1139"/>
                  </a:cubicBezTo>
                  <a:lnTo>
                    <a:pt x="930" y="4248"/>
                  </a:lnTo>
                  <a:cubicBezTo>
                    <a:pt x="991" y="4542"/>
                    <a:pt x="1242" y="4734"/>
                    <a:pt x="1517" y="4734"/>
                  </a:cubicBezTo>
                  <a:cubicBezTo>
                    <a:pt x="1580" y="4734"/>
                    <a:pt x="1644" y="4724"/>
                    <a:pt x="1707" y="4703"/>
                  </a:cubicBezTo>
                  <a:lnTo>
                    <a:pt x="2978" y="4381"/>
                  </a:lnTo>
                  <a:cubicBezTo>
                    <a:pt x="2978" y="4381"/>
                    <a:pt x="1802" y="134"/>
                    <a:pt x="17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110"/>
            <p:cNvSpPr/>
            <p:nvPr/>
          </p:nvSpPr>
          <p:spPr>
            <a:xfrm>
              <a:off x="3141013" y="1559725"/>
              <a:ext cx="42225" cy="61650"/>
            </a:xfrm>
            <a:custGeom>
              <a:avLst/>
              <a:gdLst/>
              <a:ahLst/>
              <a:cxnLst/>
              <a:rect l="l" t="t" r="r" b="b"/>
              <a:pathLst>
                <a:path w="1689" h="2466" extrusionOk="0">
                  <a:moveTo>
                    <a:pt x="0" y="0"/>
                  </a:moveTo>
                  <a:cubicBezTo>
                    <a:pt x="19" y="834"/>
                    <a:pt x="171" y="1669"/>
                    <a:pt x="437" y="2465"/>
                  </a:cubicBezTo>
                  <a:lnTo>
                    <a:pt x="474" y="2446"/>
                  </a:lnTo>
                  <a:lnTo>
                    <a:pt x="1688" y="2124"/>
                  </a:lnTo>
                  <a:cubicBezTo>
                    <a:pt x="1442" y="1441"/>
                    <a:pt x="1309" y="721"/>
                    <a:pt x="13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110"/>
            <p:cNvSpPr/>
            <p:nvPr/>
          </p:nvSpPr>
          <p:spPr>
            <a:xfrm>
              <a:off x="3447513" y="1627325"/>
              <a:ext cx="19175" cy="16425"/>
            </a:xfrm>
            <a:custGeom>
              <a:avLst/>
              <a:gdLst/>
              <a:ahLst/>
              <a:cxnLst/>
              <a:rect l="l" t="t" r="r" b="b"/>
              <a:pathLst>
                <a:path w="767" h="657" extrusionOk="0">
                  <a:moveTo>
                    <a:pt x="414" y="1"/>
                  </a:moveTo>
                  <a:cubicBezTo>
                    <a:pt x="166" y="1"/>
                    <a:pt x="1" y="275"/>
                    <a:pt x="122" y="501"/>
                  </a:cubicBezTo>
                  <a:cubicBezTo>
                    <a:pt x="187" y="606"/>
                    <a:pt x="294" y="656"/>
                    <a:pt x="401" y="656"/>
                  </a:cubicBezTo>
                  <a:cubicBezTo>
                    <a:pt x="544" y="656"/>
                    <a:pt x="686" y="568"/>
                    <a:pt x="729" y="406"/>
                  </a:cubicBezTo>
                  <a:cubicBezTo>
                    <a:pt x="767" y="235"/>
                    <a:pt x="653" y="65"/>
                    <a:pt x="483" y="8"/>
                  </a:cubicBezTo>
                  <a:cubicBezTo>
                    <a:pt x="459" y="3"/>
                    <a:pt x="436" y="1"/>
                    <a:pt x="4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110"/>
            <p:cNvSpPr/>
            <p:nvPr/>
          </p:nvSpPr>
          <p:spPr>
            <a:xfrm>
              <a:off x="3214913" y="1627250"/>
              <a:ext cx="19500" cy="16300"/>
            </a:xfrm>
            <a:custGeom>
              <a:avLst/>
              <a:gdLst/>
              <a:ahLst/>
              <a:cxnLst/>
              <a:rect l="l" t="t" r="r" b="b"/>
              <a:pathLst>
                <a:path w="780" h="652" extrusionOk="0">
                  <a:moveTo>
                    <a:pt x="367" y="0"/>
                  </a:moveTo>
                  <a:cubicBezTo>
                    <a:pt x="171" y="0"/>
                    <a:pt x="0" y="187"/>
                    <a:pt x="59" y="409"/>
                  </a:cubicBezTo>
                  <a:cubicBezTo>
                    <a:pt x="91" y="549"/>
                    <a:pt x="224" y="651"/>
                    <a:pt x="366" y="651"/>
                  </a:cubicBezTo>
                  <a:cubicBezTo>
                    <a:pt x="396" y="651"/>
                    <a:pt x="427" y="646"/>
                    <a:pt x="458" y="636"/>
                  </a:cubicBezTo>
                  <a:cubicBezTo>
                    <a:pt x="742" y="561"/>
                    <a:pt x="780" y="200"/>
                    <a:pt x="533" y="49"/>
                  </a:cubicBezTo>
                  <a:cubicBezTo>
                    <a:pt x="479" y="15"/>
                    <a:pt x="422" y="0"/>
                    <a:pt x="3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110"/>
            <p:cNvSpPr/>
            <p:nvPr/>
          </p:nvSpPr>
          <p:spPr>
            <a:xfrm>
              <a:off x="3131538" y="1356825"/>
              <a:ext cx="430925" cy="385825"/>
            </a:xfrm>
            <a:custGeom>
              <a:avLst/>
              <a:gdLst/>
              <a:ahLst/>
              <a:cxnLst/>
              <a:rect l="l" t="t" r="r" b="b"/>
              <a:pathLst>
                <a:path w="17237" h="15433" extrusionOk="0">
                  <a:moveTo>
                    <a:pt x="8381" y="645"/>
                  </a:moveTo>
                  <a:cubicBezTo>
                    <a:pt x="12420" y="645"/>
                    <a:pt x="15852" y="3888"/>
                    <a:pt x="16023" y="7794"/>
                  </a:cubicBezTo>
                  <a:lnTo>
                    <a:pt x="15037" y="7794"/>
                  </a:lnTo>
                  <a:cubicBezTo>
                    <a:pt x="14866" y="7794"/>
                    <a:pt x="14733" y="7680"/>
                    <a:pt x="14714" y="7509"/>
                  </a:cubicBezTo>
                  <a:cubicBezTo>
                    <a:pt x="14411" y="4362"/>
                    <a:pt x="11548" y="1954"/>
                    <a:pt x="8381" y="1954"/>
                  </a:cubicBezTo>
                  <a:cubicBezTo>
                    <a:pt x="5196" y="1954"/>
                    <a:pt x="2351" y="4362"/>
                    <a:pt x="2048" y="7509"/>
                  </a:cubicBezTo>
                  <a:cubicBezTo>
                    <a:pt x="2029" y="7680"/>
                    <a:pt x="1877" y="7794"/>
                    <a:pt x="1726" y="7794"/>
                  </a:cubicBezTo>
                  <a:lnTo>
                    <a:pt x="721" y="7794"/>
                  </a:lnTo>
                  <a:cubicBezTo>
                    <a:pt x="910" y="3888"/>
                    <a:pt x="4342" y="645"/>
                    <a:pt x="8381" y="645"/>
                  </a:cubicBezTo>
                  <a:close/>
                  <a:moveTo>
                    <a:pt x="1384" y="8439"/>
                  </a:moveTo>
                  <a:cubicBezTo>
                    <a:pt x="1403" y="8969"/>
                    <a:pt x="1498" y="9500"/>
                    <a:pt x="1669" y="10012"/>
                  </a:cubicBezTo>
                  <a:lnTo>
                    <a:pt x="1043" y="10183"/>
                  </a:lnTo>
                  <a:cubicBezTo>
                    <a:pt x="872" y="9614"/>
                    <a:pt x="759" y="9026"/>
                    <a:pt x="721" y="8439"/>
                  </a:cubicBezTo>
                  <a:close/>
                  <a:moveTo>
                    <a:pt x="16023" y="8439"/>
                  </a:moveTo>
                  <a:cubicBezTo>
                    <a:pt x="16004" y="9026"/>
                    <a:pt x="15890" y="9614"/>
                    <a:pt x="15719" y="10183"/>
                  </a:cubicBezTo>
                  <a:lnTo>
                    <a:pt x="15094" y="10012"/>
                  </a:lnTo>
                  <a:cubicBezTo>
                    <a:pt x="15245" y="9500"/>
                    <a:pt x="15340" y="8988"/>
                    <a:pt x="15378" y="8439"/>
                  </a:cubicBezTo>
                  <a:close/>
                  <a:moveTo>
                    <a:pt x="1877" y="10638"/>
                  </a:moveTo>
                  <a:lnTo>
                    <a:pt x="1877" y="10638"/>
                  </a:lnTo>
                  <a:cubicBezTo>
                    <a:pt x="1972" y="10884"/>
                    <a:pt x="1802" y="10336"/>
                    <a:pt x="2897" y="14394"/>
                  </a:cubicBezTo>
                  <a:lnTo>
                    <a:pt x="2897" y="14394"/>
                  </a:lnTo>
                  <a:lnTo>
                    <a:pt x="1953" y="14639"/>
                  </a:lnTo>
                  <a:cubicBezTo>
                    <a:pt x="1923" y="14649"/>
                    <a:pt x="1892" y="14654"/>
                    <a:pt x="1862" y="14654"/>
                  </a:cubicBezTo>
                  <a:cubicBezTo>
                    <a:pt x="1720" y="14654"/>
                    <a:pt x="1586" y="14552"/>
                    <a:pt x="1555" y="14411"/>
                  </a:cubicBezTo>
                  <a:lnTo>
                    <a:pt x="721" y="11283"/>
                  </a:lnTo>
                  <a:cubicBezTo>
                    <a:pt x="683" y="11112"/>
                    <a:pt x="759" y="10941"/>
                    <a:pt x="929" y="10885"/>
                  </a:cubicBezTo>
                  <a:lnTo>
                    <a:pt x="948" y="10885"/>
                  </a:lnTo>
                  <a:lnTo>
                    <a:pt x="1877" y="10638"/>
                  </a:lnTo>
                  <a:close/>
                  <a:moveTo>
                    <a:pt x="14866" y="10638"/>
                  </a:moveTo>
                  <a:lnTo>
                    <a:pt x="15814" y="10885"/>
                  </a:lnTo>
                  <a:cubicBezTo>
                    <a:pt x="15985" y="10941"/>
                    <a:pt x="16061" y="11112"/>
                    <a:pt x="16023" y="11283"/>
                  </a:cubicBezTo>
                  <a:lnTo>
                    <a:pt x="16042" y="11283"/>
                  </a:lnTo>
                  <a:lnTo>
                    <a:pt x="15188" y="14411"/>
                  </a:lnTo>
                  <a:cubicBezTo>
                    <a:pt x="15157" y="14552"/>
                    <a:pt x="15036" y="14654"/>
                    <a:pt x="14889" y="14654"/>
                  </a:cubicBezTo>
                  <a:cubicBezTo>
                    <a:pt x="14857" y="14654"/>
                    <a:pt x="14824" y="14649"/>
                    <a:pt x="14790" y="14639"/>
                  </a:cubicBezTo>
                  <a:lnTo>
                    <a:pt x="13842" y="14392"/>
                  </a:lnTo>
                  <a:cubicBezTo>
                    <a:pt x="14942" y="10335"/>
                    <a:pt x="14771" y="10866"/>
                    <a:pt x="14866" y="10638"/>
                  </a:cubicBezTo>
                  <a:close/>
                  <a:moveTo>
                    <a:pt x="4000" y="9397"/>
                  </a:moveTo>
                  <a:cubicBezTo>
                    <a:pt x="4143" y="9397"/>
                    <a:pt x="4275" y="9490"/>
                    <a:pt x="4323" y="9652"/>
                  </a:cubicBezTo>
                  <a:lnTo>
                    <a:pt x="5499" y="14032"/>
                  </a:lnTo>
                  <a:cubicBezTo>
                    <a:pt x="5556" y="14222"/>
                    <a:pt x="5442" y="14392"/>
                    <a:pt x="5272" y="14430"/>
                  </a:cubicBezTo>
                  <a:lnTo>
                    <a:pt x="4949" y="14525"/>
                  </a:lnTo>
                  <a:lnTo>
                    <a:pt x="4361" y="12326"/>
                  </a:lnTo>
                  <a:cubicBezTo>
                    <a:pt x="4322" y="12131"/>
                    <a:pt x="4185" y="12048"/>
                    <a:pt x="4046" y="12048"/>
                  </a:cubicBezTo>
                  <a:cubicBezTo>
                    <a:pt x="3847" y="12048"/>
                    <a:pt x="3646" y="12220"/>
                    <a:pt x="3736" y="12477"/>
                  </a:cubicBezTo>
                  <a:lnTo>
                    <a:pt x="4323" y="14696"/>
                  </a:lnTo>
                  <a:lnTo>
                    <a:pt x="4001" y="14772"/>
                  </a:lnTo>
                  <a:cubicBezTo>
                    <a:pt x="3976" y="14777"/>
                    <a:pt x="3951" y="14780"/>
                    <a:pt x="3927" y="14780"/>
                  </a:cubicBezTo>
                  <a:cubicBezTo>
                    <a:pt x="3783" y="14780"/>
                    <a:pt x="3654" y="14687"/>
                    <a:pt x="3622" y="14525"/>
                  </a:cubicBezTo>
                  <a:lnTo>
                    <a:pt x="2427" y="10145"/>
                  </a:lnTo>
                  <a:cubicBezTo>
                    <a:pt x="2389" y="9974"/>
                    <a:pt x="2484" y="9785"/>
                    <a:pt x="2674" y="9747"/>
                  </a:cubicBezTo>
                  <a:lnTo>
                    <a:pt x="3925" y="9406"/>
                  </a:lnTo>
                  <a:cubicBezTo>
                    <a:pt x="3950" y="9400"/>
                    <a:pt x="3975" y="9397"/>
                    <a:pt x="4000" y="9397"/>
                  </a:cubicBezTo>
                  <a:close/>
                  <a:moveTo>
                    <a:pt x="12761" y="9406"/>
                  </a:moveTo>
                  <a:cubicBezTo>
                    <a:pt x="12780" y="9406"/>
                    <a:pt x="12799" y="9406"/>
                    <a:pt x="12837" y="9425"/>
                  </a:cubicBezTo>
                  <a:lnTo>
                    <a:pt x="14089" y="9747"/>
                  </a:lnTo>
                  <a:cubicBezTo>
                    <a:pt x="14259" y="9804"/>
                    <a:pt x="14373" y="9974"/>
                    <a:pt x="14335" y="10145"/>
                  </a:cubicBezTo>
                  <a:lnTo>
                    <a:pt x="13141" y="14525"/>
                  </a:lnTo>
                  <a:cubicBezTo>
                    <a:pt x="13108" y="14687"/>
                    <a:pt x="12965" y="14780"/>
                    <a:pt x="12818" y="14780"/>
                  </a:cubicBezTo>
                  <a:cubicBezTo>
                    <a:pt x="12793" y="14780"/>
                    <a:pt x="12767" y="14777"/>
                    <a:pt x="12742" y="14772"/>
                  </a:cubicBezTo>
                  <a:lnTo>
                    <a:pt x="12439" y="14696"/>
                  </a:lnTo>
                  <a:lnTo>
                    <a:pt x="13027" y="12496"/>
                  </a:lnTo>
                  <a:cubicBezTo>
                    <a:pt x="13061" y="12257"/>
                    <a:pt x="12877" y="12107"/>
                    <a:pt x="12695" y="12107"/>
                  </a:cubicBezTo>
                  <a:cubicBezTo>
                    <a:pt x="12574" y="12107"/>
                    <a:pt x="12454" y="12174"/>
                    <a:pt x="12401" y="12326"/>
                  </a:cubicBezTo>
                  <a:lnTo>
                    <a:pt x="11813" y="14525"/>
                  </a:lnTo>
                  <a:lnTo>
                    <a:pt x="11491" y="14430"/>
                  </a:lnTo>
                  <a:cubicBezTo>
                    <a:pt x="11320" y="14392"/>
                    <a:pt x="11206" y="14203"/>
                    <a:pt x="11263" y="14032"/>
                  </a:cubicBezTo>
                  <a:lnTo>
                    <a:pt x="12439" y="9652"/>
                  </a:lnTo>
                  <a:cubicBezTo>
                    <a:pt x="12477" y="9500"/>
                    <a:pt x="12610" y="9406"/>
                    <a:pt x="12761" y="9406"/>
                  </a:cubicBezTo>
                  <a:close/>
                  <a:moveTo>
                    <a:pt x="8381" y="1"/>
                  </a:moveTo>
                  <a:cubicBezTo>
                    <a:pt x="3906" y="1"/>
                    <a:pt x="57" y="3622"/>
                    <a:pt x="57" y="8116"/>
                  </a:cubicBezTo>
                  <a:cubicBezTo>
                    <a:pt x="57" y="8894"/>
                    <a:pt x="190" y="9671"/>
                    <a:pt x="436" y="10429"/>
                  </a:cubicBezTo>
                  <a:cubicBezTo>
                    <a:pt x="133" y="10657"/>
                    <a:pt x="0" y="11055"/>
                    <a:pt x="95" y="11434"/>
                  </a:cubicBezTo>
                  <a:lnTo>
                    <a:pt x="929" y="14582"/>
                  </a:lnTo>
                  <a:cubicBezTo>
                    <a:pt x="1041" y="15013"/>
                    <a:pt x="1434" y="15296"/>
                    <a:pt x="1873" y="15296"/>
                  </a:cubicBezTo>
                  <a:cubicBezTo>
                    <a:pt x="1955" y="15296"/>
                    <a:pt x="2040" y="15286"/>
                    <a:pt x="2124" y="15265"/>
                  </a:cubicBezTo>
                  <a:lnTo>
                    <a:pt x="3110" y="14999"/>
                  </a:lnTo>
                  <a:cubicBezTo>
                    <a:pt x="3290" y="15269"/>
                    <a:pt x="3601" y="15432"/>
                    <a:pt x="3920" y="15432"/>
                  </a:cubicBezTo>
                  <a:cubicBezTo>
                    <a:pt x="4004" y="15432"/>
                    <a:pt x="4089" y="15421"/>
                    <a:pt x="4172" y="15397"/>
                  </a:cubicBezTo>
                  <a:lnTo>
                    <a:pt x="5423" y="15056"/>
                  </a:lnTo>
                  <a:cubicBezTo>
                    <a:pt x="5935" y="14923"/>
                    <a:pt x="6258" y="14392"/>
                    <a:pt x="6125" y="13880"/>
                  </a:cubicBezTo>
                  <a:lnTo>
                    <a:pt x="4949" y="9481"/>
                  </a:lnTo>
                  <a:cubicBezTo>
                    <a:pt x="4821" y="9034"/>
                    <a:pt x="4425" y="8749"/>
                    <a:pt x="3997" y="8749"/>
                  </a:cubicBezTo>
                  <a:cubicBezTo>
                    <a:pt x="3917" y="8749"/>
                    <a:pt x="3836" y="8759"/>
                    <a:pt x="3755" y="8780"/>
                  </a:cubicBezTo>
                  <a:lnTo>
                    <a:pt x="2503" y="9121"/>
                  </a:lnTo>
                  <a:cubicBezTo>
                    <a:pt x="2370" y="9159"/>
                    <a:pt x="2257" y="9216"/>
                    <a:pt x="2143" y="9292"/>
                  </a:cubicBezTo>
                  <a:cubicBezTo>
                    <a:pt x="2086" y="9007"/>
                    <a:pt x="2048" y="8704"/>
                    <a:pt x="2029" y="8401"/>
                  </a:cubicBezTo>
                  <a:cubicBezTo>
                    <a:pt x="2389" y="8287"/>
                    <a:pt x="2655" y="7964"/>
                    <a:pt x="2693" y="7585"/>
                  </a:cubicBezTo>
                  <a:cubicBezTo>
                    <a:pt x="2958" y="4836"/>
                    <a:pt x="5499" y="2598"/>
                    <a:pt x="8381" y="2598"/>
                  </a:cubicBezTo>
                  <a:cubicBezTo>
                    <a:pt x="11244" y="2598"/>
                    <a:pt x="13804" y="4836"/>
                    <a:pt x="14070" y="7585"/>
                  </a:cubicBezTo>
                  <a:cubicBezTo>
                    <a:pt x="14108" y="7964"/>
                    <a:pt x="14373" y="8287"/>
                    <a:pt x="14733" y="8401"/>
                  </a:cubicBezTo>
                  <a:cubicBezTo>
                    <a:pt x="14714" y="8704"/>
                    <a:pt x="14676" y="8988"/>
                    <a:pt x="14620" y="9292"/>
                  </a:cubicBezTo>
                  <a:cubicBezTo>
                    <a:pt x="14506" y="9216"/>
                    <a:pt x="14392" y="9159"/>
                    <a:pt x="14259" y="9121"/>
                  </a:cubicBezTo>
                  <a:lnTo>
                    <a:pt x="13008" y="8780"/>
                  </a:lnTo>
                  <a:cubicBezTo>
                    <a:pt x="12927" y="8759"/>
                    <a:pt x="12845" y="8749"/>
                    <a:pt x="12764" y="8749"/>
                  </a:cubicBezTo>
                  <a:cubicBezTo>
                    <a:pt x="12337" y="8749"/>
                    <a:pt x="11941" y="9032"/>
                    <a:pt x="11813" y="9462"/>
                  </a:cubicBezTo>
                  <a:lnTo>
                    <a:pt x="10638" y="13862"/>
                  </a:lnTo>
                  <a:cubicBezTo>
                    <a:pt x="10505" y="14373"/>
                    <a:pt x="10808" y="14904"/>
                    <a:pt x="11320" y="15037"/>
                  </a:cubicBezTo>
                  <a:lnTo>
                    <a:pt x="12572" y="15378"/>
                  </a:lnTo>
                  <a:cubicBezTo>
                    <a:pt x="12655" y="15402"/>
                    <a:pt x="12740" y="15414"/>
                    <a:pt x="12824" y="15414"/>
                  </a:cubicBezTo>
                  <a:cubicBezTo>
                    <a:pt x="13143" y="15414"/>
                    <a:pt x="13453" y="15250"/>
                    <a:pt x="13634" y="14980"/>
                  </a:cubicBezTo>
                  <a:lnTo>
                    <a:pt x="14620" y="15265"/>
                  </a:lnTo>
                  <a:cubicBezTo>
                    <a:pt x="14701" y="15285"/>
                    <a:pt x="14782" y="15295"/>
                    <a:pt x="14861" y="15295"/>
                  </a:cubicBezTo>
                  <a:cubicBezTo>
                    <a:pt x="15303" y="15295"/>
                    <a:pt x="15702" y="14997"/>
                    <a:pt x="15814" y="14563"/>
                  </a:cubicBezTo>
                  <a:lnTo>
                    <a:pt x="16648" y="11434"/>
                  </a:lnTo>
                  <a:cubicBezTo>
                    <a:pt x="16743" y="11055"/>
                    <a:pt x="16629" y="10657"/>
                    <a:pt x="16326" y="10429"/>
                  </a:cubicBezTo>
                  <a:cubicBezTo>
                    <a:pt x="17236" y="7547"/>
                    <a:pt x="16421" y="4419"/>
                    <a:pt x="14202" y="2371"/>
                  </a:cubicBezTo>
                  <a:cubicBezTo>
                    <a:pt x="12648" y="854"/>
                    <a:pt x="10543" y="1"/>
                    <a:pt x="8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4" name="Google Shape;3014;p110"/>
          <p:cNvGrpSpPr/>
          <p:nvPr/>
        </p:nvGrpSpPr>
        <p:grpSpPr>
          <a:xfrm>
            <a:off x="4551885" y="1298218"/>
            <a:ext cx="365742" cy="365754"/>
            <a:chOff x="3826463" y="1356825"/>
            <a:chExt cx="366475" cy="366450"/>
          </a:xfrm>
        </p:grpSpPr>
        <p:sp>
          <p:nvSpPr>
            <p:cNvPr id="3015" name="Google Shape;3015;p110"/>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110"/>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110"/>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110"/>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110"/>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110"/>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110"/>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110"/>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110"/>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110"/>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110"/>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110"/>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7" name="Google Shape;3027;p110"/>
          <p:cNvGrpSpPr/>
          <p:nvPr/>
        </p:nvGrpSpPr>
        <p:grpSpPr>
          <a:xfrm>
            <a:off x="5265618" y="1298219"/>
            <a:ext cx="365767" cy="365751"/>
            <a:chOff x="4596788" y="1356600"/>
            <a:chExt cx="315725" cy="315575"/>
          </a:xfrm>
        </p:grpSpPr>
        <p:sp>
          <p:nvSpPr>
            <p:cNvPr id="3028" name="Google Shape;3028;p110"/>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110"/>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110"/>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110"/>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2" name="Google Shape;3032;p110"/>
          <p:cNvGrpSpPr/>
          <p:nvPr/>
        </p:nvGrpSpPr>
        <p:grpSpPr>
          <a:xfrm>
            <a:off x="5979365" y="1298217"/>
            <a:ext cx="365741" cy="365755"/>
            <a:chOff x="5165638" y="1291400"/>
            <a:chExt cx="431400" cy="431875"/>
          </a:xfrm>
        </p:grpSpPr>
        <p:sp>
          <p:nvSpPr>
            <p:cNvPr id="3033" name="Google Shape;3033;p110"/>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110"/>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110"/>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110"/>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7" name="Google Shape;3037;p110"/>
          <p:cNvGrpSpPr/>
          <p:nvPr/>
        </p:nvGrpSpPr>
        <p:grpSpPr>
          <a:xfrm>
            <a:off x="6693087" y="1321075"/>
            <a:ext cx="365774" cy="320040"/>
            <a:chOff x="5618463" y="1291725"/>
            <a:chExt cx="515175" cy="452225"/>
          </a:xfrm>
        </p:grpSpPr>
        <p:sp>
          <p:nvSpPr>
            <p:cNvPr id="3038" name="Google Shape;3038;p110"/>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110"/>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110"/>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110"/>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110"/>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110"/>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110"/>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110"/>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110"/>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110"/>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8" name="Google Shape;3048;p110"/>
          <p:cNvGrpSpPr/>
          <p:nvPr/>
        </p:nvGrpSpPr>
        <p:grpSpPr>
          <a:xfrm>
            <a:off x="7406843" y="1298221"/>
            <a:ext cx="374449" cy="365747"/>
            <a:chOff x="6321338" y="1356125"/>
            <a:chExt cx="389200" cy="387075"/>
          </a:xfrm>
        </p:grpSpPr>
        <p:sp>
          <p:nvSpPr>
            <p:cNvPr id="3049" name="Google Shape;3049;p110"/>
            <p:cNvSpPr/>
            <p:nvPr/>
          </p:nvSpPr>
          <p:spPr>
            <a:xfrm>
              <a:off x="6359263" y="1484825"/>
              <a:ext cx="343225" cy="201000"/>
            </a:xfrm>
            <a:custGeom>
              <a:avLst/>
              <a:gdLst/>
              <a:ahLst/>
              <a:cxnLst/>
              <a:rect l="l" t="t" r="r" b="b"/>
              <a:pathLst>
                <a:path w="13729" h="8040" extrusionOk="0">
                  <a:moveTo>
                    <a:pt x="12117" y="1821"/>
                  </a:moveTo>
                  <a:cubicBezTo>
                    <a:pt x="12306" y="1821"/>
                    <a:pt x="12458" y="1991"/>
                    <a:pt x="12439" y="2181"/>
                  </a:cubicBezTo>
                  <a:cubicBezTo>
                    <a:pt x="12268" y="3868"/>
                    <a:pt x="11434" y="5366"/>
                    <a:pt x="9746" y="5594"/>
                  </a:cubicBezTo>
                  <a:lnTo>
                    <a:pt x="9708" y="5575"/>
                  </a:lnTo>
                  <a:cubicBezTo>
                    <a:pt x="10182" y="4380"/>
                    <a:pt x="10467" y="3110"/>
                    <a:pt x="10562" y="1821"/>
                  </a:cubicBezTo>
                  <a:close/>
                  <a:moveTo>
                    <a:pt x="0" y="0"/>
                  </a:moveTo>
                  <a:cubicBezTo>
                    <a:pt x="0" y="436"/>
                    <a:pt x="0" y="835"/>
                    <a:pt x="19" y="1214"/>
                  </a:cubicBezTo>
                  <a:cubicBezTo>
                    <a:pt x="304" y="6277"/>
                    <a:pt x="2332" y="7793"/>
                    <a:pt x="2408" y="8040"/>
                  </a:cubicBezTo>
                  <a:lnTo>
                    <a:pt x="8210" y="8040"/>
                  </a:lnTo>
                  <a:cubicBezTo>
                    <a:pt x="8533" y="7642"/>
                    <a:pt x="8836" y="7244"/>
                    <a:pt x="9102" y="6807"/>
                  </a:cubicBezTo>
                  <a:lnTo>
                    <a:pt x="9140" y="6826"/>
                  </a:lnTo>
                  <a:cubicBezTo>
                    <a:pt x="9185" y="6828"/>
                    <a:pt x="9230" y="6828"/>
                    <a:pt x="9275" y="6828"/>
                  </a:cubicBezTo>
                  <a:cubicBezTo>
                    <a:pt x="11777" y="6828"/>
                    <a:pt x="13391" y="4772"/>
                    <a:pt x="13633" y="2295"/>
                  </a:cubicBezTo>
                  <a:cubicBezTo>
                    <a:pt x="13728" y="1403"/>
                    <a:pt x="13027" y="607"/>
                    <a:pt x="12117" y="607"/>
                  </a:cubicBezTo>
                  <a:lnTo>
                    <a:pt x="10619" y="607"/>
                  </a:lnTo>
                  <a:lnTo>
                    <a:pt x="1061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110"/>
            <p:cNvSpPr/>
            <p:nvPr/>
          </p:nvSpPr>
          <p:spPr>
            <a:xfrm>
              <a:off x="6328913" y="1685800"/>
              <a:ext cx="326175" cy="49800"/>
            </a:xfrm>
            <a:custGeom>
              <a:avLst/>
              <a:gdLst/>
              <a:ahLst/>
              <a:cxnLst/>
              <a:rect l="l" t="t" r="r" b="b"/>
              <a:pathLst>
                <a:path w="13047" h="1992" extrusionOk="0">
                  <a:moveTo>
                    <a:pt x="1" y="1"/>
                  </a:moveTo>
                  <a:cubicBezTo>
                    <a:pt x="304" y="1"/>
                    <a:pt x="588" y="210"/>
                    <a:pt x="664" y="513"/>
                  </a:cubicBezTo>
                  <a:cubicBezTo>
                    <a:pt x="892" y="1271"/>
                    <a:pt x="1593" y="1992"/>
                    <a:pt x="2409" y="1992"/>
                  </a:cubicBezTo>
                  <a:lnTo>
                    <a:pt x="10638" y="1992"/>
                  </a:lnTo>
                  <a:cubicBezTo>
                    <a:pt x="11453" y="1992"/>
                    <a:pt x="12155" y="1271"/>
                    <a:pt x="12364" y="513"/>
                  </a:cubicBezTo>
                  <a:cubicBezTo>
                    <a:pt x="12458" y="210"/>
                    <a:pt x="12724" y="1"/>
                    <a:pt x="130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110"/>
            <p:cNvSpPr/>
            <p:nvPr/>
          </p:nvSpPr>
          <p:spPr>
            <a:xfrm>
              <a:off x="6503838" y="1557350"/>
              <a:ext cx="60700" cy="83450"/>
            </a:xfrm>
            <a:custGeom>
              <a:avLst/>
              <a:gdLst/>
              <a:ahLst/>
              <a:cxnLst/>
              <a:rect l="l" t="t" r="r" b="b"/>
              <a:pathLst>
                <a:path w="2428" h="3338" extrusionOk="0">
                  <a:moveTo>
                    <a:pt x="1214" y="0"/>
                  </a:moveTo>
                  <a:lnTo>
                    <a:pt x="0" y="1517"/>
                  </a:lnTo>
                  <a:lnTo>
                    <a:pt x="0" y="3338"/>
                  </a:lnTo>
                  <a:lnTo>
                    <a:pt x="2427" y="3338"/>
                  </a:lnTo>
                  <a:lnTo>
                    <a:pt x="2427" y="1517"/>
                  </a:lnTo>
                  <a:lnTo>
                    <a:pt x="1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110"/>
            <p:cNvSpPr/>
            <p:nvPr/>
          </p:nvSpPr>
          <p:spPr>
            <a:xfrm>
              <a:off x="6386738" y="1557475"/>
              <a:ext cx="17575" cy="15075"/>
            </a:xfrm>
            <a:custGeom>
              <a:avLst/>
              <a:gdLst/>
              <a:ahLst/>
              <a:cxnLst/>
              <a:rect l="l" t="t" r="r" b="b"/>
              <a:pathLst>
                <a:path w="703" h="603" extrusionOk="0">
                  <a:moveTo>
                    <a:pt x="402" y="1"/>
                  </a:moveTo>
                  <a:cubicBezTo>
                    <a:pt x="328" y="1"/>
                    <a:pt x="252" y="29"/>
                    <a:pt x="191" y="90"/>
                  </a:cubicBezTo>
                  <a:cubicBezTo>
                    <a:pt x="1" y="280"/>
                    <a:pt x="134" y="602"/>
                    <a:pt x="399" y="602"/>
                  </a:cubicBezTo>
                  <a:cubicBezTo>
                    <a:pt x="570" y="602"/>
                    <a:pt x="702" y="469"/>
                    <a:pt x="702" y="299"/>
                  </a:cubicBezTo>
                  <a:cubicBezTo>
                    <a:pt x="702" y="120"/>
                    <a:pt x="556" y="1"/>
                    <a:pt x="4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110"/>
            <p:cNvSpPr/>
            <p:nvPr/>
          </p:nvSpPr>
          <p:spPr>
            <a:xfrm>
              <a:off x="6393563" y="1587100"/>
              <a:ext cx="37300" cy="61050"/>
            </a:xfrm>
            <a:custGeom>
              <a:avLst/>
              <a:gdLst/>
              <a:ahLst/>
              <a:cxnLst/>
              <a:rect l="l" t="t" r="r" b="b"/>
              <a:pathLst>
                <a:path w="1492" h="2442" extrusionOk="0">
                  <a:moveTo>
                    <a:pt x="375" y="0"/>
                  </a:moveTo>
                  <a:cubicBezTo>
                    <a:pt x="190" y="0"/>
                    <a:pt x="0" y="154"/>
                    <a:pt x="69" y="384"/>
                  </a:cubicBezTo>
                  <a:cubicBezTo>
                    <a:pt x="259" y="1067"/>
                    <a:pt x="524" y="1711"/>
                    <a:pt x="885" y="2299"/>
                  </a:cubicBezTo>
                  <a:cubicBezTo>
                    <a:pt x="947" y="2387"/>
                    <a:pt x="1050" y="2441"/>
                    <a:pt x="1152" y="2441"/>
                  </a:cubicBezTo>
                  <a:cubicBezTo>
                    <a:pt x="1204" y="2441"/>
                    <a:pt x="1256" y="2426"/>
                    <a:pt x="1302" y="2394"/>
                  </a:cubicBezTo>
                  <a:lnTo>
                    <a:pt x="1321" y="2394"/>
                  </a:lnTo>
                  <a:cubicBezTo>
                    <a:pt x="1453" y="2299"/>
                    <a:pt x="1491" y="2110"/>
                    <a:pt x="1397" y="1977"/>
                  </a:cubicBezTo>
                  <a:cubicBezTo>
                    <a:pt x="1074" y="1427"/>
                    <a:pt x="828" y="839"/>
                    <a:pt x="657" y="214"/>
                  </a:cubicBezTo>
                  <a:cubicBezTo>
                    <a:pt x="612" y="65"/>
                    <a:pt x="495" y="0"/>
                    <a:pt x="3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110"/>
            <p:cNvSpPr/>
            <p:nvPr/>
          </p:nvSpPr>
          <p:spPr>
            <a:xfrm>
              <a:off x="6482988" y="1356125"/>
              <a:ext cx="33200" cy="91225"/>
            </a:xfrm>
            <a:custGeom>
              <a:avLst/>
              <a:gdLst/>
              <a:ahLst/>
              <a:cxnLst/>
              <a:rect l="l" t="t" r="r" b="b"/>
              <a:pathLst>
                <a:path w="1328" h="3649" extrusionOk="0">
                  <a:moveTo>
                    <a:pt x="662" y="1"/>
                  </a:moveTo>
                  <a:cubicBezTo>
                    <a:pt x="442" y="1"/>
                    <a:pt x="237" y="267"/>
                    <a:pt x="417" y="503"/>
                  </a:cubicBezTo>
                  <a:cubicBezTo>
                    <a:pt x="664" y="844"/>
                    <a:pt x="664" y="1299"/>
                    <a:pt x="417" y="1640"/>
                  </a:cubicBezTo>
                  <a:cubicBezTo>
                    <a:pt x="0" y="2190"/>
                    <a:pt x="0" y="2968"/>
                    <a:pt x="417" y="3537"/>
                  </a:cubicBezTo>
                  <a:cubicBezTo>
                    <a:pt x="486" y="3615"/>
                    <a:pt x="569" y="3648"/>
                    <a:pt x="650" y="3648"/>
                  </a:cubicBezTo>
                  <a:cubicBezTo>
                    <a:pt x="879" y="3648"/>
                    <a:pt x="1088" y="3382"/>
                    <a:pt x="891" y="3157"/>
                  </a:cubicBezTo>
                  <a:cubicBezTo>
                    <a:pt x="645" y="2816"/>
                    <a:pt x="645" y="2361"/>
                    <a:pt x="891" y="2020"/>
                  </a:cubicBezTo>
                  <a:cubicBezTo>
                    <a:pt x="1327" y="1451"/>
                    <a:pt x="1327" y="692"/>
                    <a:pt x="891" y="123"/>
                  </a:cubicBezTo>
                  <a:cubicBezTo>
                    <a:pt x="825" y="37"/>
                    <a:pt x="742" y="1"/>
                    <a:pt x="6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110"/>
            <p:cNvSpPr/>
            <p:nvPr/>
          </p:nvSpPr>
          <p:spPr>
            <a:xfrm>
              <a:off x="6528013" y="1356125"/>
              <a:ext cx="33675" cy="91225"/>
            </a:xfrm>
            <a:custGeom>
              <a:avLst/>
              <a:gdLst/>
              <a:ahLst/>
              <a:cxnLst/>
              <a:rect l="l" t="t" r="r" b="b"/>
              <a:pathLst>
                <a:path w="1347" h="3649" extrusionOk="0">
                  <a:moveTo>
                    <a:pt x="681" y="1"/>
                  </a:moveTo>
                  <a:cubicBezTo>
                    <a:pt x="461" y="1"/>
                    <a:pt x="256" y="267"/>
                    <a:pt x="437" y="503"/>
                  </a:cubicBezTo>
                  <a:cubicBezTo>
                    <a:pt x="683" y="844"/>
                    <a:pt x="683" y="1299"/>
                    <a:pt x="437" y="1640"/>
                  </a:cubicBezTo>
                  <a:cubicBezTo>
                    <a:pt x="0" y="2190"/>
                    <a:pt x="0" y="2968"/>
                    <a:pt x="437" y="3537"/>
                  </a:cubicBezTo>
                  <a:cubicBezTo>
                    <a:pt x="501" y="3615"/>
                    <a:pt x="580" y="3648"/>
                    <a:pt x="658" y="3648"/>
                  </a:cubicBezTo>
                  <a:cubicBezTo>
                    <a:pt x="881" y="3648"/>
                    <a:pt x="1093" y="3382"/>
                    <a:pt x="911" y="3157"/>
                  </a:cubicBezTo>
                  <a:cubicBezTo>
                    <a:pt x="664" y="2816"/>
                    <a:pt x="664" y="2361"/>
                    <a:pt x="911" y="2020"/>
                  </a:cubicBezTo>
                  <a:cubicBezTo>
                    <a:pt x="1347" y="1470"/>
                    <a:pt x="1347" y="673"/>
                    <a:pt x="911" y="123"/>
                  </a:cubicBezTo>
                  <a:cubicBezTo>
                    <a:pt x="844"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110"/>
            <p:cNvSpPr/>
            <p:nvPr/>
          </p:nvSpPr>
          <p:spPr>
            <a:xfrm>
              <a:off x="6437463" y="1356125"/>
              <a:ext cx="33225" cy="91225"/>
            </a:xfrm>
            <a:custGeom>
              <a:avLst/>
              <a:gdLst/>
              <a:ahLst/>
              <a:cxnLst/>
              <a:rect l="l" t="t" r="r" b="b"/>
              <a:pathLst>
                <a:path w="1329" h="3649" extrusionOk="0">
                  <a:moveTo>
                    <a:pt x="681" y="1"/>
                  </a:moveTo>
                  <a:cubicBezTo>
                    <a:pt x="462" y="1"/>
                    <a:pt x="257" y="267"/>
                    <a:pt x="437" y="503"/>
                  </a:cubicBezTo>
                  <a:cubicBezTo>
                    <a:pt x="683" y="844"/>
                    <a:pt x="683" y="1299"/>
                    <a:pt x="437" y="1640"/>
                  </a:cubicBezTo>
                  <a:cubicBezTo>
                    <a:pt x="1" y="2190"/>
                    <a:pt x="1" y="2968"/>
                    <a:pt x="437" y="3537"/>
                  </a:cubicBezTo>
                  <a:cubicBezTo>
                    <a:pt x="501" y="3615"/>
                    <a:pt x="580" y="3648"/>
                    <a:pt x="658" y="3648"/>
                  </a:cubicBezTo>
                  <a:cubicBezTo>
                    <a:pt x="881" y="3648"/>
                    <a:pt x="1093" y="3382"/>
                    <a:pt x="911" y="3157"/>
                  </a:cubicBezTo>
                  <a:cubicBezTo>
                    <a:pt x="664" y="2816"/>
                    <a:pt x="664" y="2361"/>
                    <a:pt x="911" y="2020"/>
                  </a:cubicBezTo>
                  <a:cubicBezTo>
                    <a:pt x="1328" y="1470"/>
                    <a:pt x="1328" y="673"/>
                    <a:pt x="911" y="123"/>
                  </a:cubicBezTo>
                  <a:cubicBezTo>
                    <a:pt x="845"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110"/>
            <p:cNvSpPr/>
            <p:nvPr/>
          </p:nvSpPr>
          <p:spPr>
            <a:xfrm>
              <a:off x="6321338" y="1477225"/>
              <a:ext cx="389200" cy="265975"/>
            </a:xfrm>
            <a:custGeom>
              <a:avLst/>
              <a:gdLst/>
              <a:ahLst/>
              <a:cxnLst/>
              <a:rect l="l" t="t" r="r" b="b"/>
              <a:pathLst>
                <a:path w="15568" h="10639" extrusionOk="0">
                  <a:moveTo>
                    <a:pt x="8211" y="608"/>
                  </a:moveTo>
                  <a:lnTo>
                    <a:pt x="8211" y="1214"/>
                  </a:lnTo>
                  <a:lnTo>
                    <a:pt x="1821" y="1214"/>
                  </a:lnTo>
                  <a:cubicBezTo>
                    <a:pt x="1821" y="1025"/>
                    <a:pt x="1821" y="816"/>
                    <a:pt x="1821" y="608"/>
                  </a:cubicBezTo>
                  <a:close/>
                  <a:moveTo>
                    <a:pt x="11832" y="608"/>
                  </a:moveTo>
                  <a:lnTo>
                    <a:pt x="11832" y="911"/>
                  </a:lnTo>
                  <a:lnTo>
                    <a:pt x="11832" y="1214"/>
                  </a:lnTo>
                  <a:lnTo>
                    <a:pt x="8817" y="1214"/>
                  </a:lnTo>
                  <a:lnTo>
                    <a:pt x="8817" y="608"/>
                  </a:lnTo>
                  <a:close/>
                  <a:moveTo>
                    <a:pt x="12325" y="2409"/>
                  </a:moveTo>
                  <a:lnTo>
                    <a:pt x="12344" y="2428"/>
                  </a:lnTo>
                  <a:lnTo>
                    <a:pt x="13653" y="2428"/>
                  </a:lnTo>
                  <a:cubicBezTo>
                    <a:pt x="13653" y="2428"/>
                    <a:pt x="13653" y="2447"/>
                    <a:pt x="13653" y="2447"/>
                  </a:cubicBezTo>
                  <a:cubicBezTo>
                    <a:pt x="13558" y="3224"/>
                    <a:pt x="13216" y="4988"/>
                    <a:pt x="11699" y="5481"/>
                  </a:cubicBezTo>
                  <a:cubicBezTo>
                    <a:pt x="12022" y="4495"/>
                    <a:pt x="12230" y="3471"/>
                    <a:pt x="12325" y="2409"/>
                  </a:cubicBezTo>
                  <a:close/>
                  <a:moveTo>
                    <a:pt x="8514" y="3698"/>
                  </a:moveTo>
                  <a:lnTo>
                    <a:pt x="9424" y="4817"/>
                  </a:lnTo>
                  <a:lnTo>
                    <a:pt x="9424" y="6239"/>
                  </a:lnTo>
                  <a:lnTo>
                    <a:pt x="7604" y="6239"/>
                  </a:lnTo>
                  <a:lnTo>
                    <a:pt x="7604" y="4836"/>
                  </a:lnTo>
                  <a:lnTo>
                    <a:pt x="8514" y="3698"/>
                  </a:lnTo>
                  <a:close/>
                  <a:moveTo>
                    <a:pt x="13634" y="1214"/>
                  </a:moveTo>
                  <a:cubicBezTo>
                    <a:pt x="14354" y="1214"/>
                    <a:pt x="14923" y="1840"/>
                    <a:pt x="14847" y="2580"/>
                  </a:cubicBezTo>
                  <a:cubicBezTo>
                    <a:pt x="14657" y="4533"/>
                    <a:pt x="13406" y="6618"/>
                    <a:pt x="11131" y="6827"/>
                  </a:cubicBezTo>
                  <a:cubicBezTo>
                    <a:pt x="11244" y="6618"/>
                    <a:pt x="11339" y="6391"/>
                    <a:pt x="11434" y="6182"/>
                  </a:cubicBezTo>
                  <a:cubicBezTo>
                    <a:pt x="12249" y="6050"/>
                    <a:pt x="12951" y="5595"/>
                    <a:pt x="13425" y="4912"/>
                  </a:cubicBezTo>
                  <a:cubicBezTo>
                    <a:pt x="13899" y="4210"/>
                    <a:pt x="14183" y="3376"/>
                    <a:pt x="14259" y="2523"/>
                  </a:cubicBezTo>
                  <a:cubicBezTo>
                    <a:pt x="14296" y="2154"/>
                    <a:pt x="14028" y="1820"/>
                    <a:pt x="13664" y="1820"/>
                  </a:cubicBezTo>
                  <a:cubicBezTo>
                    <a:pt x="13654" y="1820"/>
                    <a:pt x="13644" y="1821"/>
                    <a:pt x="13634" y="1821"/>
                  </a:cubicBezTo>
                  <a:lnTo>
                    <a:pt x="12382" y="1821"/>
                  </a:lnTo>
                  <a:cubicBezTo>
                    <a:pt x="12382" y="1726"/>
                    <a:pt x="12401" y="1613"/>
                    <a:pt x="12401" y="1518"/>
                  </a:cubicBezTo>
                  <a:lnTo>
                    <a:pt x="12401" y="1537"/>
                  </a:lnTo>
                  <a:cubicBezTo>
                    <a:pt x="12401" y="1423"/>
                    <a:pt x="12420" y="1328"/>
                    <a:pt x="12420" y="1214"/>
                  </a:cubicBezTo>
                  <a:close/>
                  <a:moveTo>
                    <a:pt x="11794" y="1821"/>
                  </a:moveTo>
                  <a:lnTo>
                    <a:pt x="11756" y="2087"/>
                  </a:lnTo>
                  <a:cubicBezTo>
                    <a:pt x="11624" y="3755"/>
                    <a:pt x="11225" y="5519"/>
                    <a:pt x="10372" y="6960"/>
                  </a:cubicBezTo>
                  <a:cubicBezTo>
                    <a:pt x="10126" y="7339"/>
                    <a:pt x="9860" y="7699"/>
                    <a:pt x="9557" y="8041"/>
                  </a:cubicBezTo>
                  <a:lnTo>
                    <a:pt x="4077" y="8041"/>
                  </a:lnTo>
                  <a:lnTo>
                    <a:pt x="4001" y="7927"/>
                  </a:lnTo>
                  <a:cubicBezTo>
                    <a:pt x="3527" y="7396"/>
                    <a:pt x="2143" y="5784"/>
                    <a:pt x="1858" y="1821"/>
                  </a:cubicBezTo>
                  <a:lnTo>
                    <a:pt x="8211" y="1821"/>
                  </a:lnTo>
                  <a:lnTo>
                    <a:pt x="8211" y="3092"/>
                  </a:lnTo>
                  <a:lnTo>
                    <a:pt x="7073" y="4514"/>
                  </a:lnTo>
                  <a:cubicBezTo>
                    <a:pt x="7035" y="4571"/>
                    <a:pt x="6997" y="4627"/>
                    <a:pt x="6997" y="4703"/>
                  </a:cubicBezTo>
                  <a:lnTo>
                    <a:pt x="6997" y="6524"/>
                  </a:lnTo>
                  <a:cubicBezTo>
                    <a:pt x="6997" y="6675"/>
                    <a:pt x="7149" y="6827"/>
                    <a:pt x="7300" y="6827"/>
                  </a:cubicBezTo>
                  <a:lnTo>
                    <a:pt x="9727" y="6827"/>
                  </a:lnTo>
                  <a:cubicBezTo>
                    <a:pt x="9898" y="6827"/>
                    <a:pt x="10031" y="6675"/>
                    <a:pt x="10031" y="6524"/>
                  </a:cubicBezTo>
                  <a:lnTo>
                    <a:pt x="10031" y="4722"/>
                  </a:lnTo>
                  <a:cubicBezTo>
                    <a:pt x="10031" y="4646"/>
                    <a:pt x="10012" y="4590"/>
                    <a:pt x="9955" y="4533"/>
                  </a:cubicBezTo>
                  <a:lnTo>
                    <a:pt x="8817" y="3111"/>
                  </a:lnTo>
                  <a:lnTo>
                    <a:pt x="8817" y="1821"/>
                  </a:lnTo>
                  <a:close/>
                  <a:moveTo>
                    <a:pt x="12420" y="8647"/>
                  </a:moveTo>
                  <a:cubicBezTo>
                    <a:pt x="12401" y="8685"/>
                    <a:pt x="12401" y="8723"/>
                    <a:pt x="12382" y="8761"/>
                  </a:cubicBezTo>
                  <a:cubicBezTo>
                    <a:pt x="12192" y="9387"/>
                    <a:pt x="11605" y="10032"/>
                    <a:pt x="10941" y="10032"/>
                  </a:cubicBezTo>
                  <a:lnTo>
                    <a:pt x="2712" y="10032"/>
                  </a:lnTo>
                  <a:cubicBezTo>
                    <a:pt x="2048" y="10032"/>
                    <a:pt x="1441" y="9387"/>
                    <a:pt x="1271" y="8761"/>
                  </a:cubicBezTo>
                  <a:cubicBezTo>
                    <a:pt x="1252" y="8723"/>
                    <a:pt x="1233" y="8685"/>
                    <a:pt x="1214" y="8647"/>
                  </a:cubicBezTo>
                  <a:close/>
                  <a:moveTo>
                    <a:pt x="1517" y="1"/>
                  </a:moveTo>
                  <a:cubicBezTo>
                    <a:pt x="1347" y="1"/>
                    <a:pt x="1214" y="153"/>
                    <a:pt x="1214" y="304"/>
                  </a:cubicBezTo>
                  <a:cubicBezTo>
                    <a:pt x="1214" y="721"/>
                    <a:pt x="1214" y="1139"/>
                    <a:pt x="1233" y="1537"/>
                  </a:cubicBezTo>
                  <a:cubicBezTo>
                    <a:pt x="1460" y="5367"/>
                    <a:pt x="2655" y="7225"/>
                    <a:pt x="3300" y="8041"/>
                  </a:cubicBezTo>
                  <a:lnTo>
                    <a:pt x="304" y="8041"/>
                  </a:lnTo>
                  <a:cubicBezTo>
                    <a:pt x="133" y="8041"/>
                    <a:pt x="0" y="8173"/>
                    <a:pt x="0" y="8344"/>
                  </a:cubicBezTo>
                  <a:cubicBezTo>
                    <a:pt x="0" y="8515"/>
                    <a:pt x="133" y="8647"/>
                    <a:pt x="304" y="8647"/>
                  </a:cubicBezTo>
                  <a:cubicBezTo>
                    <a:pt x="474" y="8647"/>
                    <a:pt x="645" y="8761"/>
                    <a:pt x="702" y="8932"/>
                  </a:cubicBezTo>
                  <a:cubicBezTo>
                    <a:pt x="948" y="9823"/>
                    <a:pt x="1764" y="10638"/>
                    <a:pt x="2731" y="10638"/>
                  </a:cubicBezTo>
                  <a:lnTo>
                    <a:pt x="10941" y="10638"/>
                  </a:lnTo>
                  <a:cubicBezTo>
                    <a:pt x="11889" y="10638"/>
                    <a:pt x="12704" y="9823"/>
                    <a:pt x="12970" y="8932"/>
                  </a:cubicBezTo>
                  <a:cubicBezTo>
                    <a:pt x="13008" y="8761"/>
                    <a:pt x="13178" y="8647"/>
                    <a:pt x="13349" y="8647"/>
                  </a:cubicBezTo>
                  <a:cubicBezTo>
                    <a:pt x="13709" y="8609"/>
                    <a:pt x="13709" y="8078"/>
                    <a:pt x="13349" y="8041"/>
                  </a:cubicBezTo>
                  <a:lnTo>
                    <a:pt x="10353" y="8041"/>
                  </a:lnTo>
                  <a:cubicBezTo>
                    <a:pt x="10505" y="7851"/>
                    <a:pt x="10657" y="7642"/>
                    <a:pt x="10789" y="7434"/>
                  </a:cubicBezTo>
                  <a:cubicBezTo>
                    <a:pt x="10811" y="7434"/>
                    <a:pt x="10833" y="7434"/>
                    <a:pt x="10854" y="7434"/>
                  </a:cubicBezTo>
                  <a:cubicBezTo>
                    <a:pt x="12045" y="7434"/>
                    <a:pt x="13193" y="6925"/>
                    <a:pt x="13994" y="6050"/>
                  </a:cubicBezTo>
                  <a:cubicBezTo>
                    <a:pt x="14847" y="5102"/>
                    <a:pt x="15359" y="3907"/>
                    <a:pt x="15454" y="2637"/>
                  </a:cubicBezTo>
                  <a:cubicBezTo>
                    <a:pt x="15568" y="1556"/>
                    <a:pt x="14714" y="608"/>
                    <a:pt x="13634" y="608"/>
                  </a:cubicBezTo>
                  <a:lnTo>
                    <a:pt x="12439" y="608"/>
                  </a:lnTo>
                  <a:lnTo>
                    <a:pt x="12439" y="304"/>
                  </a:lnTo>
                  <a:cubicBezTo>
                    <a:pt x="12439" y="153"/>
                    <a:pt x="12306" y="1"/>
                    <a:pt x="121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8" name="Google Shape;3058;p110"/>
          <p:cNvGrpSpPr/>
          <p:nvPr/>
        </p:nvGrpSpPr>
        <p:grpSpPr>
          <a:xfrm>
            <a:off x="8164113" y="1298222"/>
            <a:ext cx="296094" cy="365746"/>
            <a:chOff x="7031913" y="1356000"/>
            <a:chExt cx="314325" cy="382100"/>
          </a:xfrm>
        </p:grpSpPr>
        <p:sp>
          <p:nvSpPr>
            <p:cNvPr id="3059" name="Google Shape;3059;p110"/>
            <p:cNvSpPr/>
            <p:nvPr/>
          </p:nvSpPr>
          <p:spPr>
            <a:xfrm>
              <a:off x="7040438" y="1472500"/>
              <a:ext cx="298675" cy="258375"/>
            </a:xfrm>
            <a:custGeom>
              <a:avLst/>
              <a:gdLst/>
              <a:ahLst/>
              <a:cxnLst/>
              <a:rect l="l" t="t" r="r" b="b"/>
              <a:pathLst>
                <a:path w="11947" h="10335" extrusionOk="0">
                  <a:moveTo>
                    <a:pt x="2390" y="0"/>
                  </a:moveTo>
                  <a:lnTo>
                    <a:pt x="1" y="2977"/>
                  </a:lnTo>
                  <a:lnTo>
                    <a:pt x="5974" y="10334"/>
                  </a:lnTo>
                  <a:lnTo>
                    <a:pt x="11947" y="2977"/>
                  </a:lnTo>
                  <a:lnTo>
                    <a:pt x="955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110"/>
            <p:cNvSpPr/>
            <p:nvPr/>
          </p:nvSpPr>
          <p:spPr>
            <a:xfrm>
              <a:off x="7179813" y="1539325"/>
              <a:ext cx="19925" cy="15200"/>
            </a:xfrm>
            <a:custGeom>
              <a:avLst/>
              <a:gdLst/>
              <a:ahLst/>
              <a:cxnLst/>
              <a:rect l="l" t="t" r="r" b="b"/>
              <a:pathLst>
                <a:path w="797" h="608" extrusionOk="0">
                  <a:moveTo>
                    <a:pt x="399" y="1"/>
                  </a:moveTo>
                  <a:cubicBezTo>
                    <a:pt x="1" y="1"/>
                    <a:pt x="1" y="608"/>
                    <a:pt x="399" y="608"/>
                  </a:cubicBezTo>
                  <a:cubicBezTo>
                    <a:pt x="797" y="608"/>
                    <a:pt x="797" y="1"/>
                    <a:pt x="3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110"/>
            <p:cNvSpPr/>
            <p:nvPr/>
          </p:nvSpPr>
          <p:spPr>
            <a:xfrm>
              <a:off x="7182188" y="1356000"/>
              <a:ext cx="14725" cy="64250"/>
            </a:xfrm>
            <a:custGeom>
              <a:avLst/>
              <a:gdLst/>
              <a:ahLst/>
              <a:cxnLst/>
              <a:rect l="l" t="t" r="r" b="b"/>
              <a:pathLst>
                <a:path w="589" h="2570" extrusionOk="0">
                  <a:moveTo>
                    <a:pt x="294" y="0"/>
                  </a:moveTo>
                  <a:cubicBezTo>
                    <a:pt x="147" y="0"/>
                    <a:pt x="0" y="100"/>
                    <a:pt x="0" y="299"/>
                  </a:cubicBezTo>
                  <a:lnTo>
                    <a:pt x="0" y="2271"/>
                  </a:lnTo>
                  <a:cubicBezTo>
                    <a:pt x="0" y="2470"/>
                    <a:pt x="147" y="2570"/>
                    <a:pt x="294" y="2570"/>
                  </a:cubicBezTo>
                  <a:cubicBezTo>
                    <a:pt x="441" y="2570"/>
                    <a:pt x="588" y="2470"/>
                    <a:pt x="588" y="2271"/>
                  </a:cubicBezTo>
                  <a:lnTo>
                    <a:pt x="588" y="299"/>
                  </a:lnTo>
                  <a:cubicBezTo>
                    <a:pt x="588" y="100"/>
                    <a:pt x="441" y="0"/>
                    <a:pt x="2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110"/>
            <p:cNvSpPr/>
            <p:nvPr/>
          </p:nvSpPr>
          <p:spPr>
            <a:xfrm>
              <a:off x="7063863" y="1391000"/>
              <a:ext cx="41550" cy="54025"/>
            </a:xfrm>
            <a:custGeom>
              <a:avLst/>
              <a:gdLst/>
              <a:ahLst/>
              <a:cxnLst/>
              <a:rect l="l" t="t" r="r" b="b"/>
              <a:pathLst>
                <a:path w="1662" h="2161" extrusionOk="0">
                  <a:moveTo>
                    <a:pt x="420" y="1"/>
                  </a:moveTo>
                  <a:cubicBezTo>
                    <a:pt x="209" y="1"/>
                    <a:pt x="1" y="218"/>
                    <a:pt x="145" y="454"/>
                  </a:cubicBezTo>
                  <a:lnTo>
                    <a:pt x="1036" y="2009"/>
                  </a:lnTo>
                  <a:cubicBezTo>
                    <a:pt x="1099" y="2110"/>
                    <a:pt x="1196" y="2161"/>
                    <a:pt x="1298" y="2161"/>
                  </a:cubicBezTo>
                  <a:cubicBezTo>
                    <a:pt x="1350" y="2161"/>
                    <a:pt x="1402" y="2148"/>
                    <a:pt x="1453" y="2123"/>
                  </a:cubicBezTo>
                  <a:cubicBezTo>
                    <a:pt x="1605" y="2047"/>
                    <a:pt x="1662" y="1857"/>
                    <a:pt x="1567" y="1705"/>
                  </a:cubicBezTo>
                  <a:lnTo>
                    <a:pt x="676" y="151"/>
                  </a:lnTo>
                  <a:cubicBezTo>
                    <a:pt x="611" y="45"/>
                    <a:pt x="515" y="1"/>
                    <a:pt x="4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110"/>
            <p:cNvSpPr/>
            <p:nvPr/>
          </p:nvSpPr>
          <p:spPr>
            <a:xfrm>
              <a:off x="7272913" y="1391175"/>
              <a:ext cx="42250" cy="53800"/>
            </a:xfrm>
            <a:custGeom>
              <a:avLst/>
              <a:gdLst/>
              <a:ahLst/>
              <a:cxnLst/>
              <a:rect l="l" t="t" r="r" b="b"/>
              <a:pathLst>
                <a:path w="1690" h="2152" extrusionOk="0">
                  <a:moveTo>
                    <a:pt x="1287" y="0"/>
                  </a:moveTo>
                  <a:cubicBezTo>
                    <a:pt x="1192" y="0"/>
                    <a:pt x="1096" y="47"/>
                    <a:pt x="1036" y="163"/>
                  </a:cubicBezTo>
                  <a:lnTo>
                    <a:pt x="145" y="1698"/>
                  </a:lnTo>
                  <a:cubicBezTo>
                    <a:pt x="1" y="1934"/>
                    <a:pt x="209" y="2151"/>
                    <a:pt x="414" y="2151"/>
                  </a:cubicBezTo>
                  <a:cubicBezTo>
                    <a:pt x="506" y="2151"/>
                    <a:pt x="598" y="2108"/>
                    <a:pt x="657" y="2002"/>
                  </a:cubicBezTo>
                  <a:lnTo>
                    <a:pt x="1548" y="447"/>
                  </a:lnTo>
                  <a:cubicBezTo>
                    <a:pt x="1690" y="215"/>
                    <a:pt x="1489" y="0"/>
                    <a:pt x="12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110"/>
            <p:cNvSpPr/>
            <p:nvPr/>
          </p:nvSpPr>
          <p:spPr>
            <a:xfrm>
              <a:off x="7031913" y="1464900"/>
              <a:ext cx="314325" cy="273200"/>
            </a:xfrm>
            <a:custGeom>
              <a:avLst/>
              <a:gdLst/>
              <a:ahLst/>
              <a:cxnLst/>
              <a:rect l="l" t="t" r="r" b="b"/>
              <a:pathLst>
                <a:path w="12573" h="10928" extrusionOk="0">
                  <a:moveTo>
                    <a:pt x="5670" y="589"/>
                  </a:moveTo>
                  <a:lnTo>
                    <a:pt x="3888" y="2712"/>
                  </a:lnTo>
                  <a:lnTo>
                    <a:pt x="3148" y="589"/>
                  </a:lnTo>
                  <a:close/>
                  <a:moveTo>
                    <a:pt x="9481" y="589"/>
                  </a:moveTo>
                  <a:lnTo>
                    <a:pt x="8761" y="2712"/>
                  </a:lnTo>
                  <a:lnTo>
                    <a:pt x="6959" y="589"/>
                  </a:lnTo>
                  <a:close/>
                  <a:moveTo>
                    <a:pt x="2617" y="911"/>
                  </a:moveTo>
                  <a:lnTo>
                    <a:pt x="3319" y="2978"/>
                  </a:lnTo>
                  <a:lnTo>
                    <a:pt x="949" y="2978"/>
                  </a:lnTo>
                  <a:lnTo>
                    <a:pt x="2617" y="911"/>
                  </a:lnTo>
                  <a:close/>
                  <a:moveTo>
                    <a:pt x="9993" y="911"/>
                  </a:moveTo>
                  <a:lnTo>
                    <a:pt x="11643" y="2978"/>
                  </a:lnTo>
                  <a:lnTo>
                    <a:pt x="9273" y="2978"/>
                  </a:lnTo>
                  <a:lnTo>
                    <a:pt x="9993" y="911"/>
                  </a:lnTo>
                  <a:close/>
                  <a:moveTo>
                    <a:pt x="3565" y="3585"/>
                  </a:moveTo>
                  <a:lnTo>
                    <a:pt x="5480" y="9121"/>
                  </a:lnTo>
                  <a:lnTo>
                    <a:pt x="968" y="3585"/>
                  </a:lnTo>
                  <a:close/>
                  <a:moveTo>
                    <a:pt x="11662" y="3585"/>
                  </a:moveTo>
                  <a:lnTo>
                    <a:pt x="7149" y="9121"/>
                  </a:lnTo>
                  <a:lnTo>
                    <a:pt x="9064" y="3585"/>
                  </a:lnTo>
                  <a:close/>
                  <a:moveTo>
                    <a:pt x="6315" y="759"/>
                  </a:moveTo>
                  <a:lnTo>
                    <a:pt x="8211" y="2978"/>
                  </a:lnTo>
                  <a:lnTo>
                    <a:pt x="7509" y="2978"/>
                  </a:lnTo>
                  <a:cubicBezTo>
                    <a:pt x="7111" y="2978"/>
                    <a:pt x="7111" y="3585"/>
                    <a:pt x="7509" y="3585"/>
                  </a:cubicBezTo>
                  <a:lnTo>
                    <a:pt x="8438" y="3585"/>
                  </a:lnTo>
                  <a:lnTo>
                    <a:pt x="6315" y="9728"/>
                  </a:lnTo>
                  <a:lnTo>
                    <a:pt x="4172" y="3585"/>
                  </a:lnTo>
                  <a:lnTo>
                    <a:pt x="5120" y="3585"/>
                  </a:lnTo>
                  <a:cubicBezTo>
                    <a:pt x="5518" y="3585"/>
                    <a:pt x="5518" y="2978"/>
                    <a:pt x="5120" y="2978"/>
                  </a:cubicBezTo>
                  <a:lnTo>
                    <a:pt x="4419" y="2978"/>
                  </a:lnTo>
                  <a:lnTo>
                    <a:pt x="6315" y="759"/>
                  </a:lnTo>
                  <a:close/>
                  <a:moveTo>
                    <a:pt x="2712" y="1"/>
                  </a:moveTo>
                  <a:cubicBezTo>
                    <a:pt x="2636" y="1"/>
                    <a:pt x="2541" y="39"/>
                    <a:pt x="2484" y="115"/>
                  </a:cubicBezTo>
                  <a:lnTo>
                    <a:pt x="95" y="3092"/>
                  </a:lnTo>
                  <a:cubicBezTo>
                    <a:pt x="1" y="3205"/>
                    <a:pt x="1" y="3357"/>
                    <a:pt x="95" y="3471"/>
                  </a:cubicBezTo>
                  <a:lnTo>
                    <a:pt x="6068" y="10828"/>
                  </a:lnTo>
                  <a:cubicBezTo>
                    <a:pt x="6135" y="10894"/>
                    <a:pt x="6220" y="10927"/>
                    <a:pt x="6305" y="10927"/>
                  </a:cubicBezTo>
                  <a:cubicBezTo>
                    <a:pt x="6391" y="10927"/>
                    <a:pt x="6476" y="10894"/>
                    <a:pt x="6542" y="10828"/>
                  </a:cubicBezTo>
                  <a:lnTo>
                    <a:pt x="12515" y="3471"/>
                  </a:lnTo>
                  <a:cubicBezTo>
                    <a:pt x="12553" y="3414"/>
                    <a:pt x="12572" y="3357"/>
                    <a:pt x="12572" y="3281"/>
                  </a:cubicBezTo>
                  <a:cubicBezTo>
                    <a:pt x="12572" y="3224"/>
                    <a:pt x="12553" y="3148"/>
                    <a:pt x="12515" y="3092"/>
                  </a:cubicBezTo>
                  <a:lnTo>
                    <a:pt x="10126" y="115"/>
                  </a:lnTo>
                  <a:cubicBezTo>
                    <a:pt x="10069" y="39"/>
                    <a:pt x="9974" y="1"/>
                    <a:pt x="98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5" name="Google Shape;3065;p110"/>
          <p:cNvGrpSpPr/>
          <p:nvPr/>
        </p:nvGrpSpPr>
        <p:grpSpPr>
          <a:xfrm>
            <a:off x="1685100" y="2011813"/>
            <a:ext cx="365748" cy="325139"/>
            <a:chOff x="1329238" y="2199425"/>
            <a:chExt cx="532850" cy="473825"/>
          </a:xfrm>
        </p:grpSpPr>
        <p:sp>
          <p:nvSpPr>
            <p:cNvPr id="3066" name="Google Shape;3066;p110"/>
            <p:cNvSpPr/>
            <p:nvPr/>
          </p:nvSpPr>
          <p:spPr>
            <a:xfrm>
              <a:off x="1595638" y="2436200"/>
              <a:ext cx="253650" cy="227100"/>
            </a:xfrm>
            <a:custGeom>
              <a:avLst/>
              <a:gdLst/>
              <a:ahLst/>
              <a:cxnLst/>
              <a:rect l="l" t="t" r="r" b="b"/>
              <a:pathLst>
                <a:path w="10146" h="9084" extrusionOk="0">
                  <a:moveTo>
                    <a:pt x="5064" y="1"/>
                  </a:moveTo>
                  <a:lnTo>
                    <a:pt x="1" y="9083"/>
                  </a:lnTo>
                  <a:lnTo>
                    <a:pt x="10145" y="9083"/>
                  </a:lnTo>
                  <a:lnTo>
                    <a:pt x="50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110"/>
            <p:cNvSpPr/>
            <p:nvPr/>
          </p:nvSpPr>
          <p:spPr>
            <a:xfrm>
              <a:off x="1467663" y="2209625"/>
              <a:ext cx="253625" cy="226600"/>
            </a:xfrm>
            <a:custGeom>
              <a:avLst/>
              <a:gdLst/>
              <a:ahLst/>
              <a:cxnLst/>
              <a:rect l="l" t="t" r="r" b="b"/>
              <a:pathLst>
                <a:path w="10145" h="9064" extrusionOk="0">
                  <a:moveTo>
                    <a:pt x="5082" y="0"/>
                  </a:moveTo>
                  <a:lnTo>
                    <a:pt x="0" y="9064"/>
                  </a:lnTo>
                  <a:lnTo>
                    <a:pt x="10145" y="9064"/>
                  </a:lnTo>
                  <a:lnTo>
                    <a:pt x="50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110"/>
            <p:cNvSpPr/>
            <p:nvPr/>
          </p:nvSpPr>
          <p:spPr>
            <a:xfrm>
              <a:off x="1468613" y="2436200"/>
              <a:ext cx="253625" cy="227100"/>
            </a:xfrm>
            <a:custGeom>
              <a:avLst/>
              <a:gdLst/>
              <a:ahLst/>
              <a:cxnLst/>
              <a:rect l="l" t="t" r="r" b="b"/>
              <a:pathLst>
                <a:path w="10145" h="9084" extrusionOk="0">
                  <a:moveTo>
                    <a:pt x="0" y="1"/>
                  </a:moveTo>
                  <a:lnTo>
                    <a:pt x="5082" y="9083"/>
                  </a:lnTo>
                  <a:lnTo>
                    <a:pt x="1014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110"/>
            <p:cNvSpPr/>
            <p:nvPr/>
          </p:nvSpPr>
          <p:spPr>
            <a:xfrm>
              <a:off x="1342038" y="2436200"/>
              <a:ext cx="253625" cy="227100"/>
            </a:xfrm>
            <a:custGeom>
              <a:avLst/>
              <a:gdLst/>
              <a:ahLst/>
              <a:cxnLst/>
              <a:rect l="l" t="t" r="r" b="b"/>
              <a:pathLst>
                <a:path w="10145" h="9084" extrusionOk="0">
                  <a:moveTo>
                    <a:pt x="5063" y="1"/>
                  </a:moveTo>
                  <a:lnTo>
                    <a:pt x="0" y="9083"/>
                  </a:lnTo>
                  <a:lnTo>
                    <a:pt x="10145" y="9083"/>
                  </a:lnTo>
                  <a:lnTo>
                    <a:pt x="50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110"/>
            <p:cNvSpPr/>
            <p:nvPr/>
          </p:nvSpPr>
          <p:spPr>
            <a:xfrm>
              <a:off x="1725538" y="2528875"/>
              <a:ext cx="23725" cy="20650"/>
            </a:xfrm>
            <a:custGeom>
              <a:avLst/>
              <a:gdLst/>
              <a:ahLst/>
              <a:cxnLst/>
              <a:rect l="l" t="t" r="r" b="b"/>
              <a:pathLst>
                <a:path w="949" h="826" extrusionOk="0">
                  <a:moveTo>
                    <a:pt x="413" y="0"/>
                  </a:moveTo>
                  <a:cubicBezTo>
                    <a:pt x="201" y="0"/>
                    <a:pt x="0" y="170"/>
                    <a:pt x="0" y="428"/>
                  </a:cubicBezTo>
                  <a:cubicBezTo>
                    <a:pt x="0" y="655"/>
                    <a:pt x="171" y="826"/>
                    <a:pt x="399" y="826"/>
                  </a:cubicBezTo>
                  <a:cubicBezTo>
                    <a:pt x="778" y="826"/>
                    <a:pt x="948" y="390"/>
                    <a:pt x="702" y="124"/>
                  </a:cubicBezTo>
                  <a:cubicBezTo>
                    <a:pt x="616" y="39"/>
                    <a:pt x="513" y="0"/>
                    <a:pt x="4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110"/>
            <p:cNvSpPr/>
            <p:nvPr/>
          </p:nvSpPr>
          <p:spPr>
            <a:xfrm>
              <a:off x="1329238" y="2199425"/>
              <a:ext cx="532850" cy="473825"/>
            </a:xfrm>
            <a:custGeom>
              <a:avLst/>
              <a:gdLst/>
              <a:ahLst/>
              <a:cxnLst/>
              <a:rect l="l" t="t" r="r" b="b"/>
              <a:pathLst>
                <a:path w="21314" h="18953" extrusionOk="0">
                  <a:moveTo>
                    <a:pt x="10657" y="1243"/>
                  </a:moveTo>
                  <a:lnTo>
                    <a:pt x="15018" y="9074"/>
                  </a:lnTo>
                  <a:lnTo>
                    <a:pt x="6277" y="9074"/>
                  </a:lnTo>
                  <a:lnTo>
                    <a:pt x="10657" y="1243"/>
                  </a:lnTo>
                  <a:close/>
                  <a:moveTo>
                    <a:pt x="15037" y="9908"/>
                  </a:moveTo>
                  <a:lnTo>
                    <a:pt x="10657" y="17720"/>
                  </a:lnTo>
                  <a:lnTo>
                    <a:pt x="6277" y="9908"/>
                  </a:lnTo>
                  <a:close/>
                  <a:moveTo>
                    <a:pt x="5575" y="10306"/>
                  </a:moveTo>
                  <a:lnTo>
                    <a:pt x="9936" y="18137"/>
                  </a:lnTo>
                  <a:lnTo>
                    <a:pt x="1214" y="18137"/>
                  </a:lnTo>
                  <a:lnTo>
                    <a:pt x="5575" y="10306"/>
                  </a:lnTo>
                  <a:close/>
                  <a:moveTo>
                    <a:pt x="15720" y="10325"/>
                  </a:moveTo>
                  <a:lnTo>
                    <a:pt x="20081" y="18137"/>
                  </a:lnTo>
                  <a:lnTo>
                    <a:pt x="11358" y="18137"/>
                  </a:lnTo>
                  <a:lnTo>
                    <a:pt x="15720" y="10325"/>
                  </a:lnTo>
                  <a:close/>
                  <a:moveTo>
                    <a:pt x="10657" y="1"/>
                  </a:moveTo>
                  <a:cubicBezTo>
                    <a:pt x="10519" y="1"/>
                    <a:pt x="10382" y="67"/>
                    <a:pt x="10297" y="200"/>
                  </a:cubicBezTo>
                  <a:lnTo>
                    <a:pt x="152" y="18346"/>
                  </a:lnTo>
                  <a:cubicBezTo>
                    <a:pt x="1" y="18611"/>
                    <a:pt x="190" y="18953"/>
                    <a:pt x="512" y="18953"/>
                  </a:cubicBezTo>
                  <a:lnTo>
                    <a:pt x="20801" y="18953"/>
                  </a:lnTo>
                  <a:cubicBezTo>
                    <a:pt x="21105" y="18953"/>
                    <a:pt x="21313" y="18611"/>
                    <a:pt x="21162" y="18346"/>
                  </a:cubicBezTo>
                  <a:lnTo>
                    <a:pt x="11017" y="200"/>
                  </a:lnTo>
                  <a:cubicBezTo>
                    <a:pt x="10932" y="67"/>
                    <a:pt x="10794" y="1"/>
                    <a:pt x="106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110"/>
            <p:cNvSpPr/>
            <p:nvPr/>
          </p:nvSpPr>
          <p:spPr>
            <a:xfrm>
              <a:off x="1740963" y="2565875"/>
              <a:ext cx="52125" cy="66350"/>
            </a:xfrm>
            <a:custGeom>
              <a:avLst/>
              <a:gdLst/>
              <a:ahLst/>
              <a:cxnLst/>
              <a:rect l="l" t="t" r="r" b="b"/>
              <a:pathLst>
                <a:path w="2085" h="2654" extrusionOk="0">
                  <a:moveTo>
                    <a:pt x="549" y="1"/>
                  </a:moveTo>
                  <a:cubicBezTo>
                    <a:pt x="272" y="1"/>
                    <a:pt x="0" y="282"/>
                    <a:pt x="180" y="616"/>
                  </a:cubicBezTo>
                  <a:lnTo>
                    <a:pt x="180" y="597"/>
                  </a:lnTo>
                  <a:lnTo>
                    <a:pt x="1185" y="2436"/>
                  </a:lnTo>
                  <a:cubicBezTo>
                    <a:pt x="1270" y="2590"/>
                    <a:pt x="1404" y="2654"/>
                    <a:pt x="1536" y="2654"/>
                  </a:cubicBezTo>
                  <a:cubicBezTo>
                    <a:pt x="1813" y="2654"/>
                    <a:pt x="2085" y="2372"/>
                    <a:pt x="1905" y="2038"/>
                  </a:cubicBezTo>
                  <a:lnTo>
                    <a:pt x="900" y="218"/>
                  </a:lnTo>
                  <a:cubicBezTo>
                    <a:pt x="815" y="65"/>
                    <a:pt x="681" y="1"/>
                    <a:pt x="5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3" name="Google Shape;3073;p110"/>
          <p:cNvGrpSpPr/>
          <p:nvPr/>
        </p:nvGrpSpPr>
        <p:grpSpPr>
          <a:xfrm>
            <a:off x="2410631" y="1991498"/>
            <a:ext cx="342168" cy="365769"/>
            <a:chOff x="1898088" y="2292925"/>
            <a:chExt cx="269275" cy="285400"/>
          </a:xfrm>
        </p:grpSpPr>
        <p:sp>
          <p:nvSpPr>
            <p:cNvPr id="3074" name="Google Shape;3074;p110"/>
            <p:cNvSpPr/>
            <p:nvPr/>
          </p:nvSpPr>
          <p:spPr>
            <a:xfrm>
              <a:off x="1906138" y="2448525"/>
              <a:ext cx="152675" cy="124125"/>
            </a:xfrm>
            <a:custGeom>
              <a:avLst/>
              <a:gdLst/>
              <a:ahLst/>
              <a:cxnLst/>
              <a:rect l="l" t="t" r="r" b="b"/>
              <a:pathLst>
                <a:path w="6107" h="4965" extrusionOk="0">
                  <a:moveTo>
                    <a:pt x="475" y="1"/>
                  </a:moveTo>
                  <a:cubicBezTo>
                    <a:pt x="228" y="1556"/>
                    <a:pt x="1" y="2371"/>
                    <a:pt x="551" y="3414"/>
                  </a:cubicBezTo>
                  <a:cubicBezTo>
                    <a:pt x="1072" y="4447"/>
                    <a:pt x="2067" y="4964"/>
                    <a:pt x="3061" y="4964"/>
                  </a:cubicBezTo>
                  <a:cubicBezTo>
                    <a:pt x="4054" y="4964"/>
                    <a:pt x="5044" y="4447"/>
                    <a:pt x="5556" y="3414"/>
                  </a:cubicBezTo>
                  <a:cubicBezTo>
                    <a:pt x="6106" y="2409"/>
                    <a:pt x="5879" y="1575"/>
                    <a:pt x="56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110"/>
            <p:cNvSpPr/>
            <p:nvPr/>
          </p:nvSpPr>
          <p:spPr>
            <a:xfrm>
              <a:off x="1918463" y="2371750"/>
              <a:ext cx="129925" cy="111900"/>
            </a:xfrm>
            <a:custGeom>
              <a:avLst/>
              <a:gdLst/>
              <a:ahLst/>
              <a:cxnLst/>
              <a:rect l="l" t="t" r="r" b="b"/>
              <a:pathLst>
                <a:path w="5197" h="4476" extrusionOk="0">
                  <a:moveTo>
                    <a:pt x="2390" y="0"/>
                  </a:moveTo>
                  <a:cubicBezTo>
                    <a:pt x="1233" y="0"/>
                    <a:pt x="266" y="872"/>
                    <a:pt x="152" y="2010"/>
                  </a:cubicBezTo>
                  <a:cubicBezTo>
                    <a:pt x="96" y="2408"/>
                    <a:pt x="58" y="2769"/>
                    <a:pt x="1" y="3072"/>
                  </a:cubicBezTo>
                  <a:cubicBezTo>
                    <a:pt x="702" y="3736"/>
                    <a:pt x="1612" y="4475"/>
                    <a:pt x="2598" y="4475"/>
                  </a:cubicBezTo>
                  <a:cubicBezTo>
                    <a:pt x="3584" y="4475"/>
                    <a:pt x="4495" y="3736"/>
                    <a:pt x="5196" y="3072"/>
                  </a:cubicBezTo>
                  <a:cubicBezTo>
                    <a:pt x="5139" y="2750"/>
                    <a:pt x="5101" y="2408"/>
                    <a:pt x="5044" y="2010"/>
                  </a:cubicBezTo>
                  <a:cubicBezTo>
                    <a:pt x="4931" y="872"/>
                    <a:pt x="3964" y="0"/>
                    <a:pt x="28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110"/>
            <p:cNvSpPr/>
            <p:nvPr/>
          </p:nvSpPr>
          <p:spPr>
            <a:xfrm>
              <a:off x="1972513" y="2399700"/>
              <a:ext cx="22300" cy="44725"/>
            </a:xfrm>
            <a:custGeom>
              <a:avLst/>
              <a:gdLst/>
              <a:ahLst/>
              <a:cxnLst/>
              <a:rect l="l" t="t" r="r" b="b"/>
              <a:pathLst>
                <a:path w="892" h="1789" extrusionOk="0">
                  <a:moveTo>
                    <a:pt x="446" y="1"/>
                  </a:moveTo>
                  <a:cubicBezTo>
                    <a:pt x="223" y="1"/>
                    <a:pt x="0" y="153"/>
                    <a:pt x="0" y="456"/>
                  </a:cubicBezTo>
                  <a:lnTo>
                    <a:pt x="0" y="1347"/>
                  </a:lnTo>
                  <a:cubicBezTo>
                    <a:pt x="0" y="1641"/>
                    <a:pt x="223" y="1788"/>
                    <a:pt x="446" y="1788"/>
                  </a:cubicBezTo>
                  <a:cubicBezTo>
                    <a:pt x="669" y="1788"/>
                    <a:pt x="891" y="1641"/>
                    <a:pt x="891" y="1347"/>
                  </a:cubicBezTo>
                  <a:lnTo>
                    <a:pt x="891" y="456"/>
                  </a:lnTo>
                  <a:cubicBezTo>
                    <a:pt x="891" y="153"/>
                    <a:pt x="669" y="1"/>
                    <a:pt x="4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u="sng"/>
            </a:p>
          </p:txBody>
        </p:sp>
        <p:sp>
          <p:nvSpPr>
            <p:cNvPr id="3077" name="Google Shape;3077;p110"/>
            <p:cNvSpPr/>
            <p:nvPr/>
          </p:nvSpPr>
          <p:spPr>
            <a:xfrm>
              <a:off x="2027963" y="2489175"/>
              <a:ext cx="13300" cy="11050"/>
            </a:xfrm>
            <a:custGeom>
              <a:avLst/>
              <a:gdLst/>
              <a:ahLst/>
              <a:cxnLst/>
              <a:rect l="l" t="t" r="r" b="b"/>
              <a:pathLst>
                <a:path w="532" h="442" extrusionOk="0">
                  <a:moveTo>
                    <a:pt x="229" y="1"/>
                  </a:moveTo>
                  <a:cubicBezTo>
                    <a:pt x="114" y="1"/>
                    <a:pt x="1" y="86"/>
                    <a:pt x="1" y="214"/>
                  </a:cubicBezTo>
                  <a:cubicBezTo>
                    <a:pt x="1" y="347"/>
                    <a:pt x="96" y="442"/>
                    <a:pt x="228" y="442"/>
                  </a:cubicBezTo>
                  <a:cubicBezTo>
                    <a:pt x="418" y="442"/>
                    <a:pt x="532" y="195"/>
                    <a:pt x="380" y="62"/>
                  </a:cubicBezTo>
                  <a:cubicBezTo>
                    <a:pt x="337" y="20"/>
                    <a:pt x="283" y="1"/>
                    <a:pt x="2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110"/>
            <p:cNvSpPr/>
            <p:nvPr/>
          </p:nvSpPr>
          <p:spPr>
            <a:xfrm>
              <a:off x="1898088" y="2292925"/>
              <a:ext cx="269275" cy="285400"/>
            </a:xfrm>
            <a:custGeom>
              <a:avLst/>
              <a:gdLst/>
              <a:ahLst/>
              <a:cxnLst/>
              <a:rect l="l" t="t" r="r" b="b"/>
              <a:pathLst>
                <a:path w="10771" h="11416" extrusionOk="0">
                  <a:moveTo>
                    <a:pt x="3413" y="4499"/>
                  </a:moveTo>
                  <a:cubicBezTo>
                    <a:pt x="3527" y="4499"/>
                    <a:pt x="3641" y="4594"/>
                    <a:pt x="3641" y="4727"/>
                  </a:cubicBezTo>
                  <a:lnTo>
                    <a:pt x="3641" y="5618"/>
                  </a:lnTo>
                  <a:cubicBezTo>
                    <a:pt x="3641" y="5760"/>
                    <a:pt x="3527" y="5831"/>
                    <a:pt x="3413" y="5831"/>
                  </a:cubicBezTo>
                  <a:cubicBezTo>
                    <a:pt x="3300" y="5831"/>
                    <a:pt x="3186" y="5760"/>
                    <a:pt x="3186" y="5618"/>
                  </a:cubicBezTo>
                  <a:lnTo>
                    <a:pt x="3186" y="4727"/>
                  </a:lnTo>
                  <a:cubicBezTo>
                    <a:pt x="3186" y="4594"/>
                    <a:pt x="3300" y="4499"/>
                    <a:pt x="3413" y="4499"/>
                  </a:cubicBezTo>
                  <a:close/>
                  <a:moveTo>
                    <a:pt x="3186" y="3381"/>
                  </a:moveTo>
                  <a:lnTo>
                    <a:pt x="3186" y="4063"/>
                  </a:lnTo>
                  <a:cubicBezTo>
                    <a:pt x="3186" y="4063"/>
                    <a:pt x="3186" y="4082"/>
                    <a:pt x="3186" y="4082"/>
                  </a:cubicBezTo>
                  <a:cubicBezTo>
                    <a:pt x="2920" y="4177"/>
                    <a:pt x="2750" y="4443"/>
                    <a:pt x="2750" y="4727"/>
                  </a:cubicBezTo>
                  <a:lnTo>
                    <a:pt x="2750" y="5618"/>
                  </a:lnTo>
                  <a:cubicBezTo>
                    <a:pt x="2750" y="5903"/>
                    <a:pt x="2920" y="6149"/>
                    <a:pt x="3186" y="6244"/>
                  </a:cubicBezTo>
                  <a:lnTo>
                    <a:pt x="3186" y="7382"/>
                  </a:lnTo>
                  <a:cubicBezTo>
                    <a:pt x="2408" y="7287"/>
                    <a:pt x="1688" y="6718"/>
                    <a:pt x="1062" y="6149"/>
                  </a:cubicBezTo>
                  <a:cubicBezTo>
                    <a:pt x="1100" y="5808"/>
                    <a:pt x="1138" y="5504"/>
                    <a:pt x="1176" y="5201"/>
                  </a:cubicBezTo>
                  <a:cubicBezTo>
                    <a:pt x="1290" y="4158"/>
                    <a:pt x="2162" y="3381"/>
                    <a:pt x="3186" y="3381"/>
                  </a:cubicBezTo>
                  <a:close/>
                  <a:moveTo>
                    <a:pt x="3641" y="3381"/>
                  </a:moveTo>
                  <a:cubicBezTo>
                    <a:pt x="4665" y="3381"/>
                    <a:pt x="5537" y="4158"/>
                    <a:pt x="5651" y="5182"/>
                  </a:cubicBezTo>
                  <a:lnTo>
                    <a:pt x="5651" y="5201"/>
                  </a:lnTo>
                  <a:cubicBezTo>
                    <a:pt x="5689" y="5504"/>
                    <a:pt x="5727" y="5808"/>
                    <a:pt x="5765" y="6149"/>
                  </a:cubicBezTo>
                  <a:cubicBezTo>
                    <a:pt x="5139" y="6718"/>
                    <a:pt x="4418" y="7287"/>
                    <a:pt x="3641" y="7382"/>
                  </a:cubicBezTo>
                  <a:lnTo>
                    <a:pt x="3641" y="6244"/>
                  </a:lnTo>
                  <a:cubicBezTo>
                    <a:pt x="3906" y="6149"/>
                    <a:pt x="4077" y="5884"/>
                    <a:pt x="4077" y="5599"/>
                  </a:cubicBezTo>
                  <a:lnTo>
                    <a:pt x="4077" y="4708"/>
                  </a:lnTo>
                  <a:cubicBezTo>
                    <a:pt x="4077" y="4424"/>
                    <a:pt x="3906" y="4177"/>
                    <a:pt x="3641" y="4082"/>
                  </a:cubicBezTo>
                  <a:cubicBezTo>
                    <a:pt x="3641" y="4063"/>
                    <a:pt x="3641" y="4063"/>
                    <a:pt x="3641" y="4044"/>
                  </a:cubicBezTo>
                  <a:lnTo>
                    <a:pt x="3641" y="3381"/>
                  </a:lnTo>
                  <a:close/>
                  <a:moveTo>
                    <a:pt x="986" y="6680"/>
                  </a:moveTo>
                  <a:lnTo>
                    <a:pt x="986" y="6680"/>
                  </a:lnTo>
                  <a:cubicBezTo>
                    <a:pt x="1688" y="7287"/>
                    <a:pt x="2503" y="7837"/>
                    <a:pt x="3413" y="7837"/>
                  </a:cubicBezTo>
                  <a:cubicBezTo>
                    <a:pt x="4324" y="7837"/>
                    <a:pt x="5158" y="7287"/>
                    <a:pt x="5859" y="6680"/>
                  </a:cubicBezTo>
                  <a:lnTo>
                    <a:pt x="5859" y="6680"/>
                  </a:lnTo>
                  <a:cubicBezTo>
                    <a:pt x="6049" y="7950"/>
                    <a:pt x="6182" y="8671"/>
                    <a:pt x="5727" y="9524"/>
                  </a:cubicBezTo>
                  <a:cubicBezTo>
                    <a:pt x="5253" y="10482"/>
                    <a:pt x="4333" y="10961"/>
                    <a:pt x="3413" y="10961"/>
                  </a:cubicBezTo>
                  <a:cubicBezTo>
                    <a:pt x="2494" y="10961"/>
                    <a:pt x="1574" y="10482"/>
                    <a:pt x="1100" y="9524"/>
                  </a:cubicBezTo>
                  <a:cubicBezTo>
                    <a:pt x="626" y="8652"/>
                    <a:pt x="797" y="7875"/>
                    <a:pt x="986" y="6680"/>
                  </a:cubicBezTo>
                  <a:close/>
                  <a:moveTo>
                    <a:pt x="10545" y="1"/>
                  </a:moveTo>
                  <a:cubicBezTo>
                    <a:pt x="10434" y="1"/>
                    <a:pt x="10325" y="72"/>
                    <a:pt x="10334" y="214"/>
                  </a:cubicBezTo>
                  <a:lnTo>
                    <a:pt x="10334" y="5694"/>
                  </a:lnTo>
                  <a:cubicBezTo>
                    <a:pt x="10334" y="6320"/>
                    <a:pt x="9822" y="6813"/>
                    <a:pt x="9216" y="6813"/>
                  </a:cubicBezTo>
                  <a:cubicBezTo>
                    <a:pt x="8590" y="6813"/>
                    <a:pt x="8097" y="6320"/>
                    <a:pt x="8097" y="5694"/>
                  </a:cubicBezTo>
                  <a:lnTo>
                    <a:pt x="8097" y="2452"/>
                  </a:lnTo>
                  <a:cubicBezTo>
                    <a:pt x="8097" y="1086"/>
                    <a:pt x="6997" y="6"/>
                    <a:pt x="5651" y="6"/>
                  </a:cubicBezTo>
                  <a:cubicBezTo>
                    <a:pt x="4286" y="6"/>
                    <a:pt x="3205" y="1086"/>
                    <a:pt x="3186" y="2452"/>
                  </a:cubicBezTo>
                  <a:lnTo>
                    <a:pt x="3186" y="2945"/>
                  </a:lnTo>
                  <a:cubicBezTo>
                    <a:pt x="1934" y="2945"/>
                    <a:pt x="873" y="3893"/>
                    <a:pt x="740" y="5144"/>
                  </a:cubicBezTo>
                  <a:cubicBezTo>
                    <a:pt x="512" y="7419"/>
                    <a:pt x="0" y="8424"/>
                    <a:pt x="721" y="9752"/>
                  </a:cubicBezTo>
                  <a:cubicBezTo>
                    <a:pt x="1280" y="10861"/>
                    <a:pt x="2352" y="11416"/>
                    <a:pt x="3421" y="11416"/>
                  </a:cubicBezTo>
                  <a:cubicBezTo>
                    <a:pt x="4489" y="11416"/>
                    <a:pt x="5556" y="10861"/>
                    <a:pt x="6106" y="9752"/>
                  </a:cubicBezTo>
                  <a:cubicBezTo>
                    <a:pt x="6826" y="8443"/>
                    <a:pt x="6352" y="7419"/>
                    <a:pt x="6087" y="5144"/>
                  </a:cubicBezTo>
                  <a:cubicBezTo>
                    <a:pt x="5954" y="3893"/>
                    <a:pt x="4892" y="2945"/>
                    <a:pt x="3641" y="2945"/>
                  </a:cubicBezTo>
                  <a:lnTo>
                    <a:pt x="3641" y="2452"/>
                  </a:lnTo>
                  <a:cubicBezTo>
                    <a:pt x="3679" y="1371"/>
                    <a:pt x="4570" y="518"/>
                    <a:pt x="5651" y="518"/>
                  </a:cubicBezTo>
                  <a:cubicBezTo>
                    <a:pt x="6732" y="518"/>
                    <a:pt x="7623" y="1371"/>
                    <a:pt x="7661" y="2452"/>
                  </a:cubicBezTo>
                  <a:lnTo>
                    <a:pt x="7661" y="5694"/>
                  </a:lnTo>
                  <a:cubicBezTo>
                    <a:pt x="7642" y="6566"/>
                    <a:pt x="8343" y="7268"/>
                    <a:pt x="9216" y="7268"/>
                  </a:cubicBezTo>
                  <a:cubicBezTo>
                    <a:pt x="10069" y="7268"/>
                    <a:pt x="10770" y="6566"/>
                    <a:pt x="10770" y="5694"/>
                  </a:cubicBezTo>
                  <a:lnTo>
                    <a:pt x="10770" y="214"/>
                  </a:lnTo>
                  <a:cubicBezTo>
                    <a:pt x="10770" y="72"/>
                    <a:pt x="10657" y="1"/>
                    <a:pt x="105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110"/>
            <p:cNvSpPr/>
            <p:nvPr/>
          </p:nvSpPr>
          <p:spPr>
            <a:xfrm>
              <a:off x="1986813" y="2510425"/>
              <a:ext cx="49900" cy="44075"/>
            </a:xfrm>
            <a:custGeom>
              <a:avLst/>
              <a:gdLst/>
              <a:ahLst/>
              <a:cxnLst/>
              <a:rect l="l" t="t" r="r" b="b"/>
              <a:pathLst>
                <a:path w="1996" h="1763" extrusionOk="0">
                  <a:moveTo>
                    <a:pt x="1702" y="0"/>
                  </a:moveTo>
                  <a:cubicBezTo>
                    <a:pt x="1616" y="0"/>
                    <a:pt x="1530" y="47"/>
                    <a:pt x="1495" y="161"/>
                  </a:cubicBezTo>
                  <a:cubicBezTo>
                    <a:pt x="1476" y="255"/>
                    <a:pt x="1438" y="331"/>
                    <a:pt x="1400" y="407"/>
                  </a:cubicBezTo>
                  <a:cubicBezTo>
                    <a:pt x="1154" y="862"/>
                    <a:pt x="756" y="1184"/>
                    <a:pt x="263" y="1317"/>
                  </a:cubicBezTo>
                  <a:cubicBezTo>
                    <a:pt x="1" y="1387"/>
                    <a:pt x="60" y="1762"/>
                    <a:pt x="308" y="1762"/>
                  </a:cubicBezTo>
                  <a:cubicBezTo>
                    <a:pt x="329" y="1762"/>
                    <a:pt x="352" y="1759"/>
                    <a:pt x="376" y="1753"/>
                  </a:cubicBezTo>
                  <a:cubicBezTo>
                    <a:pt x="1078" y="1545"/>
                    <a:pt x="1666" y="1014"/>
                    <a:pt x="1912" y="312"/>
                  </a:cubicBezTo>
                  <a:cubicBezTo>
                    <a:pt x="1996" y="134"/>
                    <a:pt x="1848" y="0"/>
                    <a:pt x="17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0" name="Google Shape;3080;p110"/>
          <p:cNvGrpSpPr/>
          <p:nvPr/>
        </p:nvGrpSpPr>
        <p:grpSpPr>
          <a:xfrm>
            <a:off x="3112572" y="1991500"/>
            <a:ext cx="377566" cy="365765"/>
            <a:chOff x="2473563" y="2292925"/>
            <a:chExt cx="288725" cy="285175"/>
          </a:xfrm>
        </p:grpSpPr>
        <p:sp>
          <p:nvSpPr>
            <p:cNvPr id="3081" name="Google Shape;3081;p110"/>
            <p:cNvSpPr/>
            <p:nvPr/>
          </p:nvSpPr>
          <p:spPr>
            <a:xfrm>
              <a:off x="2502963" y="2320550"/>
              <a:ext cx="229450" cy="229450"/>
            </a:xfrm>
            <a:custGeom>
              <a:avLst/>
              <a:gdLst/>
              <a:ahLst/>
              <a:cxnLst/>
              <a:rect l="l" t="t" r="r" b="b"/>
              <a:pathLst>
                <a:path w="9178" h="9178" extrusionOk="0">
                  <a:moveTo>
                    <a:pt x="0" y="0"/>
                  </a:moveTo>
                  <a:lnTo>
                    <a:pt x="0" y="9178"/>
                  </a:lnTo>
                  <a:lnTo>
                    <a:pt x="9178" y="9178"/>
                  </a:lnTo>
                  <a:lnTo>
                    <a:pt x="917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110"/>
            <p:cNvSpPr/>
            <p:nvPr/>
          </p:nvSpPr>
          <p:spPr>
            <a:xfrm>
              <a:off x="2539938" y="2357525"/>
              <a:ext cx="155975" cy="116625"/>
            </a:xfrm>
            <a:custGeom>
              <a:avLst/>
              <a:gdLst/>
              <a:ahLst/>
              <a:cxnLst/>
              <a:rect l="l" t="t" r="r" b="b"/>
              <a:pathLst>
                <a:path w="6239" h="4665" extrusionOk="0">
                  <a:moveTo>
                    <a:pt x="0" y="0"/>
                  </a:moveTo>
                  <a:lnTo>
                    <a:pt x="0" y="3546"/>
                  </a:lnTo>
                  <a:lnTo>
                    <a:pt x="3167" y="4665"/>
                  </a:lnTo>
                  <a:lnTo>
                    <a:pt x="6239" y="3546"/>
                  </a:lnTo>
                  <a:lnTo>
                    <a:pt x="62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110"/>
            <p:cNvSpPr/>
            <p:nvPr/>
          </p:nvSpPr>
          <p:spPr>
            <a:xfrm>
              <a:off x="2538988" y="2407775"/>
              <a:ext cx="155975" cy="106200"/>
            </a:xfrm>
            <a:custGeom>
              <a:avLst/>
              <a:gdLst/>
              <a:ahLst/>
              <a:cxnLst/>
              <a:rect l="l" t="t" r="r" b="b"/>
              <a:pathLst>
                <a:path w="6239" h="4248" extrusionOk="0">
                  <a:moveTo>
                    <a:pt x="1574" y="0"/>
                  </a:moveTo>
                  <a:lnTo>
                    <a:pt x="0" y="1574"/>
                  </a:lnTo>
                  <a:lnTo>
                    <a:pt x="0" y="4248"/>
                  </a:lnTo>
                  <a:lnTo>
                    <a:pt x="6239" y="4248"/>
                  </a:lnTo>
                  <a:lnTo>
                    <a:pt x="6239" y="1574"/>
                  </a:lnTo>
                  <a:lnTo>
                    <a:pt x="5120" y="436"/>
                  </a:lnTo>
                  <a:lnTo>
                    <a:pt x="3584" y="2010"/>
                  </a:lnTo>
                  <a:lnTo>
                    <a:pt x="157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110"/>
            <p:cNvSpPr/>
            <p:nvPr/>
          </p:nvSpPr>
          <p:spPr>
            <a:xfrm>
              <a:off x="2618138" y="2390700"/>
              <a:ext cx="26100" cy="22400"/>
            </a:xfrm>
            <a:custGeom>
              <a:avLst/>
              <a:gdLst/>
              <a:ahLst/>
              <a:cxnLst/>
              <a:rect l="l" t="t" r="r" b="b"/>
              <a:pathLst>
                <a:path w="1044" h="896" extrusionOk="0">
                  <a:moveTo>
                    <a:pt x="456" y="1"/>
                  </a:moveTo>
                  <a:cubicBezTo>
                    <a:pt x="209" y="1"/>
                    <a:pt x="1" y="209"/>
                    <a:pt x="1" y="456"/>
                  </a:cubicBezTo>
                  <a:cubicBezTo>
                    <a:pt x="1" y="722"/>
                    <a:pt x="213" y="895"/>
                    <a:pt x="439" y="895"/>
                  </a:cubicBezTo>
                  <a:cubicBezTo>
                    <a:pt x="551" y="895"/>
                    <a:pt x="665" y="853"/>
                    <a:pt x="759" y="759"/>
                  </a:cubicBezTo>
                  <a:cubicBezTo>
                    <a:pt x="1044" y="494"/>
                    <a:pt x="835"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110"/>
            <p:cNvSpPr/>
            <p:nvPr/>
          </p:nvSpPr>
          <p:spPr>
            <a:xfrm>
              <a:off x="2566013" y="2474600"/>
              <a:ext cx="12825" cy="11050"/>
            </a:xfrm>
            <a:custGeom>
              <a:avLst/>
              <a:gdLst/>
              <a:ahLst/>
              <a:cxnLst/>
              <a:rect l="l" t="t" r="r" b="b"/>
              <a:pathLst>
                <a:path w="513" h="442" extrusionOk="0">
                  <a:moveTo>
                    <a:pt x="285" y="1"/>
                  </a:moveTo>
                  <a:cubicBezTo>
                    <a:pt x="95" y="1"/>
                    <a:pt x="0" y="228"/>
                    <a:pt x="133" y="380"/>
                  </a:cubicBezTo>
                  <a:cubicBezTo>
                    <a:pt x="176" y="423"/>
                    <a:pt x="230" y="442"/>
                    <a:pt x="284" y="442"/>
                  </a:cubicBezTo>
                  <a:cubicBezTo>
                    <a:pt x="399" y="442"/>
                    <a:pt x="512" y="357"/>
                    <a:pt x="512" y="228"/>
                  </a:cubicBezTo>
                  <a:cubicBezTo>
                    <a:pt x="512" y="96"/>
                    <a:pt x="417" y="1"/>
                    <a:pt x="2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110"/>
            <p:cNvSpPr/>
            <p:nvPr/>
          </p:nvSpPr>
          <p:spPr>
            <a:xfrm>
              <a:off x="2473563" y="2292925"/>
              <a:ext cx="288725" cy="285175"/>
            </a:xfrm>
            <a:custGeom>
              <a:avLst/>
              <a:gdLst/>
              <a:ahLst/>
              <a:cxnLst/>
              <a:rect l="l" t="t" r="r" b="b"/>
              <a:pathLst>
                <a:path w="11549" h="11407" extrusionOk="0">
                  <a:moveTo>
                    <a:pt x="10145" y="1333"/>
                  </a:moveTo>
                  <a:lnTo>
                    <a:pt x="10145" y="10074"/>
                  </a:lnTo>
                  <a:lnTo>
                    <a:pt x="1404" y="10074"/>
                  </a:lnTo>
                  <a:lnTo>
                    <a:pt x="1404" y="1333"/>
                  </a:lnTo>
                  <a:close/>
                  <a:moveTo>
                    <a:pt x="1179" y="1"/>
                  </a:moveTo>
                  <a:cubicBezTo>
                    <a:pt x="1067" y="1"/>
                    <a:pt x="958" y="72"/>
                    <a:pt x="968" y="214"/>
                  </a:cubicBezTo>
                  <a:lnTo>
                    <a:pt x="968" y="897"/>
                  </a:lnTo>
                  <a:lnTo>
                    <a:pt x="285" y="897"/>
                  </a:lnTo>
                  <a:cubicBezTo>
                    <a:pt x="1" y="897"/>
                    <a:pt x="1" y="1333"/>
                    <a:pt x="285" y="1333"/>
                  </a:cubicBezTo>
                  <a:lnTo>
                    <a:pt x="968" y="1333"/>
                  </a:lnTo>
                  <a:lnTo>
                    <a:pt x="968" y="10074"/>
                  </a:lnTo>
                  <a:lnTo>
                    <a:pt x="285" y="10074"/>
                  </a:lnTo>
                  <a:cubicBezTo>
                    <a:pt x="1" y="10074"/>
                    <a:pt x="1" y="10510"/>
                    <a:pt x="285" y="10510"/>
                  </a:cubicBezTo>
                  <a:lnTo>
                    <a:pt x="968" y="10510"/>
                  </a:lnTo>
                  <a:lnTo>
                    <a:pt x="968" y="11193"/>
                  </a:lnTo>
                  <a:cubicBezTo>
                    <a:pt x="968" y="11335"/>
                    <a:pt x="1077" y="11406"/>
                    <a:pt x="1186" y="11406"/>
                  </a:cubicBezTo>
                  <a:cubicBezTo>
                    <a:pt x="1295" y="11406"/>
                    <a:pt x="1404" y="11335"/>
                    <a:pt x="1404" y="11193"/>
                  </a:cubicBezTo>
                  <a:lnTo>
                    <a:pt x="1404" y="10510"/>
                  </a:lnTo>
                  <a:lnTo>
                    <a:pt x="10145" y="10510"/>
                  </a:lnTo>
                  <a:lnTo>
                    <a:pt x="10145" y="11193"/>
                  </a:lnTo>
                  <a:cubicBezTo>
                    <a:pt x="10145" y="11335"/>
                    <a:pt x="10254" y="11406"/>
                    <a:pt x="10363" y="11406"/>
                  </a:cubicBezTo>
                  <a:cubicBezTo>
                    <a:pt x="10472" y="11406"/>
                    <a:pt x="10581" y="11335"/>
                    <a:pt x="10581" y="11193"/>
                  </a:cubicBezTo>
                  <a:lnTo>
                    <a:pt x="10581" y="10510"/>
                  </a:lnTo>
                  <a:lnTo>
                    <a:pt x="11264" y="10510"/>
                  </a:lnTo>
                  <a:cubicBezTo>
                    <a:pt x="11548" y="10510"/>
                    <a:pt x="11548" y="10074"/>
                    <a:pt x="11264" y="10074"/>
                  </a:cubicBezTo>
                  <a:lnTo>
                    <a:pt x="10581" y="10074"/>
                  </a:lnTo>
                  <a:lnTo>
                    <a:pt x="10581" y="1333"/>
                  </a:lnTo>
                  <a:lnTo>
                    <a:pt x="11264" y="1333"/>
                  </a:lnTo>
                  <a:cubicBezTo>
                    <a:pt x="11542" y="1333"/>
                    <a:pt x="11548" y="896"/>
                    <a:pt x="11281" y="896"/>
                  </a:cubicBezTo>
                  <a:cubicBezTo>
                    <a:pt x="11275" y="896"/>
                    <a:pt x="11270" y="896"/>
                    <a:pt x="11264" y="897"/>
                  </a:cubicBezTo>
                  <a:lnTo>
                    <a:pt x="10581" y="897"/>
                  </a:lnTo>
                  <a:lnTo>
                    <a:pt x="10581" y="214"/>
                  </a:lnTo>
                  <a:cubicBezTo>
                    <a:pt x="10581" y="72"/>
                    <a:pt x="10472" y="1"/>
                    <a:pt x="10363" y="1"/>
                  </a:cubicBezTo>
                  <a:cubicBezTo>
                    <a:pt x="10254" y="1"/>
                    <a:pt x="10145" y="72"/>
                    <a:pt x="10145" y="214"/>
                  </a:cubicBezTo>
                  <a:lnTo>
                    <a:pt x="10145" y="897"/>
                  </a:lnTo>
                  <a:lnTo>
                    <a:pt x="1404" y="897"/>
                  </a:lnTo>
                  <a:lnTo>
                    <a:pt x="1404" y="214"/>
                  </a:lnTo>
                  <a:cubicBezTo>
                    <a:pt x="1404" y="72"/>
                    <a:pt x="1290"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110"/>
            <p:cNvSpPr/>
            <p:nvPr/>
          </p:nvSpPr>
          <p:spPr>
            <a:xfrm>
              <a:off x="2534238" y="2351825"/>
              <a:ext cx="167375" cy="167375"/>
            </a:xfrm>
            <a:custGeom>
              <a:avLst/>
              <a:gdLst/>
              <a:ahLst/>
              <a:cxnLst/>
              <a:rect l="l" t="t" r="r" b="b"/>
              <a:pathLst>
                <a:path w="6695" h="6695" extrusionOk="0">
                  <a:moveTo>
                    <a:pt x="6239" y="456"/>
                  </a:moveTo>
                  <a:lnTo>
                    <a:pt x="6239" y="3262"/>
                  </a:lnTo>
                  <a:lnTo>
                    <a:pt x="5519" y="2523"/>
                  </a:lnTo>
                  <a:cubicBezTo>
                    <a:pt x="5471" y="2475"/>
                    <a:pt x="5409" y="2452"/>
                    <a:pt x="5350" y="2452"/>
                  </a:cubicBezTo>
                  <a:cubicBezTo>
                    <a:pt x="5291" y="2452"/>
                    <a:pt x="5234" y="2475"/>
                    <a:pt x="5196" y="2523"/>
                  </a:cubicBezTo>
                  <a:lnTo>
                    <a:pt x="3812" y="3926"/>
                  </a:lnTo>
                  <a:lnTo>
                    <a:pt x="1954" y="2068"/>
                  </a:lnTo>
                  <a:cubicBezTo>
                    <a:pt x="1916" y="2030"/>
                    <a:pt x="1859" y="2011"/>
                    <a:pt x="1802" y="2011"/>
                  </a:cubicBezTo>
                  <a:cubicBezTo>
                    <a:pt x="1745" y="2011"/>
                    <a:pt x="1688" y="2030"/>
                    <a:pt x="1650" y="2068"/>
                  </a:cubicBezTo>
                  <a:lnTo>
                    <a:pt x="456" y="3262"/>
                  </a:lnTo>
                  <a:lnTo>
                    <a:pt x="456" y="456"/>
                  </a:lnTo>
                  <a:close/>
                  <a:moveTo>
                    <a:pt x="5348" y="2997"/>
                  </a:moveTo>
                  <a:lnTo>
                    <a:pt x="6239" y="3888"/>
                  </a:lnTo>
                  <a:lnTo>
                    <a:pt x="6239" y="4912"/>
                  </a:lnTo>
                  <a:lnTo>
                    <a:pt x="4779" y="4912"/>
                  </a:lnTo>
                  <a:lnTo>
                    <a:pt x="4115" y="4248"/>
                  </a:lnTo>
                  <a:lnTo>
                    <a:pt x="5348" y="2997"/>
                  </a:lnTo>
                  <a:close/>
                  <a:moveTo>
                    <a:pt x="1783" y="2542"/>
                  </a:moveTo>
                  <a:lnTo>
                    <a:pt x="4153" y="4912"/>
                  </a:lnTo>
                  <a:lnTo>
                    <a:pt x="2466" y="4912"/>
                  </a:lnTo>
                  <a:cubicBezTo>
                    <a:pt x="2162" y="4912"/>
                    <a:pt x="2162" y="5367"/>
                    <a:pt x="2466" y="5367"/>
                  </a:cubicBezTo>
                  <a:lnTo>
                    <a:pt x="6258" y="5367"/>
                  </a:lnTo>
                  <a:lnTo>
                    <a:pt x="6258" y="6258"/>
                  </a:lnTo>
                  <a:lnTo>
                    <a:pt x="456" y="6258"/>
                  </a:lnTo>
                  <a:lnTo>
                    <a:pt x="456" y="5348"/>
                  </a:lnTo>
                  <a:lnTo>
                    <a:pt x="664" y="5348"/>
                  </a:lnTo>
                  <a:cubicBezTo>
                    <a:pt x="968" y="5348"/>
                    <a:pt x="968" y="4912"/>
                    <a:pt x="664" y="4912"/>
                  </a:cubicBezTo>
                  <a:lnTo>
                    <a:pt x="456" y="4912"/>
                  </a:lnTo>
                  <a:lnTo>
                    <a:pt x="456" y="3888"/>
                  </a:lnTo>
                  <a:lnTo>
                    <a:pt x="1783" y="2542"/>
                  </a:lnTo>
                  <a:close/>
                  <a:moveTo>
                    <a:pt x="228" y="1"/>
                  </a:moveTo>
                  <a:cubicBezTo>
                    <a:pt x="96" y="1"/>
                    <a:pt x="1" y="96"/>
                    <a:pt x="1" y="228"/>
                  </a:cubicBezTo>
                  <a:lnTo>
                    <a:pt x="1" y="6467"/>
                  </a:lnTo>
                  <a:cubicBezTo>
                    <a:pt x="1" y="6580"/>
                    <a:pt x="96" y="6694"/>
                    <a:pt x="228" y="6694"/>
                  </a:cubicBezTo>
                  <a:lnTo>
                    <a:pt x="6467" y="6694"/>
                  </a:lnTo>
                  <a:cubicBezTo>
                    <a:pt x="6580" y="6694"/>
                    <a:pt x="6694" y="6580"/>
                    <a:pt x="6694" y="6467"/>
                  </a:cubicBezTo>
                  <a:lnTo>
                    <a:pt x="6694" y="228"/>
                  </a:lnTo>
                  <a:cubicBezTo>
                    <a:pt x="6694" y="96"/>
                    <a:pt x="6580" y="1"/>
                    <a:pt x="64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110"/>
            <p:cNvSpPr/>
            <p:nvPr/>
          </p:nvSpPr>
          <p:spPr>
            <a:xfrm>
              <a:off x="2612463" y="2385300"/>
              <a:ext cx="39375" cy="33400"/>
            </a:xfrm>
            <a:custGeom>
              <a:avLst/>
              <a:gdLst/>
              <a:ahLst/>
              <a:cxnLst/>
              <a:rect l="l" t="t" r="r" b="b"/>
              <a:pathLst>
                <a:path w="1575" h="1336" extrusionOk="0">
                  <a:moveTo>
                    <a:pt x="683" y="444"/>
                  </a:moveTo>
                  <a:cubicBezTo>
                    <a:pt x="873" y="444"/>
                    <a:pt x="967" y="691"/>
                    <a:pt x="835" y="823"/>
                  </a:cubicBezTo>
                  <a:cubicBezTo>
                    <a:pt x="786" y="872"/>
                    <a:pt x="729" y="894"/>
                    <a:pt x="674" y="894"/>
                  </a:cubicBezTo>
                  <a:cubicBezTo>
                    <a:pt x="560" y="894"/>
                    <a:pt x="455" y="800"/>
                    <a:pt x="455" y="672"/>
                  </a:cubicBezTo>
                  <a:cubicBezTo>
                    <a:pt x="455" y="539"/>
                    <a:pt x="550" y="444"/>
                    <a:pt x="683" y="444"/>
                  </a:cubicBezTo>
                  <a:close/>
                  <a:moveTo>
                    <a:pt x="669" y="0"/>
                  </a:moveTo>
                  <a:cubicBezTo>
                    <a:pt x="328" y="0"/>
                    <a:pt x="0" y="263"/>
                    <a:pt x="0" y="672"/>
                  </a:cubicBezTo>
                  <a:cubicBezTo>
                    <a:pt x="0" y="1032"/>
                    <a:pt x="304" y="1335"/>
                    <a:pt x="683" y="1335"/>
                  </a:cubicBezTo>
                  <a:cubicBezTo>
                    <a:pt x="1271" y="1335"/>
                    <a:pt x="1574" y="615"/>
                    <a:pt x="1138" y="198"/>
                  </a:cubicBezTo>
                  <a:cubicBezTo>
                    <a:pt x="1002" y="62"/>
                    <a:pt x="834" y="0"/>
                    <a:pt x="6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9" name="Google Shape;3089;p110"/>
          <p:cNvGrpSpPr/>
          <p:nvPr/>
        </p:nvGrpSpPr>
        <p:grpSpPr>
          <a:xfrm>
            <a:off x="3838125" y="2004272"/>
            <a:ext cx="365763" cy="340222"/>
            <a:chOff x="3001163" y="2256975"/>
            <a:chExt cx="443725" cy="416275"/>
          </a:xfrm>
        </p:grpSpPr>
        <p:sp>
          <p:nvSpPr>
            <p:cNvPr id="3090" name="Google Shape;3090;p110"/>
            <p:cNvSpPr/>
            <p:nvPr/>
          </p:nvSpPr>
          <p:spPr>
            <a:xfrm>
              <a:off x="3020613" y="2372825"/>
              <a:ext cx="322825" cy="291700"/>
            </a:xfrm>
            <a:custGeom>
              <a:avLst/>
              <a:gdLst/>
              <a:ahLst/>
              <a:cxnLst/>
              <a:rect l="l" t="t" r="r" b="b"/>
              <a:pathLst>
                <a:path w="12913" h="11668" extrusionOk="0">
                  <a:moveTo>
                    <a:pt x="6415" y="0"/>
                  </a:moveTo>
                  <a:cubicBezTo>
                    <a:pt x="4811" y="0"/>
                    <a:pt x="3218" y="660"/>
                    <a:pt x="2067" y="1948"/>
                  </a:cubicBezTo>
                  <a:cubicBezTo>
                    <a:pt x="0" y="4261"/>
                    <a:pt x="114" y="7769"/>
                    <a:pt x="2295" y="9969"/>
                  </a:cubicBezTo>
                  <a:cubicBezTo>
                    <a:pt x="3434" y="11098"/>
                    <a:pt x="4923" y="11668"/>
                    <a:pt x="6417" y="11668"/>
                  </a:cubicBezTo>
                  <a:cubicBezTo>
                    <a:pt x="7807" y="11668"/>
                    <a:pt x="9200" y="11174"/>
                    <a:pt x="10315" y="10177"/>
                  </a:cubicBezTo>
                  <a:cubicBezTo>
                    <a:pt x="12610" y="8111"/>
                    <a:pt x="12913" y="4603"/>
                    <a:pt x="10979" y="2195"/>
                  </a:cubicBezTo>
                  <a:lnTo>
                    <a:pt x="10050" y="1266"/>
                  </a:lnTo>
                  <a:cubicBezTo>
                    <a:pt x="8975" y="417"/>
                    <a:pt x="7691" y="0"/>
                    <a:pt x="64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110"/>
            <p:cNvSpPr/>
            <p:nvPr/>
          </p:nvSpPr>
          <p:spPr>
            <a:xfrm>
              <a:off x="3055563" y="2413375"/>
              <a:ext cx="258025" cy="211125"/>
            </a:xfrm>
            <a:custGeom>
              <a:avLst/>
              <a:gdLst/>
              <a:ahLst/>
              <a:cxnLst/>
              <a:rect l="l" t="t" r="r" b="b"/>
              <a:pathLst>
                <a:path w="10321" h="8445" extrusionOk="0">
                  <a:moveTo>
                    <a:pt x="5006" y="0"/>
                  </a:moveTo>
                  <a:cubicBezTo>
                    <a:pt x="3332" y="0"/>
                    <a:pt x="1713" y="997"/>
                    <a:pt x="1048" y="2715"/>
                  </a:cubicBezTo>
                  <a:cubicBezTo>
                    <a:pt x="1048" y="2715"/>
                    <a:pt x="1048" y="2715"/>
                    <a:pt x="1048" y="2734"/>
                  </a:cubicBezTo>
                  <a:cubicBezTo>
                    <a:pt x="1" y="5540"/>
                    <a:pt x="2112" y="8445"/>
                    <a:pt x="4985" y="8445"/>
                  </a:cubicBezTo>
                  <a:cubicBezTo>
                    <a:pt x="5180" y="8445"/>
                    <a:pt x="5379" y="8431"/>
                    <a:pt x="5580" y="8404"/>
                  </a:cubicBezTo>
                  <a:cubicBezTo>
                    <a:pt x="8747" y="7968"/>
                    <a:pt x="10320" y="4308"/>
                    <a:pt x="8424" y="1729"/>
                  </a:cubicBezTo>
                  <a:lnTo>
                    <a:pt x="8405" y="1729"/>
                  </a:lnTo>
                  <a:lnTo>
                    <a:pt x="7495" y="819"/>
                  </a:lnTo>
                  <a:cubicBezTo>
                    <a:pt x="6732" y="261"/>
                    <a:pt x="5862" y="0"/>
                    <a:pt x="50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110"/>
            <p:cNvSpPr/>
            <p:nvPr/>
          </p:nvSpPr>
          <p:spPr>
            <a:xfrm>
              <a:off x="3108788" y="2453825"/>
              <a:ext cx="144600" cy="130425"/>
            </a:xfrm>
            <a:custGeom>
              <a:avLst/>
              <a:gdLst/>
              <a:ahLst/>
              <a:cxnLst/>
              <a:rect l="l" t="t" r="r" b="b"/>
              <a:pathLst>
                <a:path w="5784" h="5217" extrusionOk="0">
                  <a:moveTo>
                    <a:pt x="2876" y="1"/>
                  </a:moveTo>
                  <a:cubicBezTo>
                    <a:pt x="2091" y="1"/>
                    <a:pt x="1323" y="357"/>
                    <a:pt x="815" y="1021"/>
                  </a:cubicBezTo>
                  <a:cubicBezTo>
                    <a:pt x="0" y="2045"/>
                    <a:pt x="95" y="3524"/>
                    <a:pt x="1024" y="4453"/>
                  </a:cubicBezTo>
                  <a:cubicBezTo>
                    <a:pt x="1529" y="4958"/>
                    <a:pt x="2196" y="5217"/>
                    <a:pt x="2864" y="5217"/>
                  </a:cubicBezTo>
                  <a:cubicBezTo>
                    <a:pt x="3426" y="5217"/>
                    <a:pt x="3988" y="5034"/>
                    <a:pt x="4456" y="4662"/>
                  </a:cubicBezTo>
                  <a:cubicBezTo>
                    <a:pt x="5499" y="3866"/>
                    <a:pt x="5783" y="2425"/>
                    <a:pt x="5120" y="1287"/>
                  </a:cubicBezTo>
                  <a:lnTo>
                    <a:pt x="4191" y="358"/>
                  </a:lnTo>
                  <a:cubicBezTo>
                    <a:pt x="3777" y="117"/>
                    <a:pt x="3324" y="1"/>
                    <a:pt x="28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110"/>
            <p:cNvSpPr/>
            <p:nvPr/>
          </p:nvSpPr>
          <p:spPr>
            <a:xfrm>
              <a:off x="3323038" y="2265550"/>
              <a:ext cx="110950" cy="110950"/>
            </a:xfrm>
            <a:custGeom>
              <a:avLst/>
              <a:gdLst/>
              <a:ahLst/>
              <a:cxnLst/>
              <a:rect l="l" t="t" r="r" b="b"/>
              <a:pathLst>
                <a:path w="4438" h="4438" extrusionOk="0">
                  <a:moveTo>
                    <a:pt x="1935" y="1"/>
                  </a:moveTo>
                  <a:cubicBezTo>
                    <a:pt x="1537" y="399"/>
                    <a:pt x="77" y="1878"/>
                    <a:pt x="1" y="1973"/>
                  </a:cubicBezTo>
                  <a:lnTo>
                    <a:pt x="1" y="4438"/>
                  </a:lnTo>
                  <a:lnTo>
                    <a:pt x="2485" y="4438"/>
                  </a:lnTo>
                  <a:lnTo>
                    <a:pt x="4438" y="2504"/>
                  </a:lnTo>
                  <a:lnTo>
                    <a:pt x="1935" y="2504"/>
                  </a:lnTo>
                  <a:lnTo>
                    <a:pt x="193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110"/>
            <p:cNvSpPr/>
            <p:nvPr/>
          </p:nvSpPr>
          <p:spPr>
            <a:xfrm>
              <a:off x="3155538" y="2371850"/>
              <a:ext cx="173225" cy="165150"/>
            </a:xfrm>
            <a:custGeom>
              <a:avLst/>
              <a:gdLst/>
              <a:ahLst/>
              <a:cxnLst/>
              <a:rect l="l" t="t" r="r" b="b"/>
              <a:pathLst>
                <a:path w="6929" h="6606" extrusionOk="0">
                  <a:moveTo>
                    <a:pt x="6227" y="1"/>
                  </a:moveTo>
                  <a:cubicBezTo>
                    <a:pt x="6061" y="1"/>
                    <a:pt x="5895" y="63"/>
                    <a:pt x="5772" y="186"/>
                  </a:cubicBezTo>
                  <a:lnTo>
                    <a:pt x="481" y="5495"/>
                  </a:lnTo>
                  <a:cubicBezTo>
                    <a:pt x="1" y="5961"/>
                    <a:pt x="437" y="6605"/>
                    <a:pt x="940" y="6605"/>
                  </a:cubicBezTo>
                  <a:cubicBezTo>
                    <a:pt x="1092" y="6605"/>
                    <a:pt x="1250" y="6546"/>
                    <a:pt x="1391" y="6405"/>
                  </a:cubicBezTo>
                  <a:cubicBezTo>
                    <a:pt x="1562" y="6234"/>
                    <a:pt x="4918" y="2878"/>
                    <a:pt x="6682" y="1115"/>
                  </a:cubicBezTo>
                  <a:cubicBezTo>
                    <a:pt x="6928" y="849"/>
                    <a:pt x="6928" y="451"/>
                    <a:pt x="6682" y="186"/>
                  </a:cubicBezTo>
                  <a:cubicBezTo>
                    <a:pt x="6558" y="63"/>
                    <a:pt x="6393" y="1"/>
                    <a:pt x="6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110"/>
            <p:cNvSpPr/>
            <p:nvPr/>
          </p:nvSpPr>
          <p:spPr>
            <a:xfrm>
              <a:off x="3091238" y="2445625"/>
              <a:ext cx="18975" cy="16200"/>
            </a:xfrm>
            <a:custGeom>
              <a:avLst/>
              <a:gdLst/>
              <a:ahLst/>
              <a:cxnLst/>
              <a:rect l="l" t="t" r="r" b="b"/>
              <a:pathLst>
                <a:path w="759" h="648" extrusionOk="0">
                  <a:moveTo>
                    <a:pt x="332" y="1"/>
                  </a:moveTo>
                  <a:cubicBezTo>
                    <a:pt x="166" y="1"/>
                    <a:pt x="0" y="133"/>
                    <a:pt x="0" y="325"/>
                  </a:cubicBezTo>
                  <a:cubicBezTo>
                    <a:pt x="0" y="515"/>
                    <a:pt x="152" y="648"/>
                    <a:pt x="323" y="648"/>
                  </a:cubicBezTo>
                  <a:cubicBezTo>
                    <a:pt x="626" y="648"/>
                    <a:pt x="759" y="307"/>
                    <a:pt x="550" y="98"/>
                  </a:cubicBezTo>
                  <a:cubicBezTo>
                    <a:pt x="489" y="31"/>
                    <a:pt x="410" y="1"/>
                    <a:pt x="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110"/>
            <p:cNvSpPr/>
            <p:nvPr/>
          </p:nvSpPr>
          <p:spPr>
            <a:xfrm>
              <a:off x="3001163" y="2256975"/>
              <a:ext cx="443725" cy="416275"/>
            </a:xfrm>
            <a:custGeom>
              <a:avLst/>
              <a:gdLst/>
              <a:ahLst/>
              <a:cxnLst/>
              <a:rect l="l" t="t" r="r" b="b"/>
              <a:pathLst>
                <a:path w="17749" h="16651" extrusionOk="0">
                  <a:moveTo>
                    <a:pt x="14487" y="1121"/>
                  </a:moveTo>
                  <a:lnTo>
                    <a:pt x="14487" y="2714"/>
                  </a:lnTo>
                  <a:lnTo>
                    <a:pt x="13198" y="4003"/>
                  </a:lnTo>
                  <a:lnTo>
                    <a:pt x="13198" y="2430"/>
                  </a:lnTo>
                  <a:cubicBezTo>
                    <a:pt x="13463" y="2164"/>
                    <a:pt x="13956" y="1652"/>
                    <a:pt x="14487" y="1121"/>
                  </a:cubicBezTo>
                  <a:close/>
                  <a:moveTo>
                    <a:pt x="16535" y="3169"/>
                  </a:moveTo>
                  <a:lnTo>
                    <a:pt x="15227" y="4477"/>
                  </a:lnTo>
                  <a:lnTo>
                    <a:pt x="13672" y="4477"/>
                  </a:lnTo>
                  <a:lnTo>
                    <a:pt x="14961" y="3169"/>
                  </a:lnTo>
                  <a:close/>
                  <a:moveTo>
                    <a:pt x="12409" y="4923"/>
                  </a:moveTo>
                  <a:cubicBezTo>
                    <a:pt x="12492" y="4923"/>
                    <a:pt x="12572" y="4951"/>
                    <a:pt x="12629" y="5008"/>
                  </a:cubicBezTo>
                  <a:cubicBezTo>
                    <a:pt x="12762" y="5141"/>
                    <a:pt x="12762" y="5350"/>
                    <a:pt x="12629" y="5482"/>
                  </a:cubicBezTo>
                  <a:lnTo>
                    <a:pt x="7339" y="10773"/>
                  </a:lnTo>
                  <a:cubicBezTo>
                    <a:pt x="7268" y="10843"/>
                    <a:pt x="7190" y="10873"/>
                    <a:pt x="7114" y="10873"/>
                  </a:cubicBezTo>
                  <a:cubicBezTo>
                    <a:pt x="6865" y="10873"/>
                    <a:pt x="6651" y="10550"/>
                    <a:pt x="6884" y="10318"/>
                  </a:cubicBezTo>
                  <a:lnTo>
                    <a:pt x="12174" y="5008"/>
                  </a:lnTo>
                  <a:cubicBezTo>
                    <a:pt x="12240" y="4951"/>
                    <a:pt x="12326" y="4923"/>
                    <a:pt x="12409" y="4923"/>
                  </a:cubicBezTo>
                  <a:close/>
                  <a:moveTo>
                    <a:pt x="7140" y="8202"/>
                  </a:moveTo>
                  <a:cubicBezTo>
                    <a:pt x="7398" y="8202"/>
                    <a:pt x="7668" y="8247"/>
                    <a:pt x="7946" y="8346"/>
                  </a:cubicBezTo>
                  <a:lnTo>
                    <a:pt x="6429" y="9843"/>
                  </a:lnTo>
                  <a:cubicBezTo>
                    <a:pt x="6050" y="10223"/>
                    <a:pt x="6050" y="10848"/>
                    <a:pt x="6429" y="11228"/>
                  </a:cubicBezTo>
                  <a:cubicBezTo>
                    <a:pt x="6618" y="11417"/>
                    <a:pt x="6865" y="11512"/>
                    <a:pt x="7114" y="11512"/>
                  </a:cubicBezTo>
                  <a:cubicBezTo>
                    <a:pt x="7363" y="11512"/>
                    <a:pt x="7614" y="11417"/>
                    <a:pt x="7813" y="11228"/>
                  </a:cubicBezTo>
                  <a:lnTo>
                    <a:pt x="9330" y="9711"/>
                  </a:lnTo>
                  <a:lnTo>
                    <a:pt x="9330" y="9711"/>
                  </a:lnTo>
                  <a:cubicBezTo>
                    <a:pt x="9905" y="11368"/>
                    <a:pt x="8581" y="12767"/>
                    <a:pt x="7159" y="12767"/>
                  </a:cubicBezTo>
                  <a:cubicBezTo>
                    <a:pt x="6612" y="12767"/>
                    <a:pt x="6050" y="12560"/>
                    <a:pt x="5575" y="12081"/>
                  </a:cubicBezTo>
                  <a:cubicBezTo>
                    <a:pt x="4059" y="10581"/>
                    <a:pt x="5267" y="8202"/>
                    <a:pt x="7140" y="8202"/>
                  </a:cubicBezTo>
                  <a:close/>
                  <a:moveTo>
                    <a:pt x="7187" y="4951"/>
                  </a:moveTo>
                  <a:cubicBezTo>
                    <a:pt x="8306" y="4951"/>
                    <a:pt x="9406" y="5293"/>
                    <a:pt x="10335" y="5937"/>
                  </a:cubicBezTo>
                  <a:lnTo>
                    <a:pt x="9633" y="6658"/>
                  </a:lnTo>
                  <a:cubicBezTo>
                    <a:pt x="8951" y="6203"/>
                    <a:pt x="8154" y="5956"/>
                    <a:pt x="7339" y="5937"/>
                  </a:cubicBezTo>
                  <a:cubicBezTo>
                    <a:pt x="7279" y="5935"/>
                    <a:pt x="7220" y="5934"/>
                    <a:pt x="7161" y="5934"/>
                  </a:cubicBezTo>
                  <a:cubicBezTo>
                    <a:pt x="6275" y="5934"/>
                    <a:pt x="5412" y="6198"/>
                    <a:pt x="4665" y="6696"/>
                  </a:cubicBezTo>
                  <a:cubicBezTo>
                    <a:pt x="4355" y="6882"/>
                    <a:pt x="4552" y="7296"/>
                    <a:pt x="4831" y="7296"/>
                  </a:cubicBezTo>
                  <a:cubicBezTo>
                    <a:pt x="4893" y="7296"/>
                    <a:pt x="4960" y="7275"/>
                    <a:pt x="5026" y="7227"/>
                  </a:cubicBezTo>
                  <a:cubicBezTo>
                    <a:pt x="5678" y="6802"/>
                    <a:pt x="6422" y="6588"/>
                    <a:pt x="7169" y="6588"/>
                  </a:cubicBezTo>
                  <a:cubicBezTo>
                    <a:pt x="7855" y="6588"/>
                    <a:pt x="8542" y="6769"/>
                    <a:pt x="9159" y="7132"/>
                  </a:cubicBezTo>
                  <a:lnTo>
                    <a:pt x="8439" y="7834"/>
                  </a:lnTo>
                  <a:cubicBezTo>
                    <a:pt x="8034" y="7643"/>
                    <a:pt x="7605" y="7552"/>
                    <a:pt x="7181" y="7552"/>
                  </a:cubicBezTo>
                  <a:cubicBezTo>
                    <a:pt x="6256" y="7552"/>
                    <a:pt x="5357" y="7988"/>
                    <a:pt x="4798" y="8782"/>
                  </a:cubicBezTo>
                  <a:cubicBezTo>
                    <a:pt x="3983" y="9957"/>
                    <a:pt x="4115" y="11531"/>
                    <a:pt x="5120" y="12536"/>
                  </a:cubicBezTo>
                  <a:cubicBezTo>
                    <a:pt x="5686" y="13101"/>
                    <a:pt x="6437" y="13390"/>
                    <a:pt x="7191" y="13390"/>
                  </a:cubicBezTo>
                  <a:cubicBezTo>
                    <a:pt x="7779" y="13390"/>
                    <a:pt x="8369" y="13215"/>
                    <a:pt x="8875" y="12858"/>
                  </a:cubicBezTo>
                  <a:cubicBezTo>
                    <a:pt x="10031" y="12043"/>
                    <a:pt x="10430" y="10488"/>
                    <a:pt x="9823" y="9218"/>
                  </a:cubicBezTo>
                  <a:lnTo>
                    <a:pt x="10543" y="8497"/>
                  </a:lnTo>
                  <a:lnTo>
                    <a:pt x="10543" y="8497"/>
                  </a:lnTo>
                  <a:cubicBezTo>
                    <a:pt x="12003" y="10981"/>
                    <a:pt x="10373" y="14129"/>
                    <a:pt x="7510" y="14375"/>
                  </a:cubicBezTo>
                  <a:cubicBezTo>
                    <a:pt x="7392" y="14385"/>
                    <a:pt x="7276" y="14390"/>
                    <a:pt x="7161" y="14390"/>
                  </a:cubicBezTo>
                  <a:cubicBezTo>
                    <a:pt x="4476" y="14390"/>
                    <a:pt x="2546" y="11686"/>
                    <a:pt x="3528" y="9104"/>
                  </a:cubicBezTo>
                  <a:lnTo>
                    <a:pt x="3528" y="9085"/>
                  </a:lnTo>
                  <a:cubicBezTo>
                    <a:pt x="3636" y="8833"/>
                    <a:pt x="3424" y="8641"/>
                    <a:pt x="3216" y="8641"/>
                  </a:cubicBezTo>
                  <a:cubicBezTo>
                    <a:pt x="3095" y="8641"/>
                    <a:pt x="2976" y="8705"/>
                    <a:pt x="2921" y="8857"/>
                  </a:cubicBezTo>
                  <a:cubicBezTo>
                    <a:pt x="2921" y="8857"/>
                    <a:pt x="2921" y="8876"/>
                    <a:pt x="2902" y="8895"/>
                  </a:cubicBezTo>
                  <a:cubicBezTo>
                    <a:pt x="1786" y="11902"/>
                    <a:pt x="4037" y="15028"/>
                    <a:pt x="7140" y="15028"/>
                  </a:cubicBezTo>
                  <a:cubicBezTo>
                    <a:pt x="7305" y="15028"/>
                    <a:pt x="7473" y="15019"/>
                    <a:pt x="7642" y="15001"/>
                  </a:cubicBezTo>
                  <a:cubicBezTo>
                    <a:pt x="11017" y="14660"/>
                    <a:pt x="12819" y="10886"/>
                    <a:pt x="10998" y="8023"/>
                  </a:cubicBezTo>
                  <a:lnTo>
                    <a:pt x="11719" y="7322"/>
                  </a:lnTo>
                  <a:lnTo>
                    <a:pt x="11719" y="7322"/>
                  </a:lnTo>
                  <a:cubicBezTo>
                    <a:pt x="14222" y="10905"/>
                    <a:pt x="11681" y="16006"/>
                    <a:pt x="7187" y="16006"/>
                  </a:cubicBezTo>
                  <a:cubicBezTo>
                    <a:pt x="4134" y="16006"/>
                    <a:pt x="1650" y="13522"/>
                    <a:pt x="1650" y="10469"/>
                  </a:cubicBezTo>
                  <a:cubicBezTo>
                    <a:pt x="1650" y="7416"/>
                    <a:pt x="4134" y="4951"/>
                    <a:pt x="7187" y="4951"/>
                  </a:cubicBezTo>
                  <a:close/>
                  <a:moveTo>
                    <a:pt x="14807" y="1"/>
                  </a:moveTo>
                  <a:cubicBezTo>
                    <a:pt x="14729" y="1"/>
                    <a:pt x="14649" y="31"/>
                    <a:pt x="14582" y="97"/>
                  </a:cubicBezTo>
                  <a:lnTo>
                    <a:pt x="12629" y="2069"/>
                  </a:lnTo>
                  <a:cubicBezTo>
                    <a:pt x="12572" y="2126"/>
                    <a:pt x="12534" y="2221"/>
                    <a:pt x="12534" y="2297"/>
                  </a:cubicBezTo>
                  <a:lnTo>
                    <a:pt x="12534" y="4288"/>
                  </a:lnTo>
                  <a:cubicBezTo>
                    <a:pt x="12482" y="4278"/>
                    <a:pt x="12429" y="4273"/>
                    <a:pt x="12377" y="4273"/>
                  </a:cubicBezTo>
                  <a:cubicBezTo>
                    <a:pt x="12129" y="4273"/>
                    <a:pt x="11891" y="4381"/>
                    <a:pt x="11719" y="4553"/>
                  </a:cubicBezTo>
                  <a:lnTo>
                    <a:pt x="10790" y="5482"/>
                  </a:lnTo>
                  <a:cubicBezTo>
                    <a:pt x="9681" y="4677"/>
                    <a:pt x="8422" y="4303"/>
                    <a:pt x="7184" y="4303"/>
                  </a:cubicBezTo>
                  <a:cubicBezTo>
                    <a:pt x="4634" y="4303"/>
                    <a:pt x="2171" y="5892"/>
                    <a:pt x="1290" y="8573"/>
                  </a:cubicBezTo>
                  <a:cubicBezTo>
                    <a:pt x="1" y="12555"/>
                    <a:pt x="2978" y="16651"/>
                    <a:pt x="7168" y="16651"/>
                  </a:cubicBezTo>
                  <a:lnTo>
                    <a:pt x="7187" y="16651"/>
                  </a:lnTo>
                  <a:cubicBezTo>
                    <a:pt x="12212" y="16651"/>
                    <a:pt x="15132" y="10943"/>
                    <a:pt x="12174" y="6848"/>
                  </a:cubicBezTo>
                  <a:lnTo>
                    <a:pt x="13103" y="5937"/>
                  </a:lnTo>
                  <a:cubicBezTo>
                    <a:pt x="13312" y="5729"/>
                    <a:pt x="13407" y="5407"/>
                    <a:pt x="13369" y="5122"/>
                  </a:cubicBezTo>
                  <a:lnTo>
                    <a:pt x="15341" y="5122"/>
                  </a:lnTo>
                  <a:cubicBezTo>
                    <a:pt x="15435" y="5122"/>
                    <a:pt x="15511" y="5084"/>
                    <a:pt x="15587" y="5008"/>
                  </a:cubicBezTo>
                  <a:lnTo>
                    <a:pt x="17559" y="3074"/>
                  </a:lnTo>
                  <a:cubicBezTo>
                    <a:pt x="17749" y="2866"/>
                    <a:pt x="17597" y="2505"/>
                    <a:pt x="17313" y="2505"/>
                  </a:cubicBezTo>
                  <a:lnTo>
                    <a:pt x="15587" y="2505"/>
                  </a:lnTo>
                  <a:lnTo>
                    <a:pt x="16346" y="1766"/>
                  </a:lnTo>
                  <a:cubicBezTo>
                    <a:pt x="16459" y="1633"/>
                    <a:pt x="16459" y="1425"/>
                    <a:pt x="16346" y="1311"/>
                  </a:cubicBezTo>
                  <a:cubicBezTo>
                    <a:pt x="16279" y="1244"/>
                    <a:pt x="16194" y="1211"/>
                    <a:pt x="16109" y="1211"/>
                  </a:cubicBezTo>
                  <a:cubicBezTo>
                    <a:pt x="16023" y="1211"/>
                    <a:pt x="15938" y="1244"/>
                    <a:pt x="15872" y="1311"/>
                  </a:cubicBezTo>
                  <a:lnTo>
                    <a:pt x="15132" y="2050"/>
                  </a:lnTo>
                  <a:lnTo>
                    <a:pt x="15132" y="344"/>
                  </a:lnTo>
                  <a:cubicBezTo>
                    <a:pt x="15132" y="137"/>
                    <a:pt x="14974" y="1"/>
                    <a:pt x="148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7" name="Google Shape;3097;p110"/>
          <p:cNvGrpSpPr/>
          <p:nvPr/>
        </p:nvGrpSpPr>
        <p:grpSpPr>
          <a:xfrm>
            <a:off x="4585559" y="1991501"/>
            <a:ext cx="298393" cy="365763"/>
            <a:chOff x="3578063" y="2293050"/>
            <a:chExt cx="283025" cy="345125"/>
          </a:xfrm>
        </p:grpSpPr>
        <p:sp>
          <p:nvSpPr>
            <p:cNvPr id="3098" name="Google Shape;3098;p110"/>
            <p:cNvSpPr/>
            <p:nvPr/>
          </p:nvSpPr>
          <p:spPr>
            <a:xfrm>
              <a:off x="3638288" y="2299700"/>
              <a:ext cx="162125" cy="237500"/>
            </a:xfrm>
            <a:custGeom>
              <a:avLst/>
              <a:gdLst/>
              <a:ahLst/>
              <a:cxnLst/>
              <a:rect l="l" t="t" r="r" b="b"/>
              <a:pathLst>
                <a:path w="6485" h="9500" extrusionOk="0">
                  <a:moveTo>
                    <a:pt x="0" y="0"/>
                  </a:moveTo>
                  <a:lnTo>
                    <a:pt x="0" y="2313"/>
                  </a:lnTo>
                  <a:cubicBezTo>
                    <a:pt x="0" y="3584"/>
                    <a:pt x="417" y="4816"/>
                    <a:pt x="1176" y="5821"/>
                  </a:cubicBezTo>
                  <a:cubicBezTo>
                    <a:pt x="1441" y="6162"/>
                    <a:pt x="1745" y="6485"/>
                    <a:pt x="2067" y="6769"/>
                  </a:cubicBezTo>
                  <a:cubicBezTo>
                    <a:pt x="2313" y="6978"/>
                    <a:pt x="2446" y="7281"/>
                    <a:pt x="2427" y="7604"/>
                  </a:cubicBezTo>
                  <a:lnTo>
                    <a:pt x="2427" y="9500"/>
                  </a:lnTo>
                  <a:lnTo>
                    <a:pt x="4058" y="9500"/>
                  </a:lnTo>
                  <a:lnTo>
                    <a:pt x="4058" y="7604"/>
                  </a:lnTo>
                  <a:cubicBezTo>
                    <a:pt x="4039" y="7281"/>
                    <a:pt x="4172" y="6978"/>
                    <a:pt x="4418" y="6769"/>
                  </a:cubicBezTo>
                  <a:cubicBezTo>
                    <a:pt x="5726" y="5651"/>
                    <a:pt x="6485" y="4020"/>
                    <a:pt x="6485" y="2313"/>
                  </a:cubicBezTo>
                  <a:lnTo>
                    <a:pt x="64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110"/>
            <p:cNvSpPr/>
            <p:nvPr/>
          </p:nvSpPr>
          <p:spPr>
            <a:xfrm>
              <a:off x="3638288" y="2536700"/>
              <a:ext cx="162125" cy="94375"/>
            </a:xfrm>
            <a:custGeom>
              <a:avLst/>
              <a:gdLst/>
              <a:ahLst/>
              <a:cxnLst/>
              <a:rect l="l" t="t" r="r" b="b"/>
              <a:pathLst>
                <a:path w="6485" h="3775" extrusionOk="0">
                  <a:moveTo>
                    <a:pt x="1631" y="1"/>
                  </a:moveTo>
                  <a:cubicBezTo>
                    <a:pt x="1327" y="1"/>
                    <a:pt x="1081" y="247"/>
                    <a:pt x="1081" y="551"/>
                  </a:cubicBezTo>
                  <a:lnTo>
                    <a:pt x="1081" y="2712"/>
                  </a:lnTo>
                  <a:lnTo>
                    <a:pt x="550" y="2712"/>
                  </a:lnTo>
                  <a:cubicBezTo>
                    <a:pt x="539" y="2712"/>
                    <a:pt x="528" y="2711"/>
                    <a:pt x="517" y="2711"/>
                  </a:cubicBezTo>
                  <a:cubicBezTo>
                    <a:pt x="229" y="2711"/>
                    <a:pt x="0" y="2951"/>
                    <a:pt x="0" y="3243"/>
                  </a:cubicBezTo>
                  <a:lnTo>
                    <a:pt x="0" y="3774"/>
                  </a:lnTo>
                  <a:lnTo>
                    <a:pt x="6485" y="3774"/>
                  </a:lnTo>
                  <a:lnTo>
                    <a:pt x="6485" y="3243"/>
                  </a:lnTo>
                  <a:cubicBezTo>
                    <a:pt x="6485" y="2951"/>
                    <a:pt x="6256" y="2711"/>
                    <a:pt x="5968" y="2711"/>
                  </a:cubicBezTo>
                  <a:cubicBezTo>
                    <a:pt x="5957" y="2711"/>
                    <a:pt x="5946" y="2712"/>
                    <a:pt x="5935" y="2712"/>
                  </a:cubicBezTo>
                  <a:lnTo>
                    <a:pt x="5404" y="2712"/>
                  </a:lnTo>
                  <a:lnTo>
                    <a:pt x="5404" y="551"/>
                  </a:lnTo>
                  <a:cubicBezTo>
                    <a:pt x="5404" y="247"/>
                    <a:pt x="5158" y="1"/>
                    <a:pt x="48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110"/>
            <p:cNvSpPr/>
            <p:nvPr/>
          </p:nvSpPr>
          <p:spPr>
            <a:xfrm>
              <a:off x="3685213" y="2333350"/>
              <a:ext cx="67325" cy="64025"/>
            </a:xfrm>
            <a:custGeom>
              <a:avLst/>
              <a:gdLst/>
              <a:ahLst/>
              <a:cxnLst/>
              <a:rect l="l" t="t" r="r" b="b"/>
              <a:pathLst>
                <a:path w="2693" h="2561" extrusionOk="0">
                  <a:moveTo>
                    <a:pt x="1347" y="0"/>
                  </a:moveTo>
                  <a:lnTo>
                    <a:pt x="929" y="835"/>
                  </a:lnTo>
                  <a:lnTo>
                    <a:pt x="0" y="967"/>
                  </a:lnTo>
                  <a:lnTo>
                    <a:pt x="683" y="1631"/>
                  </a:lnTo>
                  <a:lnTo>
                    <a:pt x="512" y="2560"/>
                  </a:lnTo>
                  <a:lnTo>
                    <a:pt x="512" y="2560"/>
                  </a:lnTo>
                  <a:lnTo>
                    <a:pt x="1347" y="2124"/>
                  </a:lnTo>
                  <a:lnTo>
                    <a:pt x="2181" y="2560"/>
                  </a:lnTo>
                  <a:lnTo>
                    <a:pt x="2029" y="1631"/>
                  </a:lnTo>
                  <a:lnTo>
                    <a:pt x="2693" y="967"/>
                  </a:lnTo>
                  <a:lnTo>
                    <a:pt x="1764" y="835"/>
                  </a:lnTo>
                  <a:lnTo>
                    <a:pt x="13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110"/>
            <p:cNvSpPr/>
            <p:nvPr/>
          </p:nvSpPr>
          <p:spPr>
            <a:xfrm>
              <a:off x="3685688" y="2556950"/>
              <a:ext cx="15650" cy="13450"/>
            </a:xfrm>
            <a:custGeom>
              <a:avLst/>
              <a:gdLst/>
              <a:ahLst/>
              <a:cxnLst/>
              <a:rect l="l" t="t" r="r" b="b"/>
              <a:pathLst>
                <a:path w="626" h="538" extrusionOk="0">
                  <a:moveTo>
                    <a:pt x="264" y="0"/>
                  </a:moveTo>
                  <a:cubicBezTo>
                    <a:pt x="128" y="0"/>
                    <a:pt x="0" y="106"/>
                    <a:pt x="0" y="272"/>
                  </a:cubicBezTo>
                  <a:cubicBezTo>
                    <a:pt x="0" y="423"/>
                    <a:pt x="114" y="537"/>
                    <a:pt x="266" y="537"/>
                  </a:cubicBezTo>
                  <a:cubicBezTo>
                    <a:pt x="512" y="537"/>
                    <a:pt x="626" y="253"/>
                    <a:pt x="455" y="82"/>
                  </a:cubicBezTo>
                  <a:cubicBezTo>
                    <a:pt x="399" y="26"/>
                    <a:pt x="331" y="0"/>
                    <a:pt x="2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110"/>
            <p:cNvSpPr/>
            <p:nvPr/>
          </p:nvSpPr>
          <p:spPr>
            <a:xfrm>
              <a:off x="3578063" y="2293050"/>
              <a:ext cx="283025" cy="345125"/>
            </a:xfrm>
            <a:custGeom>
              <a:avLst/>
              <a:gdLst/>
              <a:ahLst/>
              <a:cxnLst/>
              <a:rect l="l" t="t" r="r" b="b"/>
              <a:pathLst>
                <a:path w="11321" h="13805" extrusionOk="0">
                  <a:moveTo>
                    <a:pt x="2163" y="1081"/>
                  </a:moveTo>
                  <a:lnTo>
                    <a:pt x="2163" y="2579"/>
                  </a:lnTo>
                  <a:cubicBezTo>
                    <a:pt x="2144" y="3641"/>
                    <a:pt x="2428" y="4665"/>
                    <a:pt x="2940" y="5594"/>
                  </a:cubicBezTo>
                  <a:cubicBezTo>
                    <a:pt x="1480" y="4950"/>
                    <a:pt x="532" y="3489"/>
                    <a:pt x="532" y="1897"/>
                  </a:cubicBezTo>
                  <a:lnTo>
                    <a:pt x="532" y="1347"/>
                  </a:lnTo>
                  <a:cubicBezTo>
                    <a:pt x="532" y="1195"/>
                    <a:pt x="665" y="1081"/>
                    <a:pt x="797" y="1081"/>
                  </a:cubicBezTo>
                  <a:close/>
                  <a:moveTo>
                    <a:pt x="10506" y="1081"/>
                  </a:moveTo>
                  <a:cubicBezTo>
                    <a:pt x="10657" y="1081"/>
                    <a:pt x="10790" y="1195"/>
                    <a:pt x="10790" y="1347"/>
                  </a:cubicBezTo>
                  <a:lnTo>
                    <a:pt x="10790" y="1897"/>
                  </a:lnTo>
                  <a:cubicBezTo>
                    <a:pt x="10790" y="3489"/>
                    <a:pt x="9842" y="4950"/>
                    <a:pt x="8382" y="5594"/>
                  </a:cubicBezTo>
                  <a:cubicBezTo>
                    <a:pt x="8894" y="4665"/>
                    <a:pt x="9178" y="3641"/>
                    <a:pt x="9159" y="2579"/>
                  </a:cubicBezTo>
                  <a:lnTo>
                    <a:pt x="9159" y="1081"/>
                  </a:lnTo>
                  <a:close/>
                  <a:moveTo>
                    <a:pt x="8609" y="550"/>
                  </a:moveTo>
                  <a:lnTo>
                    <a:pt x="8609" y="2579"/>
                  </a:lnTo>
                  <a:cubicBezTo>
                    <a:pt x="8628" y="4229"/>
                    <a:pt x="7908" y="5784"/>
                    <a:pt x="6656" y="6846"/>
                  </a:cubicBezTo>
                  <a:cubicBezTo>
                    <a:pt x="6353" y="7092"/>
                    <a:pt x="6182" y="7471"/>
                    <a:pt x="6182" y="7870"/>
                  </a:cubicBezTo>
                  <a:lnTo>
                    <a:pt x="6182" y="9481"/>
                  </a:lnTo>
                  <a:lnTo>
                    <a:pt x="5121" y="9481"/>
                  </a:lnTo>
                  <a:lnTo>
                    <a:pt x="5121" y="7851"/>
                  </a:lnTo>
                  <a:cubicBezTo>
                    <a:pt x="5121" y="7452"/>
                    <a:pt x="4950" y="7073"/>
                    <a:pt x="4647" y="6827"/>
                  </a:cubicBezTo>
                  <a:cubicBezTo>
                    <a:pt x="4343" y="6542"/>
                    <a:pt x="4040" y="6239"/>
                    <a:pt x="3793" y="5917"/>
                  </a:cubicBezTo>
                  <a:cubicBezTo>
                    <a:pt x="3073" y="4950"/>
                    <a:pt x="2675" y="3774"/>
                    <a:pt x="2693" y="2560"/>
                  </a:cubicBezTo>
                  <a:lnTo>
                    <a:pt x="2693" y="550"/>
                  </a:lnTo>
                  <a:close/>
                  <a:moveTo>
                    <a:pt x="7263" y="10031"/>
                  </a:moveTo>
                  <a:cubicBezTo>
                    <a:pt x="7415" y="10031"/>
                    <a:pt x="7548" y="10145"/>
                    <a:pt x="7548" y="10297"/>
                  </a:cubicBezTo>
                  <a:lnTo>
                    <a:pt x="7548" y="12193"/>
                  </a:lnTo>
                  <a:lnTo>
                    <a:pt x="3774" y="12193"/>
                  </a:lnTo>
                  <a:lnTo>
                    <a:pt x="3774" y="10297"/>
                  </a:lnTo>
                  <a:cubicBezTo>
                    <a:pt x="3774" y="10145"/>
                    <a:pt x="3888" y="10031"/>
                    <a:pt x="4040" y="10031"/>
                  </a:cubicBezTo>
                  <a:close/>
                  <a:moveTo>
                    <a:pt x="8344" y="12724"/>
                  </a:moveTo>
                  <a:cubicBezTo>
                    <a:pt x="8496" y="12724"/>
                    <a:pt x="8609" y="12856"/>
                    <a:pt x="8609" y="12989"/>
                  </a:cubicBezTo>
                  <a:lnTo>
                    <a:pt x="8609" y="13274"/>
                  </a:lnTo>
                  <a:lnTo>
                    <a:pt x="2693" y="13274"/>
                  </a:lnTo>
                  <a:lnTo>
                    <a:pt x="2693" y="12989"/>
                  </a:lnTo>
                  <a:cubicBezTo>
                    <a:pt x="2693" y="12837"/>
                    <a:pt x="2807" y="12724"/>
                    <a:pt x="2959" y="12724"/>
                  </a:cubicBezTo>
                  <a:close/>
                  <a:moveTo>
                    <a:pt x="2409" y="1"/>
                  </a:moveTo>
                  <a:cubicBezTo>
                    <a:pt x="2276" y="1"/>
                    <a:pt x="2144" y="114"/>
                    <a:pt x="2144" y="266"/>
                  </a:cubicBezTo>
                  <a:lnTo>
                    <a:pt x="2144" y="550"/>
                  </a:lnTo>
                  <a:lnTo>
                    <a:pt x="797" y="550"/>
                  </a:lnTo>
                  <a:cubicBezTo>
                    <a:pt x="787" y="550"/>
                    <a:pt x="776" y="550"/>
                    <a:pt x="766" y="550"/>
                  </a:cubicBezTo>
                  <a:cubicBezTo>
                    <a:pt x="344" y="550"/>
                    <a:pt x="1" y="921"/>
                    <a:pt x="1" y="1347"/>
                  </a:cubicBezTo>
                  <a:lnTo>
                    <a:pt x="1" y="1897"/>
                  </a:lnTo>
                  <a:cubicBezTo>
                    <a:pt x="1" y="3982"/>
                    <a:pt x="1404" y="5803"/>
                    <a:pt x="3433" y="6334"/>
                  </a:cubicBezTo>
                  <a:cubicBezTo>
                    <a:pt x="3679" y="6656"/>
                    <a:pt x="3983" y="6978"/>
                    <a:pt x="4305" y="7244"/>
                  </a:cubicBezTo>
                  <a:cubicBezTo>
                    <a:pt x="4476" y="7414"/>
                    <a:pt x="4590" y="7642"/>
                    <a:pt x="4571" y="7870"/>
                  </a:cubicBezTo>
                  <a:lnTo>
                    <a:pt x="4571" y="9481"/>
                  </a:lnTo>
                  <a:lnTo>
                    <a:pt x="4040" y="9481"/>
                  </a:lnTo>
                  <a:cubicBezTo>
                    <a:pt x="3585" y="9481"/>
                    <a:pt x="3224" y="9842"/>
                    <a:pt x="3224" y="10278"/>
                  </a:cubicBezTo>
                  <a:lnTo>
                    <a:pt x="3224" y="12174"/>
                  </a:lnTo>
                  <a:lnTo>
                    <a:pt x="2959" y="12174"/>
                  </a:lnTo>
                  <a:cubicBezTo>
                    <a:pt x="2504" y="12174"/>
                    <a:pt x="2144" y="12534"/>
                    <a:pt x="2144" y="12989"/>
                  </a:cubicBezTo>
                  <a:lnTo>
                    <a:pt x="2144" y="13520"/>
                  </a:lnTo>
                  <a:cubicBezTo>
                    <a:pt x="2144" y="13672"/>
                    <a:pt x="2276" y="13805"/>
                    <a:pt x="2409" y="13805"/>
                  </a:cubicBezTo>
                  <a:lnTo>
                    <a:pt x="8894" y="13805"/>
                  </a:lnTo>
                  <a:cubicBezTo>
                    <a:pt x="9046" y="13805"/>
                    <a:pt x="9159" y="13672"/>
                    <a:pt x="9159" y="13520"/>
                  </a:cubicBezTo>
                  <a:lnTo>
                    <a:pt x="9159" y="12989"/>
                  </a:lnTo>
                  <a:cubicBezTo>
                    <a:pt x="9159" y="12534"/>
                    <a:pt x="8799" y="12174"/>
                    <a:pt x="8344" y="12174"/>
                  </a:cubicBezTo>
                  <a:lnTo>
                    <a:pt x="8079" y="12174"/>
                  </a:lnTo>
                  <a:lnTo>
                    <a:pt x="8079" y="10278"/>
                  </a:lnTo>
                  <a:cubicBezTo>
                    <a:pt x="8079" y="9842"/>
                    <a:pt x="7718" y="9481"/>
                    <a:pt x="7263" y="9481"/>
                  </a:cubicBezTo>
                  <a:lnTo>
                    <a:pt x="6732" y="9481"/>
                  </a:lnTo>
                  <a:lnTo>
                    <a:pt x="6732" y="7851"/>
                  </a:lnTo>
                  <a:cubicBezTo>
                    <a:pt x="6732" y="7623"/>
                    <a:pt x="6827" y="7396"/>
                    <a:pt x="6998" y="7225"/>
                  </a:cubicBezTo>
                  <a:cubicBezTo>
                    <a:pt x="7320" y="6959"/>
                    <a:pt x="7623" y="6637"/>
                    <a:pt x="7889" y="6315"/>
                  </a:cubicBezTo>
                  <a:cubicBezTo>
                    <a:pt x="9899" y="5784"/>
                    <a:pt x="11302" y="3964"/>
                    <a:pt x="11321" y="1897"/>
                  </a:cubicBezTo>
                  <a:lnTo>
                    <a:pt x="11321" y="1347"/>
                  </a:lnTo>
                  <a:cubicBezTo>
                    <a:pt x="11321" y="921"/>
                    <a:pt x="10978" y="550"/>
                    <a:pt x="10538" y="550"/>
                  </a:cubicBezTo>
                  <a:cubicBezTo>
                    <a:pt x="10527" y="550"/>
                    <a:pt x="10517" y="550"/>
                    <a:pt x="10506" y="550"/>
                  </a:cubicBezTo>
                  <a:lnTo>
                    <a:pt x="9159" y="550"/>
                  </a:lnTo>
                  <a:lnTo>
                    <a:pt x="9159" y="266"/>
                  </a:lnTo>
                  <a:cubicBezTo>
                    <a:pt x="9159" y="114"/>
                    <a:pt x="9046" y="1"/>
                    <a:pt x="88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110"/>
            <p:cNvSpPr/>
            <p:nvPr/>
          </p:nvSpPr>
          <p:spPr>
            <a:xfrm>
              <a:off x="3710138" y="2557050"/>
              <a:ext cx="44775" cy="13375"/>
            </a:xfrm>
            <a:custGeom>
              <a:avLst/>
              <a:gdLst/>
              <a:ahLst/>
              <a:cxnLst/>
              <a:rect l="l" t="t" r="r" b="b"/>
              <a:pathLst>
                <a:path w="1791" h="535" extrusionOk="0">
                  <a:moveTo>
                    <a:pt x="352" y="0"/>
                  </a:moveTo>
                  <a:cubicBezTo>
                    <a:pt x="1" y="0"/>
                    <a:pt x="1" y="535"/>
                    <a:pt x="352" y="535"/>
                  </a:cubicBezTo>
                  <a:cubicBezTo>
                    <a:pt x="364" y="535"/>
                    <a:pt x="375" y="534"/>
                    <a:pt x="387" y="533"/>
                  </a:cubicBezTo>
                  <a:lnTo>
                    <a:pt x="1449" y="533"/>
                  </a:lnTo>
                  <a:cubicBezTo>
                    <a:pt x="1791" y="514"/>
                    <a:pt x="1791" y="40"/>
                    <a:pt x="1449" y="2"/>
                  </a:cubicBezTo>
                  <a:lnTo>
                    <a:pt x="387" y="2"/>
                  </a:lnTo>
                  <a:cubicBezTo>
                    <a:pt x="375" y="1"/>
                    <a:pt x="364" y="0"/>
                    <a:pt x="3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110"/>
            <p:cNvSpPr/>
            <p:nvPr/>
          </p:nvSpPr>
          <p:spPr>
            <a:xfrm>
              <a:off x="3678563" y="2326700"/>
              <a:ext cx="83000" cy="77200"/>
            </a:xfrm>
            <a:custGeom>
              <a:avLst/>
              <a:gdLst/>
              <a:ahLst/>
              <a:cxnLst/>
              <a:rect l="l" t="t" r="r" b="b"/>
              <a:pathLst>
                <a:path w="3320" h="3088" extrusionOk="0">
                  <a:moveTo>
                    <a:pt x="1613" y="873"/>
                  </a:moveTo>
                  <a:lnTo>
                    <a:pt x="1783" y="1233"/>
                  </a:lnTo>
                  <a:cubicBezTo>
                    <a:pt x="1821" y="1309"/>
                    <a:pt x="1897" y="1366"/>
                    <a:pt x="1992" y="1366"/>
                  </a:cubicBezTo>
                  <a:lnTo>
                    <a:pt x="2371" y="1423"/>
                  </a:lnTo>
                  <a:lnTo>
                    <a:pt x="2106" y="1707"/>
                  </a:lnTo>
                  <a:cubicBezTo>
                    <a:pt x="2030" y="1764"/>
                    <a:pt x="2011" y="1859"/>
                    <a:pt x="2030" y="1935"/>
                  </a:cubicBezTo>
                  <a:lnTo>
                    <a:pt x="2087" y="2333"/>
                  </a:lnTo>
                  <a:lnTo>
                    <a:pt x="1745" y="2143"/>
                  </a:lnTo>
                  <a:cubicBezTo>
                    <a:pt x="1707" y="2125"/>
                    <a:pt x="1665" y="2115"/>
                    <a:pt x="1622" y="2115"/>
                  </a:cubicBezTo>
                  <a:cubicBezTo>
                    <a:pt x="1579" y="2115"/>
                    <a:pt x="1537" y="2125"/>
                    <a:pt x="1499" y="2143"/>
                  </a:cubicBezTo>
                  <a:lnTo>
                    <a:pt x="1138" y="2333"/>
                  </a:lnTo>
                  <a:lnTo>
                    <a:pt x="1214" y="1935"/>
                  </a:lnTo>
                  <a:cubicBezTo>
                    <a:pt x="1214" y="1859"/>
                    <a:pt x="1195" y="1764"/>
                    <a:pt x="1138" y="1707"/>
                  </a:cubicBezTo>
                  <a:lnTo>
                    <a:pt x="854" y="1423"/>
                  </a:lnTo>
                  <a:lnTo>
                    <a:pt x="1233" y="1366"/>
                  </a:lnTo>
                  <a:cubicBezTo>
                    <a:pt x="1328" y="1366"/>
                    <a:pt x="1404" y="1309"/>
                    <a:pt x="1442" y="1233"/>
                  </a:cubicBezTo>
                  <a:lnTo>
                    <a:pt x="1613" y="873"/>
                  </a:lnTo>
                  <a:close/>
                  <a:moveTo>
                    <a:pt x="1631" y="1"/>
                  </a:moveTo>
                  <a:cubicBezTo>
                    <a:pt x="1537" y="1"/>
                    <a:pt x="1442" y="58"/>
                    <a:pt x="1385" y="153"/>
                  </a:cubicBezTo>
                  <a:lnTo>
                    <a:pt x="1044" y="854"/>
                  </a:lnTo>
                  <a:lnTo>
                    <a:pt x="247" y="968"/>
                  </a:lnTo>
                  <a:cubicBezTo>
                    <a:pt x="152" y="987"/>
                    <a:pt x="58" y="1063"/>
                    <a:pt x="39" y="1157"/>
                  </a:cubicBezTo>
                  <a:cubicBezTo>
                    <a:pt x="1" y="1252"/>
                    <a:pt x="39" y="1366"/>
                    <a:pt x="96" y="1442"/>
                  </a:cubicBezTo>
                  <a:lnTo>
                    <a:pt x="645" y="1992"/>
                  </a:lnTo>
                  <a:lnTo>
                    <a:pt x="513" y="2769"/>
                  </a:lnTo>
                  <a:cubicBezTo>
                    <a:pt x="494" y="2864"/>
                    <a:pt x="551" y="2978"/>
                    <a:pt x="627" y="3035"/>
                  </a:cubicBezTo>
                  <a:cubicBezTo>
                    <a:pt x="671" y="3068"/>
                    <a:pt x="727" y="3088"/>
                    <a:pt x="786" y="3088"/>
                  </a:cubicBezTo>
                  <a:cubicBezTo>
                    <a:pt x="828" y="3088"/>
                    <a:pt x="871" y="3077"/>
                    <a:pt x="911" y="3054"/>
                  </a:cubicBezTo>
                  <a:lnTo>
                    <a:pt x="1613" y="2693"/>
                  </a:lnTo>
                  <a:lnTo>
                    <a:pt x="2333" y="3054"/>
                  </a:lnTo>
                  <a:cubicBezTo>
                    <a:pt x="2373" y="3077"/>
                    <a:pt x="2412" y="3088"/>
                    <a:pt x="2452" y="3088"/>
                  </a:cubicBezTo>
                  <a:cubicBezTo>
                    <a:pt x="2507" y="3088"/>
                    <a:pt x="2562" y="3068"/>
                    <a:pt x="2617" y="3035"/>
                  </a:cubicBezTo>
                  <a:cubicBezTo>
                    <a:pt x="2693" y="2978"/>
                    <a:pt x="2731" y="2864"/>
                    <a:pt x="2712" y="2769"/>
                  </a:cubicBezTo>
                  <a:lnTo>
                    <a:pt x="2580" y="1992"/>
                  </a:lnTo>
                  <a:lnTo>
                    <a:pt x="3167" y="1442"/>
                  </a:lnTo>
                  <a:cubicBezTo>
                    <a:pt x="3319" y="1271"/>
                    <a:pt x="3224" y="1006"/>
                    <a:pt x="3016" y="968"/>
                  </a:cubicBezTo>
                  <a:lnTo>
                    <a:pt x="2219" y="854"/>
                  </a:lnTo>
                  <a:lnTo>
                    <a:pt x="1859" y="153"/>
                  </a:lnTo>
                  <a:cubicBezTo>
                    <a:pt x="1821" y="58"/>
                    <a:pt x="1726" y="1"/>
                    <a:pt x="16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5" name="Google Shape;3105;p110"/>
          <p:cNvGrpSpPr/>
          <p:nvPr/>
        </p:nvGrpSpPr>
        <p:grpSpPr>
          <a:xfrm>
            <a:off x="5265631" y="1991512"/>
            <a:ext cx="365741" cy="365742"/>
            <a:chOff x="4910113" y="2257300"/>
            <a:chExt cx="388425" cy="381100"/>
          </a:xfrm>
        </p:grpSpPr>
        <p:sp>
          <p:nvSpPr>
            <p:cNvPr id="3106" name="Google Shape;3106;p110"/>
            <p:cNvSpPr/>
            <p:nvPr/>
          </p:nvSpPr>
          <p:spPr>
            <a:xfrm>
              <a:off x="5121538" y="2467975"/>
              <a:ext cx="177000" cy="162125"/>
            </a:xfrm>
            <a:custGeom>
              <a:avLst/>
              <a:gdLst/>
              <a:ahLst/>
              <a:cxnLst/>
              <a:rect l="l" t="t" r="r" b="b"/>
              <a:pathLst>
                <a:path w="7080" h="6485" extrusionOk="0">
                  <a:moveTo>
                    <a:pt x="1745" y="0"/>
                  </a:moveTo>
                  <a:lnTo>
                    <a:pt x="1" y="1745"/>
                  </a:lnTo>
                  <a:lnTo>
                    <a:pt x="3964" y="6068"/>
                  </a:lnTo>
                  <a:cubicBezTo>
                    <a:pt x="4282" y="6361"/>
                    <a:pt x="4632" y="6484"/>
                    <a:pt x="4967" y="6484"/>
                  </a:cubicBezTo>
                  <a:cubicBezTo>
                    <a:pt x="6108" y="6484"/>
                    <a:pt x="7080" y="5048"/>
                    <a:pt x="6068" y="3963"/>
                  </a:cubicBezTo>
                  <a:lnTo>
                    <a:pt x="17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110"/>
            <p:cNvSpPr/>
            <p:nvPr/>
          </p:nvSpPr>
          <p:spPr>
            <a:xfrm>
              <a:off x="5101163" y="2447575"/>
              <a:ext cx="64025" cy="64025"/>
            </a:xfrm>
            <a:custGeom>
              <a:avLst/>
              <a:gdLst/>
              <a:ahLst/>
              <a:cxnLst/>
              <a:rect l="l" t="t" r="r" b="b"/>
              <a:pathLst>
                <a:path w="2561" h="2561" extrusionOk="0">
                  <a:moveTo>
                    <a:pt x="1688" y="1"/>
                  </a:moveTo>
                  <a:lnTo>
                    <a:pt x="0" y="1689"/>
                  </a:lnTo>
                  <a:lnTo>
                    <a:pt x="816" y="2561"/>
                  </a:lnTo>
                  <a:lnTo>
                    <a:pt x="2560" y="816"/>
                  </a:lnTo>
                  <a:lnTo>
                    <a:pt x="168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110"/>
            <p:cNvSpPr/>
            <p:nvPr/>
          </p:nvSpPr>
          <p:spPr>
            <a:xfrm>
              <a:off x="4918188" y="2264600"/>
              <a:ext cx="365975" cy="366225"/>
            </a:xfrm>
            <a:custGeom>
              <a:avLst/>
              <a:gdLst/>
              <a:ahLst/>
              <a:cxnLst/>
              <a:rect l="l" t="t" r="r" b="b"/>
              <a:pathLst>
                <a:path w="14639" h="14649" extrusionOk="0">
                  <a:moveTo>
                    <a:pt x="853" y="1"/>
                  </a:moveTo>
                  <a:lnTo>
                    <a:pt x="19" y="854"/>
                  </a:lnTo>
                  <a:lnTo>
                    <a:pt x="1271" y="2959"/>
                  </a:lnTo>
                  <a:lnTo>
                    <a:pt x="2124" y="2959"/>
                  </a:lnTo>
                  <a:lnTo>
                    <a:pt x="6068" y="6903"/>
                  </a:lnTo>
                  <a:lnTo>
                    <a:pt x="3546" y="9425"/>
                  </a:lnTo>
                  <a:cubicBezTo>
                    <a:pt x="3256" y="9327"/>
                    <a:pt x="2965" y="9281"/>
                    <a:pt x="2681" y="9281"/>
                  </a:cubicBezTo>
                  <a:cubicBezTo>
                    <a:pt x="1258" y="9281"/>
                    <a:pt x="19" y="10432"/>
                    <a:pt x="19" y="11966"/>
                  </a:cubicBezTo>
                  <a:cubicBezTo>
                    <a:pt x="0" y="12250"/>
                    <a:pt x="57" y="12534"/>
                    <a:pt x="152" y="12819"/>
                  </a:cubicBezTo>
                  <a:lnTo>
                    <a:pt x="1479" y="11492"/>
                  </a:lnTo>
                  <a:lnTo>
                    <a:pt x="2313" y="11492"/>
                  </a:lnTo>
                  <a:lnTo>
                    <a:pt x="3148" y="12345"/>
                  </a:lnTo>
                  <a:lnTo>
                    <a:pt x="3148" y="13179"/>
                  </a:lnTo>
                  <a:lnTo>
                    <a:pt x="1839" y="14506"/>
                  </a:lnTo>
                  <a:cubicBezTo>
                    <a:pt x="2129" y="14604"/>
                    <a:pt x="2417" y="14649"/>
                    <a:pt x="2696" y="14649"/>
                  </a:cubicBezTo>
                  <a:cubicBezTo>
                    <a:pt x="4431" y="14649"/>
                    <a:pt x="5838" y="12909"/>
                    <a:pt x="5234" y="11112"/>
                  </a:cubicBezTo>
                  <a:lnTo>
                    <a:pt x="11112" y="5215"/>
                  </a:lnTo>
                  <a:cubicBezTo>
                    <a:pt x="11399" y="5313"/>
                    <a:pt x="11688" y="5359"/>
                    <a:pt x="11970" y="5359"/>
                  </a:cubicBezTo>
                  <a:cubicBezTo>
                    <a:pt x="13387" y="5359"/>
                    <a:pt x="14638" y="4208"/>
                    <a:pt x="14638" y="2674"/>
                  </a:cubicBezTo>
                  <a:cubicBezTo>
                    <a:pt x="14638" y="2390"/>
                    <a:pt x="14601" y="2106"/>
                    <a:pt x="14506" y="1821"/>
                  </a:cubicBezTo>
                  <a:lnTo>
                    <a:pt x="13178" y="3167"/>
                  </a:lnTo>
                  <a:lnTo>
                    <a:pt x="12344" y="3167"/>
                  </a:lnTo>
                  <a:lnTo>
                    <a:pt x="11529" y="2314"/>
                  </a:lnTo>
                  <a:lnTo>
                    <a:pt x="11529" y="1461"/>
                  </a:lnTo>
                  <a:lnTo>
                    <a:pt x="12818" y="153"/>
                  </a:lnTo>
                  <a:cubicBezTo>
                    <a:pt x="12520" y="51"/>
                    <a:pt x="12224" y="3"/>
                    <a:pt x="11938" y="3"/>
                  </a:cubicBezTo>
                  <a:cubicBezTo>
                    <a:pt x="10203" y="3"/>
                    <a:pt x="8822" y="1740"/>
                    <a:pt x="9424" y="3547"/>
                  </a:cubicBezTo>
                  <a:lnTo>
                    <a:pt x="6902" y="6069"/>
                  </a:lnTo>
                  <a:lnTo>
                    <a:pt x="2958" y="2106"/>
                  </a:lnTo>
                  <a:lnTo>
                    <a:pt x="2958" y="1271"/>
                  </a:lnTo>
                  <a:lnTo>
                    <a:pt x="85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110"/>
            <p:cNvSpPr/>
            <p:nvPr/>
          </p:nvSpPr>
          <p:spPr>
            <a:xfrm>
              <a:off x="5158988" y="23727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50"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110"/>
            <p:cNvSpPr/>
            <p:nvPr/>
          </p:nvSpPr>
          <p:spPr>
            <a:xfrm>
              <a:off x="5023888" y="25078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69"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110"/>
            <p:cNvSpPr/>
            <p:nvPr/>
          </p:nvSpPr>
          <p:spPr>
            <a:xfrm>
              <a:off x="4910113" y="2257300"/>
              <a:ext cx="385900" cy="381100"/>
            </a:xfrm>
            <a:custGeom>
              <a:avLst/>
              <a:gdLst/>
              <a:ahLst/>
              <a:cxnLst/>
              <a:rect l="l" t="t" r="r" b="b"/>
              <a:pathLst>
                <a:path w="15436" h="15244" extrusionOk="0">
                  <a:moveTo>
                    <a:pt x="1214" y="672"/>
                  </a:moveTo>
                  <a:lnTo>
                    <a:pt x="2978" y="1734"/>
                  </a:lnTo>
                  <a:lnTo>
                    <a:pt x="2978" y="2398"/>
                  </a:lnTo>
                  <a:cubicBezTo>
                    <a:pt x="2978" y="2473"/>
                    <a:pt x="3016" y="2549"/>
                    <a:pt x="3073" y="2606"/>
                  </a:cubicBezTo>
                  <a:lnTo>
                    <a:pt x="6808" y="6361"/>
                  </a:lnTo>
                  <a:lnTo>
                    <a:pt x="6372" y="6778"/>
                  </a:lnTo>
                  <a:lnTo>
                    <a:pt x="2655" y="3023"/>
                  </a:lnTo>
                  <a:cubicBezTo>
                    <a:pt x="2580" y="2985"/>
                    <a:pt x="2523" y="2947"/>
                    <a:pt x="2428" y="2947"/>
                  </a:cubicBezTo>
                  <a:lnTo>
                    <a:pt x="1764" y="2947"/>
                  </a:lnTo>
                  <a:lnTo>
                    <a:pt x="702" y="1184"/>
                  </a:lnTo>
                  <a:lnTo>
                    <a:pt x="1214" y="672"/>
                  </a:lnTo>
                  <a:close/>
                  <a:moveTo>
                    <a:pt x="9330" y="8029"/>
                  </a:moveTo>
                  <a:lnTo>
                    <a:pt x="9766" y="8427"/>
                  </a:lnTo>
                  <a:lnTo>
                    <a:pt x="8458" y="9736"/>
                  </a:lnTo>
                  <a:lnTo>
                    <a:pt x="8059" y="9300"/>
                  </a:lnTo>
                  <a:lnTo>
                    <a:pt x="9330" y="8029"/>
                  </a:lnTo>
                  <a:close/>
                  <a:moveTo>
                    <a:pt x="12288" y="577"/>
                  </a:moveTo>
                  <a:cubicBezTo>
                    <a:pt x="12383" y="577"/>
                    <a:pt x="12459" y="596"/>
                    <a:pt x="12553" y="596"/>
                  </a:cubicBezTo>
                  <a:lnTo>
                    <a:pt x="11624" y="1544"/>
                  </a:lnTo>
                  <a:cubicBezTo>
                    <a:pt x="11567" y="1601"/>
                    <a:pt x="11548" y="1677"/>
                    <a:pt x="11548" y="1753"/>
                  </a:cubicBezTo>
                  <a:lnTo>
                    <a:pt x="11548" y="2606"/>
                  </a:lnTo>
                  <a:cubicBezTo>
                    <a:pt x="11548" y="2682"/>
                    <a:pt x="11567" y="2758"/>
                    <a:pt x="11624" y="2815"/>
                  </a:cubicBezTo>
                  <a:lnTo>
                    <a:pt x="12459" y="3668"/>
                  </a:lnTo>
                  <a:cubicBezTo>
                    <a:pt x="12515" y="3725"/>
                    <a:pt x="12591" y="3763"/>
                    <a:pt x="12667" y="3763"/>
                  </a:cubicBezTo>
                  <a:lnTo>
                    <a:pt x="13501" y="3763"/>
                  </a:lnTo>
                  <a:cubicBezTo>
                    <a:pt x="13577" y="3763"/>
                    <a:pt x="13653" y="3725"/>
                    <a:pt x="13710" y="3668"/>
                  </a:cubicBezTo>
                  <a:lnTo>
                    <a:pt x="14658" y="2720"/>
                  </a:lnTo>
                  <a:lnTo>
                    <a:pt x="14658" y="2720"/>
                  </a:lnTo>
                  <a:cubicBezTo>
                    <a:pt x="14827" y="4131"/>
                    <a:pt x="13727" y="5356"/>
                    <a:pt x="12320" y="5356"/>
                  </a:cubicBezTo>
                  <a:cubicBezTo>
                    <a:pt x="12309" y="5356"/>
                    <a:pt x="12299" y="5356"/>
                    <a:pt x="12288" y="5356"/>
                  </a:cubicBezTo>
                  <a:cubicBezTo>
                    <a:pt x="12022" y="5356"/>
                    <a:pt x="11776" y="5299"/>
                    <a:pt x="11529" y="5223"/>
                  </a:cubicBezTo>
                  <a:cubicBezTo>
                    <a:pt x="11499" y="5213"/>
                    <a:pt x="11468" y="5208"/>
                    <a:pt x="11439" y="5208"/>
                  </a:cubicBezTo>
                  <a:cubicBezTo>
                    <a:pt x="11357" y="5208"/>
                    <a:pt x="11282" y="5243"/>
                    <a:pt x="11226" y="5299"/>
                  </a:cubicBezTo>
                  <a:lnTo>
                    <a:pt x="5329" y="11196"/>
                  </a:lnTo>
                  <a:cubicBezTo>
                    <a:pt x="5253" y="11272"/>
                    <a:pt x="5234" y="11385"/>
                    <a:pt x="5272" y="11499"/>
                  </a:cubicBezTo>
                  <a:cubicBezTo>
                    <a:pt x="5784" y="13035"/>
                    <a:pt x="4627" y="14628"/>
                    <a:pt x="3016" y="14628"/>
                  </a:cubicBezTo>
                  <a:cubicBezTo>
                    <a:pt x="2921" y="14628"/>
                    <a:pt x="2845" y="14628"/>
                    <a:pt x="2750" y="14609"/>
                  </a:cubicBezTo>
                  <a:lnTo>
                    <a:pt x="3698" y="13661"/>
                  </a:lnTo>
                  <a:cubicBezTo>
                    <a:pt x="3755" y="13623"/>
                    <a:pt x="3793" y="13547"/>
                    <a:pt x="3793" y="13452"/>
                  </a:cubicBezTo>
                  <a:lnTo>
                    <a:pt x="3793" y="12618"/>
                  </a:lnTo>
                  <a:cubicBezTo>
                    <a:pt x="3793" y="12542"/>
                    <a:pt x="3755" y="12466"/>
                    <a:pt x="3698" y="12409"/>
                  </a:cubicBezTo>
                  <a:lnTo>
                    <a:pt x="2845" y="11556"/>
                  </a:lnTo>
                  <a:cubicBezTo>
                    <a:pt x="2788" y="11499"/>
                    <a:pt x="2712" y="11461"/>
                    <a:pt x="2636" y="11461"/>
                  </a:cubicBezTo>
                  <a:lnTo>
                    <a:pt x="1802" y="11461"/>
                  </a:lnTo>
                  <a:cubicBezTo>
                    <a:pt x="1726" y="11461"/>
                    <a:pt x="1631" y="11499"/>
                    <a:pt x="1594" y="11556"/>
                  </a:cubicBezTo>
                  <a:lnTo>
                    <a:pt x="646" y="12504"/>
                  </a:lnTo>
                  <a:cubicBezTo>
                    <a:pt x="469" y="11045"/>
                    <a:pt x="1635" y="9858"/>
                    <a:pt x="2996" y="9858"/>
                  </a:cubicBezTo>
                  <a:cubicBezTo>
                    <a:pt x="3245" y="9858"/>
                    <a:pt x="3500" y="9897"/>
                    <a:pt x="3755" y="9982"/>
                  </a:cubicBezTo>
                  <a:cubicBezTo>
                    <a:pt x="3793" y="9995"/>
                    <a:pt x="3831" y="10001"/>
                    <a:pt x="3868" y="10001"/>
                  </a:cubicBezTo>
                  <a:cubicBezTo>
                    <a:pt x="3943" y="10001"/>
                    <a:pt x="4014" y="9976"/>
                    <a:pt x="4078" y="9925"/>
                  </a:cubicBezTo>
                  <a:lnTo>
                    <a:pt x="9956" y="4028"/>
                  </a:lnTo>
                  <a:cubicBezTo>
                    <a:pt x="10050" y="3952"/>
                    <a:pt x="10069" y="3839"/>
                    <a:pt x="10031" y="3725"/>
                  </a:cubicBezTo>
                  <a:cubicBezTo>
                    <a:pt x="9519" y="2189"/>
                    <a:pt x="10657" y="577"/>
                    <a:pt x="12288" y="577"/>
                  </a:cubicBezTo>
                  <a:close/>
                  <a:moveTo>
                    <a:pt x="10221" y="8826"/>
                  </a:moveTo>
                  <a:lnTo>
                    <a:pt x="14317" y="12599"/>
                  </a:lnTo>
                  <a:cubicBezTo>
                    <a:pt x="15191" y="13459"/>
                    <a:pt x="14397" y="14654"/>
                    <a:pt x="13475" y="14654"/>
                  </a:cubicBezTo>
                  <a:cubicBezTo>
                    <a:pt x="13197" y="14654"/>
                    <a:pt x="12907" y="14545"/>
                    <a:pt x="12648" y="14286"/>
                  </a:cubicBezTo>
                  <a:lnTo>
                    <a:pt x="8856" y="10191"/>
                  </a:lnTo>
                  <a:lnTo>
                    <a:pt x="10221" y="8826"/>
                  </a:lnTo>
                  <a:close/>
                  <a:moveTo>
                    <a:pt x="1179" y="1"/>
                  </a:moveTo>
                  <a:cubicBezTo>
                    <a:pt x="1102" y="1"/>
                    <a:pt x="1025" y="35"/>
                    <a:pt x="968" y="103"/>
                  </a:cubicBezTo>
                  <a:lnTo>
                    <a:pt x="134" y="938"/>
                  </a:lnTo>
                  <a:cubicBezTo>
                    <a:pt x="20" y="1032"/>
                    <a:pt x="1" y="1184"/>
                    <a:pt x="77" y="1298"/>
                  </a:cubicBezTo>
                  <a:lnTo>
                    <a:pt x="1347" y="3403"/>
                  </a:lnTo>
                  <a:cubicBezTo>
                    <a:pt x="1404" y="3497"/>
                    <a:pt x="1499" y="3554"/>
                    <a:pt x="1594" y="3554"/>
                  </a:cubicBezTo>
                  <a:lnTo>
                    <a:pt x="2314" y="3554"/>
                  </a:lnTo>
                  <a:lnTo>
                    <a:pt x="5955" y="7214"/>
                  </a:lnTo>
                  <a:lnTo>
                    <a:pt x="3774" y="9394"/>
                  </a:lnTo>
                  <a:cubicBezTo>
                    <a:pt x="3510" y="9323"/>
                    <a:pt x="3247" y="9289"/>
                    <a:pt x="2989" y="9289"/>
                  </a:cubicBezTo>
                  <a:cubicBezTo>
                    <a:pt x="1401" y="9289"/>
                    <a:pt x="39" y="10577"/>
                    <a:pt x="39" y="12258"/>
                  </a:cubicBezTo>
                  <a:cubicBezTo>
                    <a:pt x="20" y="12580"/>
                    <a:pt x="77" y="12902"/>
                    <a:pt x="190" y="13206"/>
                  </a:cubicBezTo>
                  <a:cubicBezTo>
                    <a:pt x="209" y="13300"/>
                    <a:pt x="304" y="13376"/>
                    <a:pt x="399" y="13414"/>
                  </a:cubicBezTo>
                  <a:cubicBezTo>
                    <a:pt x="415" y="13417"/>
                    <a:pt x="432" y="13419"/>
                    <a:pt x="449" y="13419"/>
                  </a:cubicBezTo>
                  <a:cubicBezTo>
                    <a:pt x="532" y="13419"/>
                    <a:pt x="621" y="13382"/>
                    <a:pt x="683" y="13319"/>
                  </a:cubicBezTo>
                  <a:lnTo>
                    <a:pt x="1916" y="12087"/>
                  </a:lnTo>
                  <a:lnTo>
                    <a:pt x="2504" y="12087"/>
                  </a:lnTo>
                  <a:lnTo>
                    <a:pt x="3186" y="12770"/>
                  </a:lnTo>
                  <a:lnTo>
                    <a:pt x="3186" y="13357"/>
                  </a:lnTo>
                  <a:lnTo>
                    <a:pt x="1954" y="14590"/>
                  </a:lnTo>
                  <a:cubicBezTo>
                    <a:pt x="1783" y="14742"/>
                    <a:pt x="1840" y="15007"/>
                    <a:pt x="2068" y="15083"/>
                  </a:cubicBezTo>
                  <a:cubicBezTo>
                    <a:pt x="2391" y="15193"/>
                    <a:pt x="2714" y="15244"/>
                    <a:pt x="3028" y="15244"/>
                  </a:cubicBezTo>
                  <a:cubicBezTo>
                    <a:pt x="4882" y="15244"/>
                    <a:pt x="6414" y="13461"/>
                    <a:pt x="5879" y="11499"/>
                  </a:cubicBezTo>
                  <a:lnTo>
                    <a:pt x="7642" y="9736"/>
                  </a:lnTo>
                  <a:lnTo>
                    <a:pt x="8040" y="10172"/>
                  </a:lnTo>
                  <a:lnTo>
                    <a:pt x="7851" y="10361"/>
                  </a:lnTo>
                  <a:cubicBezTo>
                    <a:pt x="7634" y="10579"/>
                    <a:pt x="7837" y="10874"/>
                    <a:pt x="8064" y="10874"/>
                  </a:cubicBezTo>
                  <a:cubicBezTo>
                    <a:pt x="8133" y="10874"/>
                    <a:pt x="8205" y="10846"/>
                    <a:pt x="8268" y="10779"/>
                  </a:cubicBezTo>
                  <a:lnTo>
                    <a:pt x="8439" y="10608"/>
                  </a:lnTo>
                  <a:lnTo>
                    <a:pt x="12212" y="14704"/>
                  </a:lnTo>
                  <a:cubicBezTo>
                    <a:pt x="12560" y="15043"/>
                    <a:pt x="13012" y="15213"/>
                    <a:pt x="13464" y="15213"/>
                  </a:cubicBezTo>
                  <a:cubicBezTo>
                    <a:pt x="13922" y="15213"/>
                    <a:pt x="14381" y="15038"/>
                    <a:pt x="14734" y="14685"/>
                  </a:cubicBezTo>
                  <a:cubicBezTo>
                    <a:pt x="15435" y="14002"/>
                    <a:pt x="15435" y="12864"/>
                    <a:pt x="14734" y="12163"/>
                  </a:cubicBezTo>
                  <a:lnTo>
                    <a:pt x="10638" y="8408"/>
                  </a:lnTo>
                  <a:lnTo>
                    <a:pt x="10809" y="8257"/>
                  </a:lnTo>
                  <a:cubicBezTo>
                    <a:pt x="11001" y="8035"/>
                    <a:pt x="10801" y="7743"/>
                    <a:pt x="10568" y="7743"/>
                  </a:cubicBezTo>
                  <a:cubicBezTo>
                    <a:pt x="10503" y="7743"/>
                    <a:pt x="10435" y="7766"/>
                    <a:pt x="10373" y="7821"/>
                  </a:cubicBezTo>
                  <a:lnTo>
                    <a:pt x="10202" y="8010"/>
                  </a:lnTo>
                  <a:lnTo>
                    <a:pt x="9766" y="7612"/>
                  </a:lnTo>
                  <a:lnTo>
                    <a:pt x="11529" y="5849"/>
                  </a:lnTo>
                  <a:cubicBezTo>
                    <a:pt x="11776" y="5905"/>
                    <a:pt x="12022" y="5943"/>
                    <a:pt x="12288" y="5943"/>
                  </a:cubicBezTo>
                  <a:cubicBezTo>
                    <a:pt x="13938" y="5943"/>
                    <a:pt x="15265" y="4616"/>
                    <a:pt x="15265" y="2966"/>
                  </a:cubicBezTo>
                  <a:cubicBezTo>
                    <a:pt x="15265" y="2644"/>
                    <a:pt x="15208" y="2322"/>
                    <a:pt x="15113" y="2018"/>
                  </a:cubicBezTo>
                  <a:cubicBezTo>
                    <a:pt x="15075" y="1924"/>
                    <a:pt x="14999" y="1848"/>
                    <a:pt x="14905" y="1829"/>
                  </a:cubicBezTo>
                  <a:lnTo>
                    <a:pt x="14886" y="1829"/>
                  </a:lnTo>
                  <a:cubicBezTo>
                    <a:pt x="14863" y="1824"/>
                    <a:pt x="14840" y="1822"/>
                    <a:pt x="14816" y="1822"/>
                  </a:cubicBezTo>
                  <a:cubicBezTo>
                    <a:pt x="14740" y="1822"/>
                    <a:pt x="14664" y="1847"/>
                    <a:pt x="14620" y="1905"/>
                  </a:cubicBezTo>
                  <a:lnTo>
                    <a:pt x="13388" y="3156"/>
                  </a:lnTo>
                  <a:lnTo>
                    <a:pt x="12800" y="3156"/>
                  </a:lnTo>
                  <a:lnTo>
                    <a:pt x="12136" y="2473"/>
                  </a:lnTo>
                  <a:lnTo>
                    <a:pt x="12136" y="1886"/>
                  </a:lnTo>
                  <a:lnTo>
                    <a:pt x="13350" y="653"/>
                  </a:lnTo>
                  <a:cubicBezTo>
                    <a:pt x="13501" y="482"/>
                    <a:pt x="13445" y="217"/>
                    <a:pt x="13236" y="160"/>
                  </a:cubicBezTo>
                  <a:cubicBezTo>
                    <a:pt x="12933" y="46"/>
                    <a:pt x="12610" y="8"/>
                    <a:pt x="12288" y="8"/>
                  </a:cubicBezTo>
                  <a:cubicBezTo>
                    <a:pt x="10335" y="8"/>
                    <a:pt x="8913" y="1848"/>
                    <a:pt x="9425" y="3744"/>
                  </a:cubicBezTo>
                  <a:lnTo>
                    <a:pt x="7225" y="5924"/>
                  </a:lnTo>
                  <a:lnTo>
                    <a:pt x="3585" y="2284"/>
                  </a:lnTo>
                  <a:lnTo>
                    <a:pt x="3585" y="1563"/>
                  </a:lnTo>
                  <a:cubicBezTo>
                    <a:pt x="3566" y="1468"/>
                    <a:pt x="3528" y="1374"/>
                    <a:pt x="3433" y="1317"/>
                  </a:cubicBezTo>
                  <a:lnTo>
                    <a:pt x="1328" y="46"/>
                  </a:lnTo>
                  <a:cubicBezTo>
                    <a:pt x="1283" y="16"/>
                    <a:pt x="1231"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110"/>
            <p:cNvSpPr/>
            <p:nvPr/>
          </p:nvSpPr>
          <p:spPr>
            <a:xfrm>
              <a:off x="5044063" y="2392950"/>
              <a:ext cx="115325" cy="108700"/>
            </a:xfrm>
            <a:custGeom>
              <a:avLst/>
              <a:gdLst/>
              <a:ahLst/>
              <a:cxnLst/>
              <a:rect l="l" t="t" r="r" b="b"/>
              <a:pathLst>
                <a:path w="4613" h="4348" extrusionOk="0">
                  <a:moveTo>
                    <a:pt x="4164" y="0"/>
                  </a:moveTo>
                  <a:cubicBezTo>
                    <a:pt x="4086" y="0"/>
                    <a:pt x="4004" y="35"/>
                    <a:pt x="3934" y="119"/>
                  </a:cubicBezTo>
                  <a:lnTo>
                    <a:pt x="217" y="3836"/>
                  </a:lnTo>
                  <a:cubicBezTo>
                    <a:pt x="0" y="4053"/>
                    <a:pt x="204" y="4348"/>
                    <a:pt x="430" y="4348"/>
                  </a:cubicBezTo>
                  <a:cubicBezTo>
                    <a:pt x="500" y="4348"/>
                    <a:pt x="572" y="4320"/>
                    <a:pt x="635" y="4253"/>
                  </a:cubicBezTo>
                  <a:lnTo>
                    <a:pt x="4370" y="536"/>
                  </a:lnTo>
                  <a:cubicBezTo>
                    <a:pt x="4613" y="322"/>
                    <a:pt x="4404" y="0"/>
                    <a:pt x="41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110"/>
            <p:cNvSpPr/>
            <p:nvPr/>
          </p:nvSpPr>
          <p:spPr>
            <a:xfrm>
              <a:off x="5166563" y="2513725"/>
              <a:ext cx="85100" cy="81625"/>
            </a:xfrm>
            <a:custGeom>
              <a:avLst/>
              <a:gdLst/>
              <a:ahLst/>
              <a:cxnLst/>
              <a:rect l="l" t="t" r="r" b="b"/>
              <a:pathLst>
                <a:path w="3404" h="3265" extrusionOk="0">
                  <a:moveTo>
                    <a:pt x="323" y="0"/>
                  </a:moveTo>
                  <a:cubicBezTo>
                    <a:pt x="247" y="0"/>
                    <a:pt x="172" y="29"/>
                    <a:pt x="115" y="85"/>
                  </a:cubicBezTo>
                  <a:cubicBezTo>
                    <a:pt x="1" y="199"/>
                    <a:pt x="1" y="389"/>
                    <a:pt x="115" y="522"/>
                  </a:cubicBezTo>
                  <a:lnTo>
                    <a:pt x="2807" y="3195"/>
                  </a:lnTo>
                  <a:cubicBezTo>
                    <a:pt x="2864" y="3244"/>
                    <a:pt x="2926" y="3265"/>
                    <a:pt x="2986" y="3265"/>
                  </a:cubicBezTo>
                  <a:cubicBezTo>
                    <a:pt x="3207" y="3265"/>
                    <a:pt x="3403" y="2983"/>
                    <a:pt x="3224" y="2759"/>
                  </a:cubicBezTo>
                  <a:lnTo>
                    <a:pt x="532" y="85"/>
                  </a:lnTo>
                  <a:cubicBezTo>
                    <a:pt x="475" y="29"/>
                    <a:pt x="399" y="0"/>
                    <a:pt x="3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4" name="Google Shape;3114;p110"/>
          <p:cNvGrpSpPr/>
          <p:nvPr/>
        </p:nvGrpSpPr>
        <p:grpSpPr>
          <a:xfrm>
            <a:off x="5994586" y="1991492"/>
            <a:ext cx="335299" cy="365780"/>
            <a:chOff x="5453363" y="2197900"/>
            <a:chExt cx="401075" cy="440275"/>
          </a:xfrm>
        </p:grpSpPr>
        <p:sp>
          <p:nvSpPr>
            <p:cNvPr id="3115" name="Google Shape;3115;p110"/>
            <p:cNvSpPr/>
            <p:nvPr/>
          </p:nvSpPr>
          <p:spPr>
            <a:xfrm>
              <a:off x="5532538" y="2280700"/>
              <a:ext cx="282800" cy="292050"/>
            </a:xfrm>
            <a:custGeom>
              <a:avLst/>
              <a:gdLst/>
              <a:ahLst/>
              <a:cxnLst/>
              <a:rect l="l" t="t" r="r" b="b"/>
              <a:pathLst>
                <a:path w="11312" h="11682" extrusionOk="0">
                  <a:moveTo>
                    <a:pt x="4894" y="0"/>
                  </a:moveTo>
                  <a:cubicBezTo>
                    <a:pt x="4856" y="0"/>
                    <a:pt x="4817" y="1"/>
                    <a:pt x="4779" y="2"/>
                  </a:cubicBezTo>
                  <a:cubicBezTo>
                    <a:pt x="2238" y="77"/>
                    <a:pt x="171" y="2087"/>
                    <a:pt x="57" y="4628"/>
                  </a:cubicBezTo>
                  <a:cubicBezTo>
                    <a:pt x="0" y="5937"/>
                    <a:pt x="493" y="7226"/>
                    <a:pt x="1441" y="8155"/>
                  </a:cubicBezTo>
                  <a:cubicBezTo>
                    <a:pt x="2295" y="8989"/>
                    <a:pt x="2788" y="10127"/>
                    <a:pt x="2807" y="11341"/>
                  </a:cubicBezTo>
                  <a:lnTo>
                    <a:pt x="2807" y="11682"/>
                  </a:lnTo>
                  <a:lnTo>
                    <a:pt x="6940" y="11682"/>
                  </a:lnTo>
                  <a:lnTo>
                    <a:pt x="6940" y="11322"/>
                  </a:lnTo>
                  <a:cubicBezTo>
                    <a:pt x="6940" y="10146"/>
                    <a:pt x="7414" y="9027"/>
                    <a:pt x="8267" y="8212"/>
                  </a:cubicBezTo>
                  <a:cubicBezTo>
                    <a:pt x="11312" y="5186"/>
                    <a:pt x="9160" y="0"/>
                    <a:pt x="4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110"/>
            <p:cNvSpPr/>
            <p:nvPr/>
          </p:nvSpPr>
          <p:spPr>
            <a:xfrm>
              <a:off x="5602213" y="2572725"/>
              <a:ext cx="103375" cy="56925"/>
            </a:xfrm>
            <a:custGeom>
              <a:avLst/>
              <a:gdLst/>
              <a:ahLst/>
              <a:cxnLst/>
              <a:rect l="l" t="t" r="r" b="b"/>
              <a:pathLst>
                <a:path w="4135" h="2277" extrusionOk="0">
                  <a:moveTo>
                    <a:pt x="1" y="1"/>
                  </a:moveTo>
                  <a:lnTo>
                    <a:pt x="1" y="892"/>
                  </a:lnTo>
                  <a:cubicBezTo>
                    <a:pt x="1" y="1650"/>
                    <a:pt x="626" y="2276"/>
                    <a:pt x="1385" y="2276"/>
                  </a:cubicBezTo>
                  <a:lnTo>
                    <a:pt x="2750" y="2276"/>
                  </a:lnTo>
                  <a:cubicBezTo>
                    <a:pt x="3508" y="2276"/>
                    <a:pt x="4134" y="1650"/>
                    <a:pt x="4134" y="892"/>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110"/>
            <p:cNvSpPr/>
            <p:nvPr/>
          </p:nvSpPr>
          <p:spPr>
            <a:xfrm>
              <a:off x="5670963" y="2400650"/>
              <a:ext cx="40300" cy="34575"/>
            </a:xfrm>
            <a:custGeom>
              <a:avLst/>
              <a:gdLst/>
              <a:ahLst/>
              <a:cxnLst/>
              <a:rect l="l" t="t" r="r" b="b"/>
              <a:pathLst>
                <a:path w="1612" h="1383" extrusionOk="0">
                  <a:moveTo>
                    <a:pt x="702" y="1"/>
                  </a:moveTo>
                  <a:cubicBezTo>
                    <a:pt x="322" y="1"/>
                    <a:pt x="0" y="304"/>
                    <a:pt x="0" y="702"/>
                  </a:cubicBezTo>
                  <a:cubicBezTo>
                    <a:pt x="0" y="1111"/>
                    <a:pt x="336" y="1382"/>
                    <a:pt x="688" y="1382"/>
                  </a:cubicBezTo>
                  <a:cubicBezTo>
                    <a:pt x="859" y="1382"/>
                    <a:pt x="1033" y="1319"/>
                    <a:pt x="1176" y="1176"/>
                  </a:cubicBezTo>
                  <a:cubicBezTo>
                    <a:pt x="1612" y="740"/>
                    <a:pt x="1308"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110"/>
            <p:cNvSpPr/>
            <p:nvPr/>
          </p:nvSpPr>
          <p:spPr>
            <a:xfrm>
              <a:off x="5602213" y="2400650"/>
              <a:ext cx="40325" cy="34575"/>
            </a:xfrm>
            <a:custGeom>
              <a:avLst/>
              <a:gdLst/>
              <a:ahLst/>
              <a:cxnLst/>
              <a:rect l="l" t="t" r="r" b="b"/>
              <a:pathLst>
                <a:path w="1613" h="1383" extrusionOk="0">
                  <a:moveTo>
                    <a:pt x="702" y="1"/>
                  </a:moveTo>
                  <a:cubicBezTo>
                    <a:pt x="323" y="1"/>
                    <a:pt x="1" y="304"/>
                    <a:pt x="1" y="702"/>
                  </a:cubicBezTo>
                  <a:cubicBezTo>
                    <a:pt x="1" y="1111"/>
                    <a:pt x="336" y="1382"/>
                    <a:pt x="689" y="1382"/>
                  </a:cubicBezTo>
                  <a:cubicBezTo>
                    <a:pt x="859" y="1382"/>
                    <a:pt x="1034" y="1319"/>
                    <a:pt x="1176" y="1176"/>
                  </a:cubicBezTo>
                  <a:cubicBezTo>
                    <a:pt x="1612" y="740"/>
                    <a:pt x="1309"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110"/>
            <p:cNvSpPr/>
            <p:nvPr/>
          </p:nvSpPr>
          <p:spPr>
            <a:xfrm>
              <a:off x="5565238" y="2375050"/>
              <a:ext cx="19925" cy="17150"/>
            </a:xfrm>
            <a:custGeom>
              <a:avLst/>
              <a:gdLst/>
              <a:ahLst/>
              <a:cxnLst/>
              <a:rect l="l" t="t" r="r" b="b"/>
              <a:pathLst>
                <a:path w="797" h="686" extrusionOk="0">
                  <a:moveTo>
                    <a:pt x="456" y="1"/>
                  </a:moveTo>
                  <a:cubicBezTo>
                    <a:pt x="152" y="1"/>
                    <a:pt x="1" y="361"/>
                    <a:pt x="209" y="589"/>
                  </a:cubicBezTo>
                  <a:cubicBezTo>
                    <a:pt x="282" y="655"/>
                    <a:pt x="368" y="685"/>
                    <a:pt x="451" y="685"/>
                  </a:cubicBezTo>
                  <a:cubicBezTo>
                    <a:pt x="630" y="685"/>
                    <a:pt x="797" y="549"/>
                    <a:pt x="797" y="342"/>
                  </a:cubicBezTo>
                  <a:cubicBezTo>
                    <a:pt x="797" y="153"/>
                    <a:pt x="645" y="1"/>
                    <a:pt x="4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110"/>
            <p:cNvSpPr/>
            <p:nvPr/>
          </p:nvSpPr>
          <p:spPr>
            <a:xfrm>
              <a:off x="5576613" y="2306325"/>
              <a:ext cx="88675" cy="53650"/>
            </a:xfrm>
            <a:custGeom>
              <a:avLst/>
              <a:gdLst/>
              <a:ahLst/>
              <a:cxnLst/>
              <a:rect l="l" t="t" r="r" b="b"/>
              <a:pathLst>
                <a:path w="3547" h="2146" extrusionOk="0">
                  <a:moveTo>
                    <a:pt x="3091" y="0"/>
                  </a:moveTo>
                  <a:cubicBezTo>
                    <a:pt x="1897" y="0"/>
                    <a:pt x="797" y="607"/>
                    <a:pt x="171" y="1612"/>
                  </a:cubicBezTo>
                  <a:cubicBezTo>
                    <a:pt x="1" y="1888"/>
                    <a:pt x="230" y="2146"/>
                    <a:pt x="469" y="2146"/>
                  </a:cubicBezTo>
                  <a:cubicBezTo>
                    <a:pt x="575" y="2146"/>
                    <a:pt x="683" y="2095"/>
                    <a:pt x="759" y="1972"/>
                  </a:cubicBezTo>
                  <a:cubicBezTo>
                    <a:pt x="1252" y="1176"/>
                    <a:pt x="2143" y="683"/>
                    <a:pt x="3091" y="683"/>
                  </a:cubicBezTo>
                  <a:cubicBezTo>
                    <a:pt x="3546" y="683"/>
                    <a:pt x="3546" y="0"/>
                    <a:pt x="30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110"/>
            <p:cNvSpPr/>
            <p:nvPr/>
          </p:nvSpPr>
          <p:spPr>
            <a:xfrm>
              <a:off x="5523538" y="2271700"/>
              <a:ext cx="280100" cy="366475"/>
            </a:xfrm>
            <a:custGeom>
              <a:avLst/>
              <a:gdLst/>
              <a:ahLst/>
              <a:cxnLst/>
              <a:rect l="l" t="t" r="r" b="b"/>
              <a:pathLst>
                <a:path w="11204" h="14659" extrusionOk="0">
                  <a:moveTo>
                    <a:pt x="3849" y="5500"/>
                  </a:moveTo>
                  <a:cubicBezTo>
                    <a:pt x="4039" y="5500"/>
                    <a:pt x="4191" y="5652"/>
                    <a:pt x="4191" y="5860"/>
                  </a:cubicBezTo>
                  <a:cubicBezTo>
                    <a:pt x="4191" y="6063"/>
                    <a:pt x="4022" y="6197"/>
                    <a:pt x="3848" y="6197"/>
                  </a:cubicBezTo>
                  <a:cubicBezTo>
                    <a:pt x="3761" y="6197"/>
                    <a:pt x="3672" y="6164"/>
                    <a:pt x="3603" y="6088"/>
                  </a:cubicBezTo>
                  <a:cubicBezTo>
                    <a:pt x="3394" y="5879"/>
                    <a:pt x="3546" y="5500"/>
                    <a:pt x="3849" y="5500"/>
                  </a:cubicBezTo>
                  <a:close/>
                  <a:moveTo>
                    <a:pt x="6594" y="5505"/>
                  </a:moveTo>
                  <a:cubicBezTo>
                    <a:pt x="6681" y="5505"/>
                    <a:pt x="6770" y="5539"/>
                    <a:pt x="6845" y="5614"/>
                  </a:cubicBezTo>
                  <a:cubicBezTo>
                    <a:pt x="7054" y="5822"/>
                    <a:pt x="6902" y="6202"/>
                    <a:pt x="6599" y="6202"/>
                  </a:cubicBezTo>
                  <a:cubicBezTo>
                    <a:pt x="6409" y="6202"/>
                    <a:pt x="6257" y="6050"/>
                    <a:pt x="6257" y="5860"/>
                  </a:cubicBezTo>
                  <a:cubicBezTo>
                    <a:pt x="6257" y="5644"/>
                    <a:pt x="6419" y="5505"/>
                    <a:pt x="6594" y="5505"/>
                  </a:cubicBezTo>
                  <a:close/>
                  <a:moveTo>
                    <a:pt x="5231" y="702"/>
                  </a:moveTo>
                  <a:cubicBezTo>
                    <a:pt x="9190" y="702"/>
                    <a:pt x="11203" y="5503"/>
                    <a:pt x="8362" y="8325"/>
                  </a:cubicBezTo>
                  <a:cubicBezTo>
                    <a:pt x="7471" y="9217"/>
                    <a:pt x="6959" y="10411"/>
                    <a:pt x="6940" y="11682"/>
                  </a:cubicBezTo>
                  <a:lnTo>
                    <a:pt x="6257" y="11682"/>
                  </a:lnTo>
                  <a:lnTo>
                    <a:pt x="6257" y="6884"/>
                  </a:lnTo>
                  <a:lnTo>
                    <a:pt x="6599" y="6884"/>
                  </a:lnTo>
                  <a:cubicBezTo>
                    <a:pt x="7604" y="6884"/>
                    <a:pt x="8021" y="5595"/>
                    <a:pt x="7205" y="5007"/>
                  </a:cubicBezTo>
                  <a:cubicBezTo>
                    <a:pt x="7012" y="4871"/>
                    <a:pt x="6806" y="4811"/>
                    <a:pt x="6608" y="4811"/>
                  </a:cubicBezTo>
                  <a:cubicBezTo>
                    <a:pt x="5947" y="4811"/>
                    <a:pt x="5369" y="5473"/>
                    <a:pt x="5632" y="6202"/>
                  </a:cubicBezTo>
                  <a:lnTo>
                    <a:pt x="4835" y="6202"/>
                  </a:lnTo>
                  <a:cubicBezTo>
                    <a:pt x="5083" y="5473"/>
                    <a:pt x="4502" y="4811"/>
                    <a:pt x="3849" y="4811"/>
                  </a:cubicBezTo>
                  <a:cubicBezTo>
                    <a:pt x="3653" y="4811"/>
                    <a:pt x="3450" y="4871"/>
                    <a:pt x="3261" y="5007"/>
                  </a:cubicBezTo>
                  <a:cubicBezTo>
                    <a:pt x="2446" y="5595"/>
                    <a:pt x="2844" y="6884"/>
                    <a:pt x="3849" y="6884"/>
                  </a:cubicBezTo>
                  <a:lnTo>
                    <a:pt x="4209" y="6884"/>
                  </a:lnTo>
                  <a:lnTo>
                    <a:pt x="4209" y="11701"/>
                  </a:lnTo>
                  <a:lnTo>
                    <a:pt x="3508" y="11701"/>
                  </a:lnTo>
                  <a:cubicBezTo>
                    <a:pt x="3489" y="10411"/>
                    <a:pt x="2958" y="9179"/>
                    <a:pt x="2029" y="8287"/>
                  </a:cubicBezTo>
                  <a:cubicBezTo>
                    <a:pt x="1176" y="7415"/>
                    <a:pt x="702" y="6221"/>
                    <a:pt x="758" y="5007"/>
                  </a:cubicBezTo>
                  <a:cubicBezTo>
                    <a:pt x="872" y="2637"/>
                    <a:pt x="2787" y="760"/>
                    <a:pt x="5139" y="703"/>
                  </a:cubicBezTo>
                  <a:cubicBezTo>
                    <a:pt x="5170" y="702"/>
                    <a:pt x="5201" y="702"/>
                    <a:pt x="5231" y="702"/>
                  </a:cubicBezTo>
                  <a:close/>
                  <a:moveTo>
                    <a:pt x="5556" y="6884"/>
                  </a:moveTo>
                  <a:lnTo>
                    <a:pt x="5556" y="11701"/>
                  </a:lnTo>
                  <a:lnTo>
                    <a:pt x="4873" y="11701"/>
                  </a:lnTo>
                  <a:lnTo>
                    <a:pt x="4873" y="6884"/>
                  </a:lnTo>
                  <a:close/>
                  <a:moveTo>
                    <a:pt x="6940" y="12383"/>
                  </a:moveTo>
                  <a:lnTo>
                    <a:pt x="6940" y="12933"/>
                  </a:lnTo>
                  <a:cubicBezTo>
                    <a:pt x="6940" y="13502"/>
                    <a:pt x="6466" y="13957"/>
                    <a:pt x="5897" y="13957"/>
                  </a:cubicBezTo>
                  <a:lnTo>
                    <a:pt x="4532" y="13957"/>
                  </a:lnTo>
                  <a:cubicBezTo>
                    <a:pt x="3963" y="13957"/>
                    <a:pt x="3508" y="13502"/>
                    <a:pt x="3508" y="12933"/>
                  </a:cubicBezTo>
                  <a:lnTo>
                    <a:pt x="3508" y="12383"/>
                  </a:lnTo>
                  <a:close/>
                  <a:moveTo>
                    <a:pt x="5189" y="1"/>
                  </a:moveTo>
                  <a:cubicBezTo>
                    <a:pt x="5166" y="1"/>
                    <a:pt x="5143" y="1"/>
                    <a:pt x="5120" y="1"/>
                  </a:cubicBezTo>
                  <a:cubicBezTo>
                    <a:pt x="2408" y="77"/>
                    <a:pt x="190" y="2239"/>
                    <a:pt x="57" y="4969"/>
                  </a:cubicBezTo>
                  <a:cubicBezTo>
                    <a:pt x="0" y="6391"/>
                    <a:pt x="531" y="7757"/>
                    <a:pt x="1536" y="8761"/>
                  </a:cubicBezTo>
                  <a:cubicBezTo>
                    <a:pt x="2332" y="9539"/>
                    <a:pt x="2787" y="10582"/>
                    <a:pt x="2806" y="11701"/>
                  </a:cubicBezTo>
                  <a:lnTo>
                    <a:pt x="2806" y="12933"/>
                  </a:lnTo>
                  <a:cubicBezTo>
                    <a:pt x="2806" y="13881"/>
                    <a:pt x="3584" y="14659"/>
                    <a:pt x="4532" y="14659"/>
                  </a:cubicBezTo>
                  <a:lnTo>
                    <a:pt x="5897" y="14659"/>
                  </a:lnTo>
                  <a:cubicBezTo>
                    <a:pt x="6845" y="14659"/>
                    <a:pt x="7623" y="13881"/>
                    <a:pt x="7623" y="12933"/>
                  </a:cubicBezTo>
                  <a:lnTo>
                    <a:pt x="7623" y="11682"/>
                  </a:lnTo>
                  <a:cubicBezTo>
                    <a:pt x="7623" y="10601"/>
                    <a:pt x="8078" y="9558"/>
                    <a:pt x="8855" y="8818"/>
                  </a:cubicBezTo>
                  <a:cubicBezTo>
                    <a:pt x="9822" y="7851"/>
                    <a:pt x="10372" y="6543"/>
                    <a:pt x="10372" y="5159"/>
                  </a:cubicBezTo>
                  <a:cubicBezTo>
                    <a:pt x="10372" y="2300"/>
                    <a:pt x="8040" y="1"/>
                    <a:pt x="51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110"/>
            <p:cNvSpPr/>
            <p:nvPr/>
          </p:nvSpPr>
          <p:spPr>
            <a:xfrm>
              <a:off x="5645363" y="2197900"/>
              <a:ext cx="17075" cy="56775"/>
            </a:xfrm>
            <a:custGeom>
              <a:avLst/>
              <a:gdLst/>
              <a:ahLst/>
              <a:cxnLst/>
              <a:rect l="l" t="t" r="r" b="b"/>
              <a:pathLst>
                <a:path w="683" h="2271" extrusionOk="0">
                  <a:moveTo>
                    <a:pt x="341" y="0"/>
                  </a:moveTo>
                  <a:cubicBezTo>
                    <a:pt x="171" y="0"/>
                    <a:pt x="0" y="119"/>
                    <a:pt x="0" y="356"/>
                  </a:cubicBezTo>
                  <a:lnTo>
                    <a:pt x="0" y="1929"/>
                  </a:lnTo>
                  <a:cubicBezTo>
                    <a:pt x="0" y="2157"/>
                    <a:pt x="171" y="2271"/>
                    <a:pt x="341" y="2271"/>
                  </a:cubicBezTo>
                  <a:cubicBezTo>
                    <a:pt x="512" y="2271"/>
                    <a:pt x="683" y="2157"/>
                    <a:pt x="683" y="1929"/>
                  </a:cubicBezTo>
                  <a:lnTo>
                    <a:pt x="683" y="356"/>
                  </a:lnTo>
                  <a:cubicBezTo>
                    <a:pt x="683" y="119"/>
                    <a:pt x="512" y="0"/>
                    <a:pt x="3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110"/>
            <p:cNvSpPr/>
            <p:nvPr/>
          </p:nvSpPr>
          <p:spPr>
            <a:xfrm>
              <a:off x="5752488" y="2251225"/>
              <a:ext cx="43150" cy="41500"/>
            </a:xfrm>
            <a:custGeom>
              <a:avLst/>
              <a:gdLst/>
              <a:ahLst/>
              <a:cxnLst/>
              <a:rect l="l" t="t" r="r" b="b"/>
              <a:pathLst>
                <a:path w="1726" h="1660" extrusionOk="0">
                  <a:moveTo>
                    <a:pt x="1356" y="0"/>
                  </a:moveTo>
                  <a:cubicBezTo>
                    <a:pt x="1271" y="0"/>
                    <a:pt x="1186" y="33"/>
                    <a:pt x="1119" y="100"/>
                  </a:cubicBezTo>
                  <a:lnTo>
                    <a:pt x="152" y="1067"/>
                  </a:lnTo>
                  <a:cubicBezTo>
                    <a:pt x="0" y="1200"/>
                    <a:pt x="0" y="1427"/>
                    <a:pt x="152" y="1560"/>
                  </a:cubicBezTo>
                  <a:cubicBezTo>
                    <a:pt x="218" y="1626"/>
                    <a:pt x="304" y="1659"/>
                    <a:pt x="389" y="1659"/>
                  </a:cubicBezTo>
                  <a:cubicBezTo>
                    <a:pt x="474" y="1659"/>
                    <a:pt x="560" y="1626"/>
                    <a:pt x="626" y="1560"/>
                  </a:cubicBezTo>
                  <a:lnTo>
                    <a:pt x="1593" y="593"/>
                  </a:lnTo>
                  <a:cubicBezTo>
                    <a:pt x="1726" y="441"/>
                    <a:pt x="1726" y="232"/>
                    <a:pt x="1593" y="100"/>
                  </a:cubicBezTo>
                  <a:cubicBezTo>
                    <a:pt x="1527" y="33"/>
                    <a:pt x="1441" y="0"/>
                    <a:pt x="13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110"/>
            <p:cNvSpPr/>
            <p:nvPr/>
          </p:nvSpPr>
          <p:spPr>
            <a:xfrm>
              <a:off x="5511038" y="2252025"/>
              <a:ext cx="44275" cy="40700"/>
            </a:xfrm>
            <a:custGeom>
              <a:avLst/>
              <a:gdLst/>
              <a:ahLst/>
              <a:cxnLst/>
              <a:rect l="l" t="t" r="r" b="b"/>
              <a:pathLst>
                <a:path w="1771" h="1628" extrusionOk="0">
                  <a:moveTo>
                    <a:pt x="469" y="1"/>
                  </a:moveTo>
                  <a:cubicBezTo>
                    <a:pt x="212" y="1"/>
                    <a:pt x="1" y="305"/>
                    <a:pt x="197" y="561"/>
                  </a:cubicBezTo>
                  <a:lnTo>
                    <a:pt x="1164" y="1528"/>
                  </a:lnTo>
                  <a:cubicBezTo>
                    <a:pt x="1230" y="1594"/>
                    <a:pt x="1315" y="1627"/>
                    <a:pt x="1401" y="1627"/>
                  </a:cubicBezTo>
                  <a:cubicBezTo>
                    <a:pt x="1486" y="1627"/>
                    <a:pt x="1571" y="1594"/>
                    <a:pt x="1638" y="1528"/>
                  </a:cubicBezTo>
                  <a:cubicBezTo>
                    <a:pt x="1770" y="1395"/>
                    <a:pt x="1770" y="1168"/>
                    <a:pt x="1638" y="1035"/>
                  </a:cubicBezTo>
                  <a:lnTo>
                    <a:pt x="671" y="68"/>
                  </a:lnTo>
                  <a:cubicBezTo>
                    <a:pt x="604" y="21"/>
                    <a:pt x="535" y="1"/>
                    <a:pt x="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110"/>
            <p:cNvSpPr/>
            <p:nvPr/>
          </p:nvSpPr>
          <p:spPr>
            <a:xfrm>
              <a:off x="5797038"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110"/>
            <p:cNvSpPr/>
            <p:nvPr/>
          </p:nvSpPr>
          <p:spPr>
            <a:xfrm>
              <a:off x="5453363"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7" name="Google Shape;3127;p110"/>
          <p:cNvGrpSpPr/>
          <p:nvPr/>
        </p:nvGrpSpPr>
        <p:grpSpPr>
          <a:xfrm>
            <a:off x="6693102" y="2000209"/>
            <a:ext cx="365744" cy="348346"/>
            <a:chOff x="6015963" y="2196025"/>
            <a:chExt cx="491525" cy="476925"/>
          </a:xfrm>
        </p:grpSpPr>
        <p:sp>
          <p:nvSpPr>
            <p:cNvPr id="3128" name="Google Shape;3128;p110"/>
            <p:cNvSpPr/>
            <p:nvPr/>
          </p:nvSpPr>
          <p:spPr>
            <a:xfrm>
              <a:off x="6329863" y="2250050"/>
              <a:ext cx="117125" cy="111625"/>
            </a:xfrm>
            <a:custGeom>
              <a:avLst/>
              <a:gdLst/>
              <a:ahLst/>
              <a:cxnLst/>
              <a:rect l="l" t="t" r="r" b="b"/>
              <a:pathLst>
                <a:path w="4685" h="4465" extrusionOk="0">
                  <a:moveTo>
                    <a:pt x="2247" y="0"/>
                  </a:moveTo>
                  <a:cubicBezTo>
                    <a:pt x="1101" y="0"/>
                    <a:pt x="1" y="887"/>
                    <a:pt x="1" y="2233"/>
                  </a:cubicBezTo>
                  <a:cubicBezTo>
                    <a:pt x="1" y="3578"/>
                    <a:pt x="1101" y="4465"/>
                    <a:pt x="2247" y="4465"/>
                  </a:cubicBezTo>
                  <a:cubicBezTo>
                    <a:pt x="2797" y="4465"/>
                    <a:pt x="3357" y="4261"/>
                    <a:pt x="3812" y="3806"/>
                  </a:cubicBezTo>
                  <a:cubicBezTo>
                    <a:pt x="4684" y="2934"/>
                    <a:pt x="4684" y="1531"/>
                    <a:pt x="3812" y="659"/>
                  </a:cubicBezTo>
                  <a:cubicBezTo>
                    <a:pt x="3357" y="204"/>
                    <a:pt x="2797" y="0"/>
                    <a:pt x="2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110"/>
            <p:cNvSpPr/>
            <p:nvPr/>
          </p:nvSpPr>
          <p:spPr>
            <a:xfrm>
              <a:off x="6409988" y="2206775"/>
              <a:ext cx="76325" cy="74925"/>
            </a:xfrm>
            <a:custGeom>
              <a:avLst/>
              <a:gdLst/>
              <a:ahLst/>
              <a:cxnLst/>
              <a:rect l="l" t="t" r="r" b="b"/>
              <a:pathLst>
                <a:path w="3053" h="2997" extrusionOk="0">
                  <a:moveTo>
                    <a:pt x="2247" y="1"/>
                  </a:moveTo>
                  <a:cubicBezTo>
                    <a:pt x="2057" y="1"/>
                    <a:pt x="1868" y="76"/>
                    <a:pt x="1726" y="228"/>
                  </a:cubicBezTo>
                  <a:lnTo>
                    <a:pt x="0" y="1954"/>
                  </a:lnTo>
                  <a:lnTo>
                    <a:pt x="1043" y="2996"/>
                  </a:lnTo>
                  <a:lnTo>
                    <a:pt x="2768" y="1271"/>
                  </a:lnTo>
                  <a:cubicBezTo>
                    <a:pt x="3053" y="987"/>
                    <a:pt x="3053" y="513"/>
                    <a:pt x="2768" y="228"/>
                  </a:cubicBezTo>
                  <a:cubicBezTo>
                    <a:pt x="2626" y="76"/>
                    <a:pt x="2437" y="1"/>
                    <a:pt x="22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110"/>
            <p:cNvSpPr/>
            <p:nvPr/>
          </p:nvSpPr>
          <p:spPr>
            <a:xfrm>
              <a:off x="6360688" y="2287375"/>
              <a:ext cx="49775" cy="37000"/>
            </a:xfrm>
            <a:custGeom>
              <a:avLst/>
              <a:gdLst/>
              <a:ahLst/>
              <a:cxnLst/>
              <a:rect l="l" t="t" r="r" b="b"/>
              <a:pathLst>
                <a:path w="1991" h="1480" extrusionOk="0">
                  <a:moveTo>
                    <a:pt x="996" y="0"/>
                  </a:moveTo>
                  <a:cubicBezTo>
                    <a:pt x="806" y="0"/>
                    <a:pt x="616" y="76"/>
                    <a:pt x="474" y="228"/>
                  </a:cubicBezTo>
                  <a:cubicBezTo>
                    <a:pt x="0" y="683"/>
                    <a:pt x="341" y="1479"/>
                    <a:pt x="1005" y="1479"/>
                  </a:cubicBezTo>
                  <a:cubicBezTo>
                    <a:pt x="1669" y="1479"/>
                    <a:pt x="1991" y="683"/>
                    <a:pt x="1517" y="228"/>
                  </a:cubicBezTo>
                  <a:cubicBezTo>
                    <a:pt x="1375" y="76"/>
                    <a:pt x="1185" y="0"/>
                    <a:pt x="9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110"/>
            <p:cNvSpPr/>
            <p:nvPr/>
          </p:nvSpPr>
          <p:spPr>
            <a:xfrm>
              <a:off x="6236013" y="2353725"/>
              <a:ext cx="177775" cy="251425"/>
            </a:xfrm>
            <a:custGeom>
              <a:avLst/>
              <a:gdLst/>
              <a:ahLst/>
              <a:cxnLst/>
              <a:rect l="l" t="t" r="r" b="b"/>
              <a:pathLst>
                <a:path w="7111" h="10057" extrusionOk="0">
                  <a:moveTo>
                    <a:pt x="7111" y="1"/>
                  </a:moveTo>
                  <a:lnTo>
                    <a:pt x="7111" y="1"/>
                  </a:lnTo>
                  <a:cubicBezTo>
                    <a:pt x="6763" y="205"/>
                    <a:pt x="6371" y="310"/>
                    <a:pt x="5980" y="310"/>
                  </a:cubicBezTo>
                  <a:cubicBezTo>
                    <a:pt x="5646" y="310"/>
                    <a:pt x="5312" y="234"/>
                    <a:pt x="5006" y="76"/>
                  </a:cubicBezTo>
                  <a:lnTo>
                    <a:pt x="0" y="9861"/>
                  </a:lnTo>
                  <a:cubicBezTo>
                    <a:pt x="266" y="9993"/>
                    <a:pt x="549" y="10057"/>
                    <a:pt x="829" y="10057"/>
                  </a:cubicBezTo>
                  <a:cubicBezTo>
                    <a:pt x="1507" y="10057"/>
                    <a:pt x="2162" y="9684"/>
                    <a:pt x="2484" y="9026"/>
                  </a:cubicBezTo>
                  <a:cubicBezTo>
                    <a:pt x="2693" y="8590"/>
                    <a:pt x="2977" y="8059"/>
                    <a:pt x="3318" y="7415"/>
                  </a:cubicBezTo>
                  <a:cubicBezTo>
                    <a:pt x="4191" y="5727"/>
                    <a:pt x="5480" y="3281"/>
                    <a:pt x="71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110"/>
            <p:cNvSpPr/>
            <p:nvPr/>
          </p:nvSpPr>
          <p:spPr>
            <a:xfrm>
              <a:off x="6080038" y="2277400"/>
              <a:ext cx="257900" cy="178750"/>
            </a:xfrm>
            <a:custGeom>
              <a:avLst/>
              <a:gdLst/>
              <a:ahLst/>
              <a:cxnLst/>
              <a:rect l="l" t="t" r="r" b="b"/>
              <a:pathLst>
                <a:path w="10316" h="7150" extrusionOk="0">
                  <a:moveTo>
                    <a:pt x="10297" y="1"/>
                  </a:moveTo>
                  <a:cubicBezTo>
                    <a:pt x="10294" y="5"/>
                    <a:pt x="10292" y="10"/>
                    <a:pt x="10289" y="14"/>
                  </a:cubicBezTo>
                  <a:lnTo>
                    <a:pt x="10289" y="14"/>
                  </a:lnTo>
                  <a:cubicBezTo>
                    <a:pt x="10298" y="10"/>
                    <a:pt x="10307" y="5"/>
                    <a:pt x="10316" y="1"/>
                  </a:cubicBezTo>
                  <a:close/>
                  <a:moveTo>
                    <a:pt x="10289" y="14"/>
                  </a:moveTo>
                  <a:cubicBezTo>
                    <a:pt x="5772" y="2282"/>
                    <a:pt x="2804" y="3870"/>
                    <a:pt x="1290" y="4627"/>
                  </a:cubicBezTo>
                  <a:cubicBezTo>
                    <a:pt x="361" y="5101"/>
                    <a:pt x="1" y="6201"/>
                    <a:pt x="456" y="7130"/>
                  </a:cubicBezTo>
                  <a:lnTo>
                    <a:pt x="456" y="7149"/>
                  </a:lnTo>
                  <a:lnTo>
                    <a:pt x="8382" y="3148"/>
                  </a:lnTo>
                  <a:lnTo>
                    <a:pt x="10221" y="2125"/>
                  </a:lnTo>
                  <a:cubicBezTo>
                    <a:pt x="9901" y="1447"/>
                    <a:pt x="9917" y="657"/>
                    <a:pt x="10289" y="1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110"/>
            <p:cNvSpPr/>
            <p:nvPr/>
          </p:nvSpPr>
          <p:spPr>
            <a:xfrm>
              <a:off x="6245013" y="2361075"/>
              <a:ext cx="19925" cy="18600"/>
            </a:xfrm>
            <a:custGeom>
              <a:avLst/>
              <a:gdLst/>
              <a:ahLst/>
              <a:cxnLst/>
              <a:rect l="l" t="t" r="r" b="b"/>
              <a:pathLst>
                <a:path w="797" h="744" extrusionOk="0">
                  <a:moveTo>
                    <a:pt x="406" y="1"/>
                  </a:moveTo>
                  <a:cubicBezTo>
                    <a:pt x="315" y="1"/>
                    <a:pt x="224" y="33"/>
                    <a:pt x="152" y="105"/>
                  </a:cubicBezTo>
                  <a:cubicBezTo>
                    <a:pt x="0" y="257"/>
                    <a:pt x="0" y="484"/>
                    <a:pt x="152" y="636"/>
                  </a:cubicBezTo>
                  <a:cubicBezTo>
                    <a:pt x="226" y="710"/>
                    <a:pt x="321" y="744"/>
                    <a:pt x="415" y="744"/>
                  </a:cubicBezTo>
                  <a:cubicBezTo>
                    <a:pt x="608" y="744"/>
                    <a:pt x="797" y="600"/>
                    <a:pt x="797" y="370"/>
                  </a:cubicBezTo>
                  <a:cubicBezTo>
                    <a:pt x="797" y="150"/>
                    <a:pt x="602" y="1"/>
                    <a:pt x="4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110"/>
            <p:cNvSpPr/>
            <p:nvPr/>
          </p:nvSpPr>
          <p:spPr>
            <a:xfrm>
              <a:off x="6354988" y="2277725"/>
              <a:ext cx="58325" cy="55825"/>
            </a:xfrm>
            <a:custGeom>
              <a:avLst/>
              <a:gdLst/>
              <a:ahLst/>
              <a:cxnLst/>
              <a:rect l="l" t="t" r="r" b="b"/>
              <a:pathLst>
                <a:path w="2333" h="2233" extrusionOk="0">
                  <a:moveTo>
                    <a:pt x="1225" y="752"/>
                  </a:moveTo>
                  <a:cubicBezTo>
                    <a:pt x="1413" y="752"/>
                    <a:pt x="1593" y="896"/>
                    <a:pt x="1593" y="1126"/>
                  </a:cubicBezTo>
                  <a:cubicBezTo>
                    <a:pt x="1593" y="1346"/>
                    <a:pt x="1407" y="1495"/>
                    <a:pt x="1217" y="1495"/>
                  </a:cubicBezTo>
                  <a:cubicBezTo>
                    <a:pt x="1129" y="1495"/>
                    <a:pt x="1040" y="1463"/>
                    <a:pt x="968" y="1391"/>
                  </a:cubicBezTo>
                  <a:cubicBezTo>
                    <a:pt x="816" y="1239"/>
                    <a:pt x="816" y="1012"/>
                    <a:pt x="968" y="860"/>
                  </a:cubicBezTo>
                  <a:cubicBezTo>
                    <a:pt x="1042" y="786"/>
                    <a:pt x="1134" y="752"/>
                    <a:pt x="1225" y="752"/>
                  </a:cubicBezTo>
                  <a:close/>
                  <a:moveTo>
                    <a:pt x="1215" y="0"/>
                  </a:moveTo>
                  <a:cubicBezTo>
                    <a:pt x="942" y="0"/>
                    <a:pt x="664" y="102"/>
                    <a:pt x="437" y="329"/>
                  </a:cubicBezTo>
                  <a:cubicBezTo>
                    <a:pt x="1" y="765"/>
                    <a:pt x="1" y="1467"/>
                    <a:pt x="437" y="1903"/>
                  </a:cubicBezTo>
                  <a:cubicBezTo>
                    <a:pt x="664" y="2131"/>
                    <a:pt x="944" y="2233"/>
                    <a:pt x="1218" y="2233"/>
                  </a:cubicBezTo>
                  <a:cubicBezTo>
                    <a:pt x="1788" y="2233"/>
                    <a:pt x="2333" y="1791"/>
                    <a:pt x="2333" y="1126"/>
                  </a:cubicBezTo>
                  <a:cubicBezTo>
                    <a:pt x="2333" y="446"/>
                    <a:pt x="1786" y="0"/>
                    <a:pt x="1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110"/>
            <p:cNvSpPr/>
            <p:nvPr/>
          </p:nvSpPr>
          <p:spPr>
            <a:xfrm>
              <a:off x="6017463" y="2196025"/>
              <a:ext cx="490025" cy="476925"/>
            </a:xfrm>
            <a:custGeom>
              <a:avLst/>
              <a:gdLst/>
              <a:ahLst/>
              <a:cxnLst/>
              <a:rect l="l" t="t" r="r" b="b"/>
              <a:pathLst>
                <a:path w="19601" h="19077" extrusionOk="0">
                  <a:moveTo>
                    <a:pt x="17917" y="810"/>
                  </a:moveTo>
                  <a:cubicBezTo>
                    <a:pt x="18204" y="810"/>
                    <a:pt x="18441" y="1169"/>
                    <a:pt x="18204" y="1436"/>
                  </a:cubicBezTo>
                  <a:lnTo>
                    <a:pt x="16820" y="2839"/>
                  </a:lnTo>
                  <a:cubicBezTo>
                    <a:pt x="16744" y="2744"/>
                    <a:pt x="16649" y="2649"/>
                    <a:pt x="16573" y="2554"/>
                  </a:cubicBezTo>
                  <a:cubicBezTo>
                    <a:pt x="16478" y="2459"/>
                    <a:pt x="16384" y="2384"/>
                    <a:pt x="16289" y="2308"/>
                  </a:cubicBezTo>
                  <a:lnTo>
                    <a:pt x="17673" y="905"/>
                  </a:lnTo>
                  <a:cubicBezTo>
                    <a:pt x="17752" y="838"/>
                    <a:pt x="17836" y="810"/>
                    <a:pt x="17917" y="810"/>
                  </a:cubicBezTo>
                  <a:close/>
                  <a:moveTo>
                    <a:pt x="14709" y="2535"/>
                  </a:moveTo>
                  <a:cubicBezTo>
                    <a:pt x="15662" y="2535"/>
                    <a:pt x="16573" y="3278"/>
                    <a:pt x="16573" y="4394"/>
                  </a:cubicBezTo>
                  <a:cubicBezTo>
                    <a:pt x="16573" y="5509"/>
                    <a:pt x="15662" y="6252"/>
                    <a:pt x="14709" y="6252"/>
                  </a:cubicBezTo>
                  <a:cubicBezTo>
                    <a:pt x="14253" y="6252"/>
                    <a:pt x="13787" y="6082"/>
                    <a:pt x="13407" y="5702"/>
                  </a:cubicBezTo>
                  <a:cubicBezTo>
                    <a:pt x="12686" y="4981"/>
                    <a:pt x="12686" y="3806"/>
                    <a:pt x="13407" y="3085"/>
                  </a:cubicBezTo>
                  <a:cubicBezTo>
                    <a:pt x="13787" y="2705"/>
                    <a:pt x="14253" y="2535"/>
                    <a:pt x="14709" y="2535"/>
                  </a:cubicBezTo>
                  <a:close/>
                  <a:moveTo>
                    <a:pt x="12155" y="4014"/>
                  </a:moveTo>
                  <a:lnTo>
                    <a:pt x="12155" y="4014"/>
                  </a:lnTo>
                  <a:cubicBezTo>
                    <a:pt x="12079" y="4412"/>
                    <a:pt x="12117" y="4830"/>
                    <a:pt x="12250" y="5209"/>
                  </a:cubicBezTo>
                  <a:lnTo>
                    <a:pt x="10714" y="6081"/>
                  </a:lnTo>
                  <a:cubicBezTo>
                    <a:pt x="10346" y="6289"/>
                    <a:pt x="10545" y="6781"/>
                    <a:pt x="10879" y="6781"/>
                  </a:cubicBezTo>
                  <a:cubicBezTo>
                    <a:pt x="10940" y="6781"/>
                    <a:pt x="11006" y="6764"/>
                    <a:pt x="11074" y="6726"/>
                  </a:cubicBezTo>
                  <a:lnTo>
                    <a:pt x="12591" y="5873"/>
                  </a:lnTo>
                  <a:cubicBezTo>
                    <a:pt x="12686" y="6005"/>
                    <a:pt x="12781" y="6119"/>
                    <a:pt x="12895" y="6233"/>
                  </a:cubicBezTo>
                  <a:cubicBezTo>
                    <a:pt x="13009" y="6347"/>
                    <a:pt x="13122" y="6441"/>
                    <a:pt x="13255" y="6536"/>
                  </a:cubicBezTo>
                  <a:lnTo>
                    <a:pt x="10600" y="11732"/>
                  </a:lnTo>
                  <a:lnTo>
                    <a:pt x="9254" y="10385"/>
                  </a:lnTo>
                  <a:lnTo>
                    <a:pt x="9520" y="10120"/>
                  </a:lnTo>
                  <a:cubicBezTo>
                    <a:pt x="9671" y="9987"/>
                    <a:pt x="9671" y="9741"/>
                    <a:pt x="9520" y="9608"/>
                  </a:cubicBezTo>
                  <a:cubicBezTo>
                    <a:pt x="9444" y="9532"/>
                    <a:pt x="9349" y="9494"/>
                    <a:pt x="9254" y="9494"/>
                  </a:cubicBezTo>
                  <a:cubicBezTo>
                    <a:pt x="9159" y="9494"/>
                    <a:pt x="9065" y="9532"/>
                    <a:pt x="8989" y="9608"/>
                  </a:cubicBezTo>
                  <a:lnTo>
                    <a:pt x="8723" y="9854"/>
                  </a:lnTo>
                  <a:lnTo>
                    <a:pt x="7434" y="8565"/>
                  </a:lnTo>
                  <a:lnTo>
                    <a:pt x="8401" y="8053"/>
                  </a:lnTo>
                  <a:cubicBezTo>
                    <a:pt x="8791" y="7874"/>
                    <a:pt x="8596" y="7362"/>
                    <a:pt x="8258" y="7362"/>
                  </a:cubicBezTo>
                  <a:cubicBezTo>
                    <a:pt x="8201" y="7362"/>
                    <a:pt x="8141" y="7376"/>
                    <a:pt x="8079" y="7408"/>
                  </a:cubicBezTo>
                  <a:lnTo>
                    <a:pt x="3167" y="9873"/>
                  </a:lnTo>
                  <a:cubicBezTo>
                    <a:pt x="3016" y="9210"/>
                    <a:pt x="3338" y="8527"/>
                    <a:pt x="3945" y="8224"/>
                  </a:cubicBezTo>
                  <a:lnTo>
                    <a:pt x="3926" y="8224"/>
                  </a:lnTo>
                  <a:cubicBezTo>
                    <a:pt x="4381" y="7996"/>
                    <a:pt x="9690" y="5247"/>
                    <a:pt x="12155" y="4014"/>
                  </a:cubicBezTo>
                  <a:close/>
                  <a:moveTo>
                    <a:pt x="13919" y="6859"/>
                  </a:moveTo>
                  <a:cubicBezTo>
                    <a:pt x="14168" y="6946"/>
                    <a:pt x="14433" y="6992"/>
                    <a:pt x="14699" y="6992"/>
                  </a:cubicBezTo>
                  <a:cubicBezTo>
                    <a:pt x="14838" y="6992"/>
                    <a:pt x="14977" y="6979"/>
                    <a:pt x="15113" y="6953"/>
                  </a:cubicBezTo>
                  <a:lnTo>
                    <a:pt x="15113" y="6953"/>
                  </a:lnTo>
                  <a:cubicBezTo>
                    <a:pt x="13881" y="9418"/>
                    <a:pt x="11112" y="14728"/>
                    <a:pt x="10885" y="15183"/>
                  </a:cubicBezTo>
                  <a:lnTo>
                    <a:pt x="10904" y="15183"/>
                  </a:lnTo>
                  <a:cubicBezTo>
                    <a:pt x="10638" y="15676"/>
                    <a:pt x="10126" y="15998"/>
                    <a:pt x="9576" y="15998"/>
                  </a:cubicBezTo>
                  <a:cubicBezTo>
                    <a:pt x="9463" y="15998"/>
                    <a:pt x="9368" y="15979"/>
                    <a:pt x="9273" y="15960"/>
                  </a:cubicBezTo>
                  <a:lnTo>
                    <a:pt x="13919" y="6859"/>
                  </a:lnTo>
                  <a:close/>
                  <a:moveTo>
                    <a:pt x="17971" y="1"/>
                  </a:moveTo>
                  <a:cubicBezTo>
                    <a:pt x="17697" y="1"/>
                    <a:pt x="17411" y="116"/>
                    <a:pt x="17161" y="393"/>
                  </a:cubicBezTo>
                  <a:lnTo>
                    <a:pt x="15606" y="1947"/>
                  </a:lnTo>
                  <a:cubicBezTo>
                    <a:pt x="15316" y="1841"/>
                    <a:pt x="15017" y="1790"/>
                    <a:pt x="14722" y="1790"/>
                  </a:cubicBezTo>
                  <a:cubicBezTo>
                    <a:pt x="13861" y="1790"/>
                    <a:pt x="13034" y="2223"/>
                    <a:pt x="12553" y="2971"/>
                  </a:cubicBezTo>
                  <a:cubicBezTo>
                    <a:pt x="9709" y="4394"/>
                    <a:pt x="7472" y="5550"/>
                    <a:pt x="5860" y="6403"/>
                  </a:cubicBezTo>
                  <a:lnTo>
                    <a:pt x="5462" y="6612"/>
                  </a:lnTo>
                  <a:lnTo>
                    <a:pt x="3736" y="4868"/>
                  </a:lnTo>
                  <a:cubicBezTo>
                    <a:pt x="3655" y="4773"/>
                    <a:pt x="3562" y="4734"/>
                    <a:pt x="3471" y="4734"/>
                  </a:cubicBezTo>
                  <a:cubicBezTo>
                    <a:pt x="3180" y="4734"/>
                    <a:pt x="2921" y="5138"/>
                    <a:pt x="3224" y="5398"/>
                  </a:cubicBezTo>
                  <a:lnTo>
                    <a:pt x="4798" y="6953"/>
                  </a:lnTo>
                  <a:cubicBezTo>
                    <a:pt x="4362" y="7162"/>
                    <a:pt x="3964" y="7389"/>
                    <a:pt x="3623" y="7560"/>
                  </a:cubicBezTo>
                  <a:cubicBezTo>
                    <a:pt x="2637" y="8034"/>
                    <a:pt x="2163" y="9172"/>
                    <a:pt x="2504" y="10215"/>
                  </a:cubicBezTo>
                  <a:lnTo>
                    <a:pt x="266" y="11333"/>
                  </a:lnTo>
                  <a:cubicBezTo>
                    <a:pt x="77" y="11428"/>
                    <a:pt x="1" y="11656"/>
                    <a:pt x="96" y="11845"/>
                  </a:cubicBezTo>
                  <a:cubicBezTo>
                    <a:pt x="163" y="11980"/>
                    <a:pt x="287" y="12057"/>
                    <a:pt x="421" y="12057"/>
                  </a:cubicBezTo>
                  <a:cubicBezTo>
                    <a:pt x="476" y="12057"/>
                    <a:pt x="533" y="12044"/>
                    <a:pt x="589" y="12016"/>
                  </a:cubicBezTo>
                  <a:lnTo>
                    <a:pt x="6732" y="8906"/>
                  </a:lnTo>
                  <a:lnTo>
                    <a:pt x="8211" y="10385"/>
                  </a:lnTo>
                  <a:lnTo>
                    <a:pt x="7946" y="10651"/>
                  </a:lnTo>
                  <a:cubicBezTo>
                    <a:pt x="7667" y="10915"/>
                    <a:pt x="7921" y="11292"/>
                    <a:pt x="8217" y="11292"/>
                  </a:cubicBezTo>
                  <a:cubicBezTo>
                    <a:pt x="8304" y="11292"/>
                    <a:pt x="8395" y="11259"/>
                    <a:pt x="8477" y="11182"/>
                  </a:cubicBezTo>
                  <a:lnTo>
                    <a:pt x="8723" y="10916"/>
                  </a:lnTo>
                  <a:lnTo>
                    <a:pt x="10240" y="12414"/>
                  </a:lnTo>
                  <a:cubicBezTo>
                    <a:pt x="8268" y="16282"/>
                    <a:pt x="9330" y="14197"/>
                    <a:pt x="7111" y="18520"/>
                  </a:cubicBezTo>
                  <a:cubicBezTo>
                    <a:pt x="6947" y="18823"/>
                    <a:pt x="7196" y="19076"/>
                    <a:pt x="7442" y="19076"/>
                  </a:cubicBezTo>
                  <a:cubicBezTo>
                    <a:pt x="7564" y="19076"/>
                    <a:pt x="7687" y="19013"/>
                    <a:pt x="7756" y="18861"/>
                  </a:cubicBezTo>
                  <a:lnTo>
                    <a:pt x="8913" y="16643"/>
                  </a:lnTo>
                  <a:cubicBezTo>
                    <a:pt x="9121" y="16700"/>
                    <a:pt x="9349" y="16737"/>
                    <a:pt x="9576" y="16737"/>
                  </a:cubicBezTo>
                  <a:cubicBezTo>
                    <a:pt x="10411" y="16737"/>
                    <a:pt x="11188" y="16263"/>
                    <a:pt x="11567" y="15505"/>
                  </a:cubicBezTo>
                  <a:cubicBezTo>
                    <a:pt x="11738" y="15164"/>
                    <a:pt x="11947" y="14765"/>
                    <a:pt x="12155" y="14329"/>
                  </a:cubicBezTo>
                  <a:lnTo>
                    <a:pt x="13710" y="15903"/>
                  </a:lnTo>
                  <a:cubicBezTo>
                    <a:pt x="13794" y="15982"/>
                    <a:pt x="13885" y="16015"/>
                    <a:pt x="13972" y="16015"/>
                  </a:cubicBezTo>
                  <a:cubicBezTo>
                    <a:pt x="14262" y="16015"/>
                    <a:pt x="14503" y="15649"/>
                    <a:pt x="14241" y="15372"/>
                  </a:cubicBezTo>
                  <a:lnTo>
                    <a:pt x="12516" y="13647"/>
                  </a:lnTo>
                  <a:lnTo>
                    <a:pt x="12724" y="13267"/>
                  </a:lnTo>
                  <a:cubicBezTo>
                    <a:pt x="13558" y="11637"/>
                    <a:pt x="14715" y="9418"/>
                    <a:pt x="16137" y="6574"/>
                  </a:cubicBezTo>
                  <a:cubicBezTo>
                    <a:pt x="16289" y="6479"/>
                    <a:pt x="16441" y="6366"/>
                    <a:pt x="16573" y="6233"/>
                  </a:cubicBezTo>
                  <a:cubicBezTo>
                    <a:pt x="17275" y="5512"/>
                    <a:pt x="17502" y="4469"/>
                    <a:pt x="17180" y="3521"/>
                  </a:cubicBezTo>
                  <a:lnTo>
                    <a:pt x="18735" y="1966"/>
                  </a:lnTo>
                  <a:cubicBezTo>
                    <a:pt x="19600" y="1159"/>
                    <a:pt x="18842" y="1"/>
                    <a:pt x="179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110"/>
            <p:cNvSpPr/>
            <p:nvPr/>
          </p:nvSpPr>
          <p:spPr>
            <a:xfrm>
              <a:off x="6015963" y="2522175"/>
              <a:ext cx="156150" cy="150475"/>
            </a:xfrm>
            <a:custGeom>
              <a:avLst/>
              <a:gdLst/>
              <a:ahLst/>
              <a:cxnLst/>
              <a:rect l="l" t="t" r="r" b="b"/>
              <a:pathLst>
                <a:path w="6246" h="6019" extrusionOk="0">
                  <a:moveTo>
                    <a:pt x="480" y="0"/>
                  </a:moveTo>
                  <a:cubicBezTo>
                    <a:pt x="245" y="0"/>
                    <a:pt x="1" y="213"/>
                    <a:pt x="118" y="506"/>
                  </a:cubicBezTo>
                  <a:lnTo>
                    <a:pt x="137" y="525"/>
                  </a:lnTo>
                  <a:cubicBezTo>
                    <a:pt x="1028" y="3085"/>
                    <a:pt x="3057" y="5095"/>
                    <a:pt x="5617" y="6005"/>
                  </a:cubicBezTo>
                  <a:cubicBezTo>
                    <a:pt x="5652" y="6014"/>
                    <a:pt x="5685" y="6018"/>
                    <a:pt x="5717" y="6018"/>
                  </a:cubicBezTo>
                  <a:cubicBezTo>
                    <a:pt x="6085" y="6018"/>
                    <a:pt x="6245" y="5460"/>
                    <a:pt x="5844" y="5303"/>
                  </a:cubicBezTo>
                  <a:cubicBezTo>
                    <a:pt x="3493" y="4469"/>
                    <a:pt x="1654" y="2611"/>
                    <a:pt x="819" y="278"/>
                  </a:cubicBezTo>
                  <a:cubicBezTo>
                    <a:pt x="769" y="82"/>
                    <a:pt x="626" y="0"/>
                    <a:pt x="4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7" name="Google Shape;3137;p110"/>
          <p:cNvGrpSpPr/>
          <p:nvPr/>
        </p:nvGrpSpPr>
        <p:grpSpPr>
          <a:xfrm>
            <a:off x="7411181" y="1991488"/>
            <a:ext cx="365773" cy="365788"/>
            <a:chOff x="6741813" y="2198225"/>
            <a:chExt cx="637125" cy="637150"/>
          </a:xfrm>
        </p:grpSpPr>
        <p:sp>
          <p:nvSpPr>
            <p:cNvPr id="3138" name="Google Shape;3138;p110"/>
            <p:cNvSpPr/>
            <p:nvPr/>
          </p:nvSpPr>
          <p:spPr>
            <a:xfrm>
              <a:off x="6853688" y="2648575"/>
              <a:ext cx="512925" cy="174475"/>
            </a:xfrm>
            <a:custGeom>
              <a:avLst/>
              <a:gdLst/>
              <a:ahLst/>
              <a:cxnLst/>
              <a:rect l="l" t="t" r="r" b="b"/>
              <a:pathLst>
                <a:path w="20517" h="6979" extrusionOk="0">
                  <a:moveTo>
                    <a:pt x="7926" y="1"/>
                  </a:moveTo>
                  <a:lnTo>
                    <a:pt x="0" y="6941"/>
                  </a:lnTo>
                  <a:lnTo>
                    <a:pt x="0" y="6978"/>
                  </a:lnTo>
                  <a:lnTo>
                    <a:pt x="20516" y="6978"/>
                  </a:lnTo>
                  <a:lnTo>
                    <a:pt x="205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110"/>
            <p:cNvSpPr/>
            <p:nvPr/>
          </p:nvSpPr>
          <p:spPr>
            <a:xfrm>
              <a:off x="6902988" y="2313425"/>
              <a:ext cx="360750" cy="484025"/>
            </a:xfrm>
            <a:custGeom>
              <a:avLst/>
              <a:gdLst/>
              <a:ahLst/>
              <a:cxnLst/>
              <a:rect l="l" t="t" r="r" b="b"/>
              <a:pathLst>
                <a:path w="14430" h="19361" extrusionOk="0">
                  <a:moveTo>
                    <a:pt x="9500" y="1"/>
                  </a:moveTo>
                  <a:lnTo>
                    <a:pt x="1024" y="8477"/>
                  </a:lnTo>
                  <a:lnTo>
                    <a:pt x="0" y="19361"/>
                  </a:lnTo>
                  <a:lnTo>
                    <a:pt x="14430" y="4931"/>
                  </a:lnTo>
                  <a:lnTo>
                    <a:pt x="95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110"/>
            <p:cNvSpPr/>
            <p:nvPr/>
          </p:nvSpPr>
          <p:spPr>
            <a:xfrm>
              <a:off x="6754138" y="2598800"/>
              <a:ext cx="174450" cy="224250"/>
            </a:xfrm>
            <a:custGeom>
              <a:avLst/>
              <a:gdLst/>
              <a:ahLst/>
              <a:cxnLst/>
              <a:rect l="l" t="t" r="r" b="b"/>
              <a:pathLst>
                <a:path w="6978" h="8970" extrusionOk="0">
                  <a:moveTo>
                    <a:pt x="0" y="1"/>
                  </a:moveTo>
                  <a:lnTo>
                    <a:pt x="0" y="5481"/>
                  </a:lnTo>
                  <a:cubicBezTo>
                    <a:pt x="0" y="7415"/>
                    <a:pt x="1555" y="8969"/>
                    <a:pt x="3489" y="8969"/>
                  </a:cubicBezTo>
                  <a:cubicBezTo>
                    <a:pt x="5404" y="8969"/>
                    <a:pt x="6978" y="7415"/>
                    <a:pt x="6978" y="5481"/>
                  </a:cubicBezTo>
                  <a:lnTo>
                    <a:pt x="697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110"/>
            <p:cNvSpPr/>
            <p:nvPr/>
          </p:nvSpPr>
          <p:spPr>
            <a:xfrm>
              <a:off x="6754138" y="2210575"/>
              <a:ext cx="174450" cy="388250"/>
            </a:xfrm>
            <a:custGeom>
              <a:avLst/>
              <a:gdLst/>
              <a:ahLst/>
              <a:cxnLst/>
              <a:rect l="l" t="t" r="r" b="b"/>
              <a:pathLst>
                <a:path w="6978" h="15530" extrusionOk="0">
                  <a:moveTo>
                    <a:pt x="0" y="0"/>
                  </a:moveTo>
                  <a:lnTo>
                    <a:pt x="0" y="15530"/>
                  </a:lnTo>
                  <a:lnTo>
                    <a:pt x="6978" y="15530"/>
                  </a:lnTo>
                  <a:lnTo>
                    <a:pt x="697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110"/>
            <p:cNvSpPr/>
            <p:nvPr/>
          </p:nvSpPr>
          <p:spPr>
            <a:xfrm>
              <a:off x="6791113" y="2698350"/>
              <a:ext cx="87225" cy="74850"/>
            </a:xfrm>
            <a:custGeom>
              <a:avLst/>
              <a:gdLst/>
              <a:ahLst/>
              <a:cxnLst/>
              <a:rect l="l" t="t" r="r" b="b"/>
              <a:pathLst>
                <a:path w="3489" h="2994" extrusionOk="0">
                  <a:moveTo>
                    <a:pt x="2010" y="1"/>
                  </a:moveTo>
                  <a:cubicBezTo>
                    <a:pt x="664" y="1"/>
                    <a:pt x="0" y="1612"/>
                    <a:pt x="948" y="2560"/>
                  </a:cubicBezTo>
                  <a:cubicBezTo>
                    <a:pt x="1253" y="2859"/>
                    <a:pt x="1625" y="2994"/>
                    <a:pt x="1989" y="2994"/>
                  </a:cubicBezTo>
                  <a:cubicBezTo>
                    <a:pt x="2757" y="2994"/>
                    <a:pt x="3489" y="2399"/>
                    <a:pt x="3489" y="1499"/>
                  </a:cubicBezTo>
                  <a:cubicBezTo>
                    <a:pt x="3489" y="683"/>
                    <a:pt x="2825" y="1"/>
                    <a:pt x="20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110"/>
            <p:cNvSpPr/>
            <p:nvPr/>
          </p:nvSpPr>
          <p:spPr>
            <a:xfrm>
              <a:off x="7222013" y="2686025"/>
              <a:ext cx="29400" cy="25150"/>
            </a:xfrm>
            <a:custGeom>
              <a:avLst/>
              <a:gdLst/>
              <a:ahLst/>
              <a:cxnLst/>
              <a:rect l="l" t="t" r="r" b="b"/>
              <a:pathLst>
                <a:path w="1176" h="1006" extrusionOk="0">
                  <a:moveTo>
                    <a:pt x="506" y="1"/>
                  </a:moveTo>
                  <a:cubicBezTo>
                    <a:pt x="250" y="1"/>
                    <a:pt x="0" y="200"/>
                    <a:pt x="0" y="494"/>
                  </a:cubicBezTo>
                  <a:cubicBezTo>
                    <a:pt x="0" y="778"/>
                    <a:pt x="228" y="1006"/>
                    <a:pt x="512" y="1006"/>
                  </a:cubicBezTo>
                  <a:cubicBezTo>
                    <a:pt x="948" y="1006"/>
                    <a:pt x="1176" y="456"/>
                    <a:pt x="853" y="152"/>
                  </a:cubicBezTo>
                  <a:cubicBezTo>
                    <a:pt x="754" y="47"/>
                    <a:pt x="629" y="1"/>
                    <a:pt x="5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110"/>
            <p:cNvSpPr/>
            <p:nvPr/>
          </p:nvSpPr>
          <p:spPr>
            <a:xfrm>
              <a:off x="6787313" y="2322450"/>
              <a:ext cx="28950" cy="24925"/>
            </a:xfrm>
            <a:custGeom>
              <a:avLst/>
              <a:gdLst/>
              <a:ahLst/>
              <a:cxnLst/>
              <a:rect l="l" t="t" r="r" b="b"/>
              <a:pathLst>
                <a:path w="1158" h="997" extrusionOk="0">
                  <a:moveTo>
                    <a:pt x="664" y="0"/>
                  </a:moveTo>
                  <a:cubicBezTo>
                    <a:pt x="209" y="0"/>
                    <a:pt x="0" y="531"/>
                    <a:pt x="304" y="853"/>
                  </a:cubicBezTo>
                  <a:cubicBezTo>
                    <a:pt x="408" y="952"/>
                    <a:pt x="534" y="996"/>
                    <a:pt x="657" y="996"/>
                  </a:cubicBezTo>
                  <a:cubicBezTo>
                    <a:pt x="914" y="996"/>
                    <a:pt x="1157" y="801"/>
                    <a:pt x="1157" y="493"/>
                  </a:cubicBezTo>
                  <a:cubicBezTo>
                    <a:pt x="1157" y="228"/>
                    <a:pt x="930" y="0"/>
                    <a:pt x="6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110"/>
            <p:cNvSpPr/>
            <p:nvPr/>
          </p:nvSpPr>
          <p:spPr>
            <a:xfrm>
              <a:off x="6741813" y="2198225"/>
              <a:ext cx="637125" cy="637150"/>
            </a:xfrm>
            <a:custGeom>
              <a:avLst/>
              <a:gdLst/>
              <a:ahLst/>
              <a:cxnLst/>
              <a:rect l="l" t="t" r="r" b="b"/>
              <a:pathLst>
                <a:path w="25485" h="25486" extrusionOk="0">
                  <a:moveTo>
                    <a:pt x="6959" y="987"/>
                  </a:moveTo>
                  <a:lnTo>
                    <a:pt x="6959" y="4969"/>
                  </a:lnTo>
                  <a:lnTo>
                    <a:pt x="4475" y="4969"/>
                  </a:lnTo>
                  <a:cubicBezTo>
                    <a:pt x="3811" y="4969"/>
                    <a:pt x="3811" y="5974"/>
                    <a:pt x="4475" y="5974"/>
                  </a:cubicBezTo>
                  <a:lnTo>
                    <a:pt x="6959" y="5974"/>
                  </a:lnTo>
                  <a:lnTo>
                    <a:pt x="6959" y="10544"/>
                  </a:lnTo>
                  <a:lnTo>
                    <a:pt x="986" y="10544"/>
                  </a:lnTo>
                  <a:lnTo>
                    <a:pt x="986" y="987"/>
                  </a:lnTo>
                  <a:close/>
                  <a:moveTo>
                    <a:pt x="6959" y="11549"/>
                  </a:moveTo>
                  <a:lnTo>
                    <a:pt x="6959" y="15531"/>
                  </a:lnTo>
                  <a:lnTo>
                    <a:pt x="986" y="15531"/>
                  </a:lnTo>
                  <a:lnTo>
                    <a:pt x="986" y="11549"/>
                  </a:lnTo>
                  <a:close/>
                  <a:moveTo>
                    <a:pt x="15947" y="5310"/>
                  </a:moveTo>
                  <a:lnTo>
                    <a:pt x="20156" y="9539"/>
                  </a:lnTo>
                  <a:lnTo>
                    <a:pt x="7945" y="21750"/>
                  </a:lnTo>
                  <a:lnTo>
                    <a:pt x="7945" y="21504"/>
                  </a:lnTo>
                  <a:lnTo>
                    <a:pt x="7945" y="13293"/>
                  </a:lnTo>
                  <a:lnTo>
                    <a:pt x="15947" y="5310"/>
                  </a:lnTo>
                  <a:close/>
                  <a:moveTo>
                    <a:pt x="6959" y="16517"/>
                  </a:moveTo>
                  <a:lnTo>
                    <a:pt x="6959" y="21504"/>
                  </a:lnTo>
                  <a:cubicBezTo>
                    <a:pt x="6959" y="23153"/>
                    <a:pt x="5632" y="24481"/>
                    <a:pt x="3982" y="24481"/>
                  </a:cubicBezTo>
                  <a:cubicBezTo>
                    <a:pt x="2332" y="24481"/>
                    <a:pt x="986" y="23153"/>
                    <a:pt x="986" y="21504"/>
                  </a:cubicBezTo>
                  <a:lnTo>
                    <a:pt x="986" y="16517"/>
                  </a:lnTo>
                  <a:close/>
                  <a:moveTo>
                    <a:pt x="8950" y="22167"/>
                  </a:moveTo>
                  <a:lnTo>
                    <a:pt x="8950" y="24499"/>
                  </a:lnTo>
                  <a:lnTo>
                    <a:pt x="6599" y="24499"/>
                  </a:lnTo>
                  <a:cubicBezTo>
                    <a:pt x="6656" y="24443"/>
                    <a:pt x="6731" y="24386"/>
                    <a:pt x="6788" y="24329"/>
                  </a:cubicBezTo>
                  <a:lnTo>
                    <a:pt x="8950" y="22167"/>
                  </a:lnTo>
                  <a:close/>
                  <a:moveTo>
                    <a:pt x="13918" y="18527"/>
                  </a:moveTo>
                  <a:lnTo>
                    <a:pt x="13918" y="24499"/>
                  </a:lnTo>
                  <a:lnTo>
                    <a:pt x="9955" y="24499"/>
                  </a:lnTo>
                  <a:lnTo>
                    <a:pt x="9955" y="21181"/>
                  </a:lnTo>
                  <a:lnTo>
                    <a:pt x="12591" y="18527"/>
                  </a:lnTo>
                  <a:close/>
                  <a:moveTo>
                    <a:pt x="24479" y="18527"/>
                  </a:moveTo>
                  <a:lnTo>
                    <a:pt x="24479" y="24499"/>
                  </a:lnTo>
                  <a:lnTo>
                    <a:pt x="20194" y="24499"/>
                  </a:lnTo>
                  <a:lnTo>
                    <a:pt x="20194" y="21997"/>
                  </a:lnTo>
                  <a:cubicBezTo>
                    <a:pt x="20194" y="21665"/>
                    <a:pt x="19948" y="21499"/>
                    <a:pt x="19701" y="21499"/>
                  </a:cubicBezTo>
                  <a:cubicBezTo>
                    <a:pt x="19455" y="21499"/>
                    <a:pt x="19208" y="21665"/>
                    <a:pt x="19208" y="21997"/>
                  </a:cubicBezTo>
                  <a:lnTo>
                    <a:pt x="19208" y="24499"/>
                  </a:lnTo>
                  <a:lnTo>
                    <a:pt x="14923" y="24499"/>
                  </a:lnTo>
                  <a:lnTo>
                    <a:pt x="14923" y="18527"/>
                  </a:lnTo>
                  <a:close/>
                  <a:moveTo>
                    <a:pt x="460" y="0"/>
                  </a:moveTo>
                  <a:cubicBezTo>
                    <a:pt x="193" y="0"/>
                    <a:pt x="0" y="221"/>
                    <a:pt x="0" y="494"/>
                  </a:cubicBezTo>
                  <a:lnTo>
                    <a:pt x="0" y="21504"/>
                  </a:lnTo>
                  <a:cubicBezTo>
                    <a:pt x="0" y="23703"/>
                    <a:pt x="1782" y="25485"/>
                    <a:pt x="3982" y="25485"/>
                  </a:cubicBezTo>
                  <a:lnTo>
                    <a:pt x="24991" y="25485"/>
                  </a:lnTo>
                  <a:cubicBezTo>
                    <a:pt x="25257" y="25485"/>
                    <a:pt x="25484" y="25258"/>
                    <a:pt x="25484" y="24992"/>
                  </a:cubicBezTo>
                  <a:lnTo>
                    <a:pt x="25484" y="18015"/>
                  </a:lnTo>
                  <a:cubicBezTo>
                    <a:pt x="25484" y="17749"/>
                    <a:pt x="25257" y="17522"/>
                    <a:pt x="24991" y="17522"/>
                  </a:cubicBezTo>
                  <a:lnTo>
                    <a:pt x="13596" y="17522"/>
                  </a:lnTo>
                  <a:lnTo>
                    <a:pt x="21237" y="9880"/>
                  </a:lnTo>
                  <a:cubicBezTo>
                    <a:pt x="21427" y="9691"/>
                    <a:pt x="21427" y="9368"/>
                    <a:pt x="21237" y="9179"/>
                  </a:cubicBezTo>
                  <a:lnTo>
                    <a:pt x="16307" y="4268"/>
                  </a:lnTo>
                  <a:cubicBezTo>
                    <a:pt x="16203" y="4163"/>
                    <a:pt x="16070" y="4111"/>
                    <a:pt x="15940" y="4111"/>
                  </a:cubicBezTo>
                  <a:cubicBezTo>
                    <a:pt x="15809" y="4111"/>
                    <a:pt x="15681" y="4163"/>
                    <a:pt x="15586" y="4268"/>
                  </a:cubicBezTo>
                  <a:lnTo>
                    <a:pt x="7945" y="11890"/>
                  </a:lnTo>
                  <a:lnTo>
                    <a:pt x="7945" y="494"/>
                  </a:lnTo>
                  <a:cubicBezTo>
                    <a:pt x="7945" y="210"/>
                    <a:pt x="7736" y="1"/>
                    <a:pt x="7452" y="1"/>
                  </a:cubicBezTo>
                  <a:lnTo>
                    <a:pt x="493" y="1"/>
                  </a:lnTo>
                  <a:cubicBezTo>
                    <a:pt x="482" y="1"/>
                    <a:pt x="471" y="0"/>
                    <a:pt x="4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110"/>
            <p:cNvSpPr/>
            <p:nvPr/>
          </p:nvSpPr>
          <p:spPr>
            <a:xfrm>
              <a:off x="6791588" y="2686000"/>
              <a:ext cx="116150" cy="99600"/>
            </a:xfrm>
            <a:custGeom>
              <a:avLst/>
              <a:gdLst/>
              <a:ahLst/>
              <a:cxnLst/>
              <a:rect l="l" t="t" r="r" b="b"/>
              <a:pathLst>
                <a:path w="4646" h="3984" extrusionOk="0">
                  <a:moveTo>
                    <a:pt x="1991" y="1007"/>
                  </a:moveTo>
                  <a:cubicBezTo>
                    <a:pt x="2863" y="1007"/>
                    <a:pt x="3318" y="2068"/>
                    <a:pt x="2693" y="2694"/>
                  </a:cubicBezTo>
                  <a:cubicBezTo>
                    <a:pt x="2489" y="2897"/>
                    <a:pt x="2238" y="2989"/>
                    <a:pt x="1992" y="2989"/>
                  </a:cubicBezTo>
                  <a:cubicBezTo>
                    <a:pt x="1479" y="2989"/>
                    <a:pt x="986" y="2594"/>
                    <a:pt x="986" y="1993"/>
                  </a:cubicBezTo>
                  <a:cubicBezTo>
                    <a:pt x="986" y="1443"/>
                    <a:pt x="1441" y="1007"/>
                    <a:pt x="1991" y="1007"/>
                  </a:cubicBezTo>
                  <a:close/>
                  <a:moveTo>
                    <a:pt x="1997" y="1"/>
                  </a:moveTo>
                  <a:cubicBezTo>
                    <a:pt x="977" y="1"/>
                    <a:pt x="0" y="789"/>
                    <a:pt x="0" y="1993"/>
                  </a:cubicBezTo>
                  <a:cubicBezTo>
                    <a:pt x="0" y="3092"/>
                    <a:pt x="891" y="3984"/>
                    <a:pt x="1991" y="3984"/>
                  </a:cubicBezTo>
                  <a:cubicBezTo>
                    <a:pt x="3754" y="3984"/>
                    <a:pt x="4646" y="1841"/>
                    <a:pt x="3394" y="589"/>
                  </a:cubicBezTo>
                  <a:cubicBezTo>
                    <a:pt x="2988" y="183"/>
                    <a:pt x="2487" y="1"/>
                    <a:pt x="19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7" name="Google Shape;3147;p110"/>
          <p:cNvGrpSpPr/>
          <p:nvPr/>
        </p:nvGrpSpPr>
        <p:grpSpPr>
          <a:xfrm>
            <a:off x="8129272" y="1991501"/>
            <a:ext cx="365776" cy="365763"/>
            <a:chOff x="4193363" y="2293000"/>
            <a:chExt cx="381175" cy="380725"/>
          </a:xfrm>
        </p:grpSpPr>
        <p:sp>
          <p:nvSpPr>
            <p:cNvPr id="3148" name="Google Shape;3148;p110"/>
            <p:cNvSpPr/>
            <p:nvPr/>
          </p:nvSpPr>
          <p:spPr>
            <a:xfrm>
              <a:off x="4537538" y="2636725"/>
              <a:ext cx="29400" cy="29425"/>
            </a:xfrm>
            <a:custGeom>
              <a:avLst/>
              <a:gdLst/>
              <a:ahLst/>
              <a:cxnLst/>
              <a:rect l="l" t="t" r="r" b="b"/>
              <a:pathLst>
                <a:path w="1176" h="1177" extrusionOk="0">
                  <a:moveTo>
                    <a:pt x="0" y="1"/>
                  </a:moveTo>
                  <a:lnTo>
                    <a:pt x="0"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110"/>
            <p:cNvSpPr/>
            <p:nvPr/>
          </p:nvSpPr>
          <p:spPr>
            <a:xfrm>
              <a:off x="4537538" y="2468450"/>
              <a:ext cx="29400" cy="29400"/>
            </a:xfrm>
            <a:custGeom>
              <a:avLst/>
              <a:gdLst/>
              <a:ahLst/>
              <a:cxnLst/>
              <a:rect l="l" t="t" r="r" b="b"/>
              <a:pathLst>
                <a:path w="1176" h="1176" extrusionOk="0">
                  <a:moveTo>
                    <a:pt x="0" y="0"/>
                  </a:moveTo>
                  <a:lnTo>
                    <a:pt x="0" y="1176"/>
                  </a:lnTo>
                  <a:lnTo>
                    <a:pt x="1176" y="1176"/>
                  </a:lnTo>
                  <a:lnTo>
                    <a:pt x="11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110"/>
            <p:cNvSpPr/>
            <p:nvPr/>
          </p:nvSpPr>
          <p:spPr>
            <a:xfrm>
              <a:off x="4537538" y="2300150"/>
              <a:ext cx="29400" cy="29900"/>
            </a:xfrm>
            <a:custGeom>
              <a:avLst/>
              <a:gdLst/>
              <a:ahLst/>
              <a:cxnLst/>
              <a:rect l="l" t="t" r="r" b="b"/>
              <a:pathLst>
                <a:path w="1176" h="1196" extrusionOk="0">
                  <a:moveTo>
                    <a:pt x="0" y="1"/>
                  </a:moveTo>
                  <a:lnTo>
                    <a:pt x="0"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110"/>
            <p:cNvSpPr/>
            <p:nvPr/>
          </p:nvSpPr>
          <p:spPr>
            <a:xfrm>
              <a:off x="4260688" y="2374575"/>
              <a:ext cx="247000" cy="217150"/>
            </a:xfrm>
            <a:custGeom>
              <a:avLst/>
              <a:gdLst/>
              <a:ahLst/>
              <a:cxnLst/>
              <a:rect l="l" t="t" r="r" b="b"/>
              <a:pathLst>
                <a:path w="9880" h="8686" extrusionOk="0">
                  <a:moveTo>
                    <a:pt x="1" y="1"/>
                  </a:moveTo>
                  <a:lnTo>
                    <a:pt x="1" y="3149"/>
                  </a:lnTo>
                  <a:cubicBezTo>
                    <a:pt x="1" y="2485"/>
                    <a:pt x="531" y="1973"/>
                    <a:pt x="1176" y="1973"/>
                  </a:cubicBezTo>
                  <a:lnTo>
                    <a:pt x="3736" y="1973"/>
                  </a:lnTo>
                  <a:lnTo>
                    <a:pt x="3736" y="7491"/>
                  </a:lnTo>
                  <a:cubicBezTo>
                    <a:pt x="3736" y="8154"/>
                    <a:pt x="3205" y="8685"/>
                    <a:pt x="2560" y="8685"/>
                  </a:cubicBezTo>
                  <a:lnTo>
                    <a:pt x="7301" y="8685"/>
                  </a:lnTo>
                  <a:cubicBezTo>
                    <a:pt x="6656" y="8685"/>
                    <a:pt x="6125" y="8154"/>
                    <a:pt x="6125" y="7491"/>
                  </a:cubicBezTo>
                  <a:lnTo>
                    <a:pt x="6125" y="1973"/>
                  </a:lnTo>
                  <a:lnTo>
                    <a:pt x="8704" y="1973"/>
                  </a:lnTo>
                  <a:cubicBezTo>
                    <a:pt x="9349" y="1973"/>
                    <a:pt x="9879" y="2485"/>
                    <a:pt x="9879" y="3149"/>
                  </a:cubicBezTo>
                  <a:lnTo>
                    <a:pt x="9879" y="1973"/>
                  </a:lnTo>
                  <a:lnTo>
                    <a:pt x="987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110"/>
            <p:cNvSpPr/>
            <p:nvPr/>
          </p:nvSpPr>
          <p:spPr>
            <a:xfrm>
              <a:off x="4369238" y="2636725"/>
              <a:ext cx="29425" cy="29425"/>
            </a:xfrm>
            <a:custGeom>
              <a:avLst/>
              <a:gdLst/>
              <a:ahLst/>
              <a:cxnLst/>
              <a:rect l="l" t="t" r="r" b="b"/>
              <a:pathLst>
                <a:path w="1177" h="1177" extrusionOk="0">
                  <a:moveTo>
                    <a:pt x="1" y="1"/>
                  </a:moveTo>
                  <a:lnTo>
                    <a:pt x="1"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110"/>
            <p:cNvSpPr/>
            <p:nvPr/>
          </p:nvSpPr>
          <p:spPr>
            <a:xfrm>
              <a:off x="4369238" y="2300150"/>
              <a:ext cx="29425" cy="29900"/>
            </a:xfrm>
            <a:custGeom>
              <a:avLst/>
              <a:gdLst/>
              <a:ahLst/>
              <a:cxnLst/>
              <a:rect l="l" t="t" r="r" b="b"/>
              <a:pathLst>
                <a:path w="1177" h="1196" extrusionOk="0">
                  <a:moveTo>
                    <a:pt x="1" y="1"/>
                  </a:moveTo>
                  <a:lnTo>
                    <a:pt x="1"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110"/>
            <p:cNvSpPr/>
            <p:nvPr/>
          </p:nvSpPr>
          <p:spPr>
            <a:xfrm>
              <a:off x="4200963" y="2636250"/>
              <a:ext cx="29875" cy="29900"/>
            </a:xfrm>
            <a:custGeom>
              <a:avLst/>
              <a:gdLst/>
              <a:ahLst/>
              <a:cxnLst/>
              <a:rect l="l" t="t" r="r" b="b"/>
              <a:pathLst>
                <a:path w="1195" h="1196" extrusionOk="0">
                  <a:moveTo>
                    <a:pt x="0" y="1"/>
                  </a:moveTo>
                  <a:lnTo>
                    <a:pt x="0" y="1195"/>
                  </a:lnTo>
                  <a:lnTo>
                    <a:pt x="1195" y="1195"/>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110"/>
            <p:cNvSpPr/>
            <p:nvPr/>
          </p:nvSpPr>
          <p:spPr>
            <a:xfrm>
              <a:off x="4200963" y="2468450"/>
              <a:ext cx="29875" cy="29400"/>
            </a:xfrm>
            <a:custGeom>
              <a:avLst/>
              <a:gdLst/>
              <a:ahLst/>
              <a:cxnLst/>
              <a:rect l="l" t="t" r="r" b="b"/>
              <a:pathLst>
                <a:path w="1195" h="1176" extrusionOk="0">
                  <a:moveTo>
                    <a:pt x="0" y="0"/>
                  </a:moveTo>
                  <a:lnTo>
                    <a:pt x="0" y="1176"/>
                  </a:lnTo>
                  <a:lnTo>
                    <a:pt x="1195" y="1176"/>
                  </a:lnTo>
                  <a:lnTo>
                    <a:pt x="119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110"/>
            <p:cNvSpPr/>
            <p:nvPr/>
          </p:nvSpPr>
          <p:spPr>
            <a:xfrm>
              <a:off x="4200963" y="2300150"/>
              <a:ext cx="29875" cy="29900"/>
            </a:xfrm>
            <a:custGeom>
              <a:avLst/>
              <a:gdLst/>
              <a:ahLst/>
              <a:cxnLst/>
              <a:rect l="l" t="t" r="r" b="b"/>
              <a:pathLst>
                <a:path w="1195" h="1196" extrusionOk="0">
                  <a:moveTo>
                    <a:pt x="0" y="1"/>
                  </a:moveTo>
                  <a:lnTo>
                    <a:pt x="0" y="1196"/>
                  </a:lnTo>
                  <a:lnTo>
                    <a:pt x="1195" y="1196"/>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110"/>
            <p:cNvSpPr/>
            <p:nvPr/>
          </p:nvSpPr>
          <p:spPr>
            <a:xfrm>
              <a:off x="4373988" y="2446175"/>
              <a:ext cx="19925" cy="14950"/>
            </a:xfrm>
            <a:custGeom>
              <a:avLst/>
              <a:gdLst/>
              <a:ahLst/>
              <a:cxnLst/>
              <a:rect l="l" t="t" r="r" b="b"/>
              <a:pathLst>
                <a:path w="797" h="598" extrusionOk="0">
                  <a:moveTo>
                    <a:pt x="399" y="0"/>
                  </a:moveTo>
                  <a:cubicBezTo>
                    <a:pt x="133" y="0"/>
                    <a:pt x="0" y="322"/>
                    <a:pt x="190" y="512"/>
                  </a:cubicBezTo>
                  <a:cubicBezTo>
                    <a:pt x="247" y="569"/>
                    <a:pt x="323" y="597"/>
                    <a:pt x="399" y="597"/>
                  </a:cubicBezTo>
                  <a:cubicBezTo>
                    <a:pt x="474" y="597"/>
                    <a:pt x="550" y="569"/>
                    <a:pt x="607" y="512"/>
                  </a:cubicBezTo>
                  <a:cubicBezTo>
                    <a:pt x="797" y="322"/>
                    <a:pt x="664"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110"/>
            <p:cNvSpPr/>
            <p:nvPr/>
          </p:nvSpPr>
          <p:spPr>
            <a:xfrm>
              <a:off x="4193363" y="2293000"/>
              <a:ext cx="381175" cy="380725"/>
            </a:xfrm>
            <a:custGeom>
              <a:avLst/>
              <a:gdLst/>
              <a:ahLst/>
              <a:cxnLst/>
              <a:rect l="l" t="t" r="r" b="b"/>
              <a:pathLst>
                <a:path w="15247" h="15229" extrusionOk="0">
                  <a:moveTo>
                    <a:pt x="1196" y="590"/>
                  </a:moveTo>
                  <a:lnTo>
                    <a:pt x="1196" y="1178"/>
                  </a:lnTo>
                  <a:lnTo>
                    <a:pt x="608" y="1178"/>
                  </a:lnTo>
                  <a:lnTo>
                    <a:pt x="608" y="590"/>
                  </a:lnTo>
                  <a:close/>
                  <a:moveTo>
                    <a:pt x="7927" y="590"/>
                  </a:moveTo>
                  <a:lnTo>
                    <a:pt x="7927" y="1178"/>
                  </a:lnTo>
                  <a:lnTo>
                    <a:pt x="7339" y="1178"/>
                  </a:lnTo>
                  <a:lnTo>
                    <a:pt x="7339" y="590"/>
                  </a:lnTo>
                  <a:close/>
                  <a:moveTo>
                    <a:pt x="14639" y="590"/>
                  </a:moveTo>
                  <a:lnTo>
                    <a:pt x="14639" y="1197"/>
                  </a:lnTo>
                  <a:lnTo>
                    <a:pt x="14051" y="1197"/>
                  </a:lnTo>
                  <a:lnTo>
                    <a:pt x="14051" y="590"/>
                  </a:lnTo>
                  <a:close/>
                  <a:moveTo>
                    <a:pt x="1196" y="7303"/>
                  </a:moveTo>
                  <a:lnTo>
                    <a:pt x="1196" y="7909"/>
                  </a:lnTo>
                  <a:lnTo>
                    <a:pt x="608" y="7909"/>
                  </a:lnTo>
                  <a:lnTo>
                    <a:pt x="608" y="7303"/>
                  </a:lnTo>
                  <a:close/>
                  <a:moveTo>
                    <a:pt x="14639" y="7322"/>
                  </a:moveTo>
                  <a:lnTo>
                    <a:pt x="14639" y="7909"/>
                  </a:lnTo>
                  <a:lnTo>
                    <a:pt x="14051" y="7909"/>
                  </a:lnTo>
                  <a:lnTo>
                    <a:pt x="14051" y="7322"/>
                  </a:lnTo>
                  <a:close/>
                  <a:moveTo>
                    <a:pt x="13445" y="1178"/>
                  </a:moveTo>
                  <a:lnTo>
                    <a:pt x="13445" y="1482"/>
                  </a:lnTo>
                  <a:cubicBezTo>
                    <a:pt x="13445" y="1633"/>
                    <a:pt x="13577" y="1766"/>
                    <a:pt x="13748" y="1766"/>
                  </a:cubicBezTo>
                  <a:lnTo>
                    <a:pt x="14033" y="1766"/>
                  </a:lnTo>
                  <a:lnTo>
                    <a:pt x="14033" y="6715"/>
                  </a:lnTo>
                  <a:lnTo>
                    <a:pt x="13767" y="6715"/>
                  </a:lnTo>
                  <a:cubicBezTo>
                    <a:pt x="13596" y="6715"/>
                    <a:pt x="13464" y="6848"/>
                    <a:pt x="13464" y="6999"/>
                  </a:cubicBezTo>
                  <a:lnTo>
                    <a:pt x="13464" y="8194"/>
                  </a:lnTo>
                  <a:cubicBezTo>
                    <a:pt x="13464" y="8365"/>
                    <a:pt x="13596" y="8497"/>
                    <a:pt x="13767" y="8497"/>
                  </a:cubicBezTo>
                  <a:lnTo>
                    <a:pt x="14051" y="8497"/>
                  </a:lnTo>
                  <a:lnTo>
                    <a:pt x="14051" y="13427"/>
                  </a:lnTo>
                  <a:lnTo>
                    <a:pt x="13767" y="13427"/>
                  </a:lnTo>
                  <a:cubicBezTo>
                    <a:pt x="13596" y="13427"/>
                    <a:pt x="13464" y="13560"/>
                    <a:pt x="13464" y="13731"/>
                  </a:cubicBezTo>
                  <a:lnTo>
                    <a:pt x="13464" y="13750"/>
                  </a:lnTo>
                  <a:lnTo>
                    <a:pt x="13464" y="14034"/>
                  </a:lnTo>
                  <a:lnTo>
                    <a:pt x="8515" y="14034"/>
                  </a:lnTo>
                  <a:lnTo>
                    <a:pt x="8515" y="13750"/>
                  </a:lnTo>
                  <a:cubicBezTo>
                    <a:pt x="8515" y="13579"/>
                    <a:pt x="8382" y="13446"/>
                    <a:pt x="8211" y="13446"/>
                  </a:cubicBezTo>
                  <a:lnTo>
                    <a:pt x="7036" y="13446"/>
                  </a:lnTo>
                  <a:cubicBezTo>
                    <a:pt x="6865" y="13446"/>
                    <a:pt x="6732" y="13579"/>
                    <a:pt x="6732" y="13750"/>
                  </a:cubicBezTo>
                  <a:lnTo>
                    <a:pt x="6732" y="14034"/>
                  </a:lnTo>
                  <a:lnTo>
                    <a:pt x="1802" y="14034"/>
                  </a:lnTo>
                  <a:lnTo>
                    <a:pt x="1802" y="13750"/>
                  </a:lnTo>
                  <a:cubicBezTo>
                    <a:pt x="1802" y="13579"/>
                    <a:pt x="1670" y="13446"/>
                    <a:pt x="1499" y="13446"/>
                  </a:cubicBezTo>
                  <a:lnTo>
                    <a:pt x="1196" y="13446"/>
                  </a:lnTo>
                  <a:lnTo>
                    <a:pt x="1196" y="8497"/>
                  </a:lnTo>
                  <a:lnTo>
                    <a:pt x="1499" y="8497"/>
                  </a:lnTo>
                  <a:cubicBezTo>
                    <a:pt x="1651" y="8497"/>
                    <a:pt x="1783" y="8365"/>
                    <a:pt x="1783" y="8194"/>
                  </a:cubicBezTo>
                  <a:lnTo>
                    <a:pt x="1783" y="7018"/>
                  </a:lnTo>
                  <a:cubicBezTo>
                    <a:pt x="1783" y="6848"/>
                    <a:pt x="1651" y="6715"/>
                    <a:pt x="1499" y="6715"/>
                  </a:cubicBezTo>
                  <a:lnTo>
                    <a:pt x="1196" y="6715"/>
                  </a:lnTo>
                  <a:lnTo>
                    <a:pt x="1196" y="1785"/>
                  </a:lnTo>
                  <a:lnTo>
                    <a:pt x="1499" y="1785"/>
                  </a:lnTo>
                  <a:cubicBezTo>
                    <a:pt x="1651" y="1785"/>
                    <a:pt x="1783" y="1652"/>
                    <a:pt x="1783" y="1482"/>
                  </a:cubicBezTo>
                  <a:lnTo>
                    <a:pt x="1783" y="1178"/>
                  </a:lnTo>
                  <a:lnTo>
                    <a:pt x="6732" y="1178"/>
                  </a:lnTo>
                  <a:lnTo>
                    <a:pt x="6732" y="1482"/>
                  </a:lnTo>
                  <a:cubicBezTo>
                    <a:pt x="6732" y="1633"/>
                    <a:pt x="6865" y="1766"/>
                    <a:pt x="7017" y="1766"/>
                  </a:cubicBezTo>
                  <a:lnTo>
                    <a:pt x="8211" y="1766"/>
                  </a:lnTo>
                  <a:cubicBezTo>
                    <a:pt x="8382" y="1766"/>
                    <a:pt x="8515" y="1633"/>
                    <a:pt x="8515" y="1482"/>
                  </a:cubicBezTo>
                  <a:lnTo>
                    <a:pt x="8515" y="1178"/>
                  </a:lnTo>
                  <a:close/>
                  <a:moveTo>
                    <a:pt x="1196" y="14034"/>
                  </a:moveTo>
                  <a:lnTo>
                    <a:pt x="1196" y="14622"/>
                  </a:lnTo>
                  <a:lnTo>
                    <a:pt x="608" y="14622"/>
                  </a:lnTo>
                  <a:lnTo>
                    <a:pt x="608" y="14034"/>
                  </a:lnTo>
                  <a:close/>
                  <a:moveTo>
                    <a:pt x="7927" y="14034"/>
                  </a:moveTo>
                  <a:lnTo>
                    <a:pt x="7927" y="14622"/>
                  </a:lnTo>
                  <a:lnTo>
                    <a:pt x="7320" y="14622"/>
                  </a:lnTo>
                  <a:lnTo>
                    <a:pt x="7320" y="14034"/>
                  </a:lnTo>
                  <a:close/>
                  <a:moveTo>
                    <a:pt x="14639" y="14034"/>
                  </a:moveTo>
                  <a:lnTo>
                    <a:pt x="14639" y="14641"/>
                  </a:lnTo>
                  <a:lnTo>
                    <a:pt x="14051" y="14641"/>
                  </a:lnTo>
                  <a:lnTo>
                    <a:pt x="14051" y="14034"/>
                  </a:lnTo>
                  <a:close/>
                  <a:moveTo>
                    <a:pt x="1531" y="1"/>
                  </a:moveTo>
                  <a:cubicBezTo>
                    <a:pt x="1521" y="1"/>
                    <a:pt x="1510" y="1"/>
                    <a:pt x="1499" y="3"/>
                  </a:cubicBezTo>
                  <a:lnTo>
                    <a:pt x="304" y="3"/>
                  </a:lnTo>
                  <a:cubicBezTo>
                    <a:pt x="153" y="3"/>
                    <a:pt x="20" y="116"/>
                    <a:pt x="20" y="287"/>
                  </a:cubicBezTo>
                  <a:lnTo>
                    <a:pt x="20" y="1482"/>
                  </a:lnTo>
                  <a:cubicBezTo>
                    <a:pt x="20" y="1633"/>
                    <a:pt x="153" y="1766"/>
                    <a:pt x="304" y="1766"/>
                  </a:cubicBezTo>
                  <a:lnTo>
                    <a:pt x="608" y="1766"/>
                  </a:lnTo>
                  <a:lnTo>
                    <a:pt x="608" y="6715"/>
                  </a:lnTo>
                  <a:lnTo>
                    <a:pt x="304" y="6715"/>
                  </a:lnTo>
                  <a:cubicBezTo>
                    <a:pt x="153" y="6715"/>
                    <a:pt x="20" y="6848"/>
                    <a:pt x="20" y="6999"/>
                  </a:cubicBezTo>
                  <a:lnTo>
                    <a:pt x="20" y="8194"/>
                  </a:lnTo>
                  <a:cubicBezTo>
                    <a:pt x="20" y="8365"/>
                    <a:pt x="153" y="8497"/>
                    <a:pt x="304" y="8497"/>
                  </a:cubicBezTo>
                  <a:lnTo>
                    <a:pt x="608" y="8497"/>
                  </a:lnTo>
                  <a:lnTo>
                    <a:pt x="608" y="13427"/>
                  </a:lnTo>
                  <a:lnTo>
                    <a:pt x="304" y="13427"/>
                  </a:lnTo>
                  <a:cubicBezTo>
                    <a:pt x="134" y="13427"/>
                    <a:pt x="1" y="13560"/>
                    <a:pt x="20" y="13750"/>
                  </a:cubicBezTo>
                  <a:lnTo>
                    <a:pt x="20" y="14925"/>
                  </a:lnTo>
                  <a:cubicBezTo>
                    <a:pt x="1" y="15096"/>
                    <a:pt x="134" y="15229"/>
                    <a:pt x="304" y="15229"/>
                  </a:cubicBezTo>
                  <a:lnTo>
                    <a:pt x="1499" y="15229"/>
                  </a:lnTo>
                  <a:cubicBezTo>
                    <a:pt x="1651" y="15229"/>
                    <a:pt x="1783" y="15096"/>
                    <a:pt x="1783" y="14925"/>
                  </a:cubicBezTo>
                  <a:lnTo>
                    <a:pt x="1783" y="14622"/>
                  </a:lnTo>
                  <a:lnTo>
                    <a:pt x="6732" y="14622"/>
                  </a:lnTo>
                  <a:lnTo>
                    <a:pt x="6732" y="14925"/>
                  </a:lnTo>
                  <a:cubicBezTo>
                    <a:pt x="6732" y="15096"/>
                    <a:pt x="6865" y="15229"/>
                    <a:pt x="7017" y="15229"/>
                  </a:cubicBezTo>
                  <a:lnTo>
                    <a:pt x="8211" y="15229"/>
                  </a:lnTo>
                  <a:cubicBezTo>
                    <a:pt x="8382" y="15229"/>
                    <a:pt x="8515" y="15096"/>
                    <a:pt x="8515" y="14925"/>
                  </a:cubicBezTo>
                  <a:lnTo>
                    <a:pt x="8515" y="14622"/>
                  </a:lnTo>
                  <a:lnTo>
                    <a:pt x="13445" y="14622"/>
                  </a:lnTo>
                  <a:lnTo>
                    <a:pt x="13445" y="14925"/>
                  </a:lnTo>
                  <a:cubicBezTo>
                    <a:pt x="13445" y="15096"/>
                    <a:pt x="13577" y="15229"/>
                    <a:pt x="13748" y="15229"/>
                  </a:cubicBezTo>
                  <a:lnTo>
                    <a:pt x="14924" y="15229"/>
                  </a:lnTo>
                  <a:cubicBezTo>
                    <a:pt x="15094" y="15229"/>
                    <a:pt x="15227" y="15096"/>
                    <a:pt x="15227" y="14925"/>
                  </a:cubicBezTo>
                  <a:lnTo>
                    <a:pt x="15227" y="13750"/>
                  </a:lnTo>
                  <a:cubicBezTo>
                    <a:pt x="15227" y="13579"/>
                    <a:pt x="15094" y="13446"/>
                    <a:pt x="14924" y="13446"/>
                  </a:cubicBezTo>
                  <a:lnTo>
                    <a:pt x="14639" y="13446"/>
                  </a:lnTo>
                  <a:lnTo>
                    <a:pt x="14639" y="8497"/>
                  </a:lnTo>
                  <a:lnTo>
                    <a:pt x="14943" y="8497"/>
                  </a:lnTo>
                  <a:cubicBezTo>
                    <a:pt x="15113" y="8497"/>
                    <a:pt x="15246" y="8365"/>
                    <a:pt x="15246" y="8194"/>
                  </a:cubicBezTo>
                  <a:lnTo>
                    <a:pt x="15246" y="7018"/>
                  </a:lnTo>
                  <a:cubicBezTo>
                    <a:pt x="15246" y="6848"/>
                    <a:pt x="15113" y="6715"/>
                    <a:pt x="14943" y="6715"/>
                  </a:cubicBezTo>
                  <a:lnTo>
                    <a:pt x="14639" y="6715"/>
                  </a:lnTo>
                  <a:lnTo>
                    <a:pt x="14639" y="1785"/>
                  </a:lnTo>
                  <a:lnTo>
                    <a:pt x="14943" y="1785"/>
                  </a:lnTo>
                  <a:cubicBezTo>
                    <a:pt x="15113" y="1785"/>
                    <a:pt x="15246" y="1652"/>
                    <a:pt x="15246" y="1482"/>
                  </a:cubicBezTo>
                  <a:lnTo>
                    <a:pt x="15246" y="287"/>
                  </a:lnTo>
                  <a:cubicBezTo>
                    <a:pt x="15246" y="144"/>
                    <a:pt x="15128" y="1"/>
                    <a:pt x="14972" y="1"/>
                  </a:cubicBezTo>
                  <a:cubicBezTo>
                    <a:pt x="14962" y="1"/>
                    <a:pt x="14952" y="1"/>
                    <a:pt x="14943" y="3"/>
                  </a:cubicBezTo>
                  <a:lnTo>
                    <a:pt x="13767" y="3"/>
                  </a:lnTo>
                  <a:cubicBezTo>
                    <a:pt x="13596" y="3"/>
                    <a:pt x="13464" y="116"/>
                    <a:pt x="13464" y="287"/>
                  </a:cubicBezTo>
                  <a:lnTo>
                    <a:pt x="13464" y="590"/>
                  </a:lnTo>
                  <a:lnTo>
                    <a:pt x="8515" y="590"/>
                  </a:lnTo>
                  <a:lnTo>
                    <a:pt x="8515" y="287"/>
                  </a:lnTo>
                  <a:cubicBezTo>
                    <a:pt x="8515" y="127"/>
                    <a:pt x="8398" y="1"/>
                    <a:pt x="8244" y="1"/>
                  </a:cubicBezTo>
                  <a:cubicBezTo>
                    <a:pt x="8233" y="1"/>
                    <a:pt x="8222" y="1"/>
                    <a:pt x="8211" y="3"/>
                  </a:cubicBezTo>
                  <a:lnTo>
                    <a:pt x="7036" y="3"/>
                  </a:lnTo>
                  <a:cubicBezTo>
                    <a:pt x="6865" y="3"/>
                    <a:pt x="6732" y="116"/>
                    <a:pt x="6732" y="287"/>
                  </a:cubicBezTo>
                  <a:lnTo>
                    <a:pt x="6732" y="590"/>
                  </a:lnTo>
                  <a:lnTo>
                    <a:pt x="1802" y="590"/>
                  </a:lnTo>
                  <a:lnTo>
                    <a:pt x="1802" y="287"/>
                  </a:lnTo>
                  <a:cubicBezTo>
                    <a:pt x="1802" y="127"/>
                    <a:pt x="1686" y="1"/>
                    <a:pt x="1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110"/>
            <p:cNvSpPr/>
            <p:nvPr/>
          </p:nvSpPr>
          <p:spPr>
            <a:xfrm>
              <a:off x="4375888" y="2475550"/>
              <a:ext cx="16125" cy="79775"/>
            </a:xfrm>
            <a:custGeom>
              <a:avLst/>
              <a:gdLst/>
              <a:ahLst/>
              <a:cxnLst/>
              <a:rect l="l" t="t" r="r" b="b"/>
              <a:pathLst>
                <a:path w="645" h="3191" extrusionOk="0">
                  <a:moveTo>
                    <a:pt x="323" y="1"/>
                  </a:moveTo>
                  <a:cubicBezTo>
                    <a:pt x="152" y="1"/>
                    <a:pt x="19" y="133"/>
                    <a:pt x="19" y="304"/>
                  </a:cubicBezTo>
                  <a:lnTo>
                    <a:pt x="19" y="2864"/>
                  </a:lnTo>
                  <a:cubicBezTo>
                    <a:pt x="0" y="3082"/>
                    <a:pt x="161" y="3191"/>
                    <a:pt x="323" y="3191"/>
                  </a:cubicBezTo>
                  <a:cubicBezTo>
                    <a:pt x="484" y="3191"/>
                    <a:pt x="645" y="3082"/>
                    <a:pt x="626" y="2864"/>
                  </a:cubicBezTo>
                  <a:lnTo>
                    <a:pt x="626" y="304"/>
                  </a:lnTo>
                  <a:cubicBezTo>
                    <a:pt x="626" y="133"/>
                    <a:pt x="493" y="1"/>
                    <a:pt x="3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110"/>
            <p:cNvSpPr/>
            <p:nvPr/>
          </p:nvSpPr>
          <p:spPr>
            <a:xfrm>
              <a:off x="4252388" y="2367000"/>
              <a:ext cx="262875" cy="232350"/>
            </a:xfrm>
            <a:custGeom>
              <a:avLst/>
              <a:gdLst/>
              <a:ahLst/>
              <a:cxnLst/>
              <a:rect l="l" t="t" r="r" b="b"/>
              <a:pathLst>
                <a:path w="10515" h="9294" extrusionOk="0">
                  <a:moveTo>
                    <a:pt x="9908" y="607"/>
                  </a:moveTo>
                  <a:lnTo>
                    <a:pt x="9908" y="2276"/>
                  </a:lnTo>
                  <a:cubicBezTo>
                    <a:pt x="9662" y="2067"/>
                    <a:pt x="9339" y="1973"/>
                    <a:pt x="9017" y="1973"/>
                  </a:cubicBezTo>
                  <a:lnTo>
                    <a:pt x="6457" y="1973"/>
                  </a:lnTo>
                  <a:cubicBezTo>
                    <a:pt x="6286" y="1973"/>
                    <a:pt x="6154" y="2105"/>
                    <a:pt x="6154" y="2276"/>
                  </a:cubicBezTo>
                  <a:lnTo>
                    <a:pt x="6154" y="7794"/>
                  </a:lnTo>
                  <a:cubicBezTo>
                    <a:pt x="6154" y="8116"/>
                    <a:pt x="6267" y="8438"/>
                    <a:pt x="6457" y="8685"/>
                  </a:cubicBezTo>
                  <a:lnTo>
                    <a:pt x="4087" y="8685"/>
                  </a:lnTo>
                  <a:cubicBezTo>
                    <a:pt x="4277" y="8438"/>
                    <a:pt x="4390" y="8116"/>
                    <a:pt x="4390" y="7794"/>
                  </a:cubicBezTo>
                  <a:lnTo>
                    <a:pt x="4390" y="2276"/>
                  </a:lnTo>
                  <a:cubicBezTo>
                    <a:pt x="4390" y="2105"/>
                    <a:pt x="4258" y="1973"/>
                    <a:pt x="4087" y="1973"/>
                  </a:cubicBezTo>
                  <a:lnTo>
                    <a:pt x="1508" y="1973"/>
                  </a:lnTo>
                  <a:cubicBezTo>
                    <a:pt x="1186" y="1973"/>
                    <a:pt x="882" y="2067"/>
                    <a:pt x="617" y="2276"/>
                  </a:cubicBezTo>
                  <a:lnTo>
                    <a:pt x="617" y="607"/>
                  </a:lnTo>
                  <a:close/>
                  <a:moveTo>
                    <a:pt x="333" y="1"/>
                  </a:moveTo>
                  <a:cubicBezTo>
                    <a:pt x="162" y="1"/>
                    <a:pt x="10" y="133"/>
                    <a:pt x="29" y="304"/>
                  </a:cubicBezTo>
                  <a:lnTo>
                    <a:pt x="29" y="3452"/>
                  </a:lnTo>
                  <a:cubicBezTo>
                    <a:pt x="1" y="3670"/>
                    <a:pt x="157" y="3779"/>
                    <a:pt x="316" y="3779"/>
                  </a:cubicBezTo>
                  <a:cubicBezTo>
                    <a:pt x="475" y="3779"/>
                    <a:pt x="636" y="3670"/>
                    <a:pt x="617" y="3452"/>
                  </a:cubicBezTo>
                  <a:cubicBezTo>
                    <a:pt x="617" y="2959"/>
                    <a:pt x="1015" y="2560"/>
                    <a:pt x="1508" y="2560"/>
                  </a:cubicBezTo>
                  <a:lnTo>
                    <a:pt x="3765" y="2560"/>
                  </a:lnTo>
                  <a:lnTo>
                    <a:pt x="3765" y="7794"/>
                  </a:lnTo>
                  <a:cubicBezTo>
                    <a:pt x="3765" y="8287"/>
                    <a:pt x="3366" y="8685"/>
                    <a:pt x="2873" y="8685"/>
                  </a:cubicBezTo>
                  <a:cubicBezTo>
                    <a:pt x="2513" y="8723"/>
                    <a:pt x="2513" y="9254"/>
                    <a:pt x="2873" y="9292"/>
                  </a:cubicBezTo>
                  <a:lnTo>
                    <a:pt x="7633" y="9292"/>
                  </a:lnTo>
                  <a:cubicBezTo>
                    <a:pt x="7645" y="9293"/>
                    <a:pt x="7656" y="9293"/>
                    <a:pt x="7667" y="9293"/>
                  </a:cubicBezTo>
                  <a:cubicBezTo>
                    <a:pt x="8057" y="9293"/>
                    <a:pt x="8057" y="8683"/>
                    <a:pt x="7667" y="8683"/>
                  </a:cubicBezTo>
                  <a:cubicBezTo>
                    <a:pt x="7656" y="8683"/>
                    <a:pt x="7645" y="8684"/>
                    <a:pt x="7633" y="8685"/>
                  </a:cubicBezTo>
                  <a:cubicBezTo>
                    <a:pt x="7140" y="8685"/>
                    <a:pt x="6742" y="8287"/>
                    <a:pt x="6742" y="7794"/>
                  </a:cubicBezTo>
                  <a:lnTo>
                    <a:pt x="6742" y="2560"/>
                  </a:lnTo>
                  <a:lnTo>
                    <a:pt x="8998" y="2560"/>
                  </a:lnTo>
                  <a:cubicBezTo>
                    <a:pt x="9491" y="2560"/>
                    <a:pt x="9889" y="2959"/>
                    <a:pt x="9889" y="3452"/>
                  </a:cubicBezTo>
                  <a:cubicBezTo>
                    <a:pt x="9870" y="3670"/>
                    <a:pt x="10031" y="3779"/>
                    <a:pt x="10193" y="3779"/>
                  </a:cubicBezTo>
                  <a:cubicBezTo>
                    <a:pt x="10354" y="3779"/>
                    <a:pt x="10515" y="3670"/>
                    <a:pt x="10496" y="3452"/>
                  </a:cubicBezTo>
                  <a:lnTo>
                    <a:pt x="10496" y="304"/>
                  </a:lnTo>
                  <a:cubicBezTo>
                    <a:pt x="10496" y="133"/>
                    <a:pt x="10363" y="1"/>
                    <a:pt x="101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1" name="Google Shape;3161;p110"/>
          <p:cNvGrpSpPr/>
          <p:nvPr/>
        </p:nvGrpSpPr>
        <p:grpSpPr>
          <a:xfrm>
            <a:off x="1752328" y="2684911"/>
            <a:ext cx="231293" cy="365730"/>
            <a:chOff x="1461488" y="3250125"/>
            <a:chExt cx="394900" cy="624325"/>
          </a:xfrm>
        </p:grpSpPr>
        <p:sp>
          <p:nvSpPr>
            <p:cNvPr id="3162" name="Google Shape;3162;p110"/>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110"/>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110"/>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110"/>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110"/>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7" name="Google Shape;3167;p110"/>
          <p:cNvGrpSpPr/>
          <p:nvPr/>
        </p:nvGrpSpPr>
        <p:grpSpPr>
          <a:xfrm>
            <a:off x="2398838" y="2684899"/>
            <a:ext cx="365755" cy="365754"/>
            <a:chOff x="2072538" y="3306075"/>
            <a:chExt cx="511975" cy="514350"/>
          </a:xfrm>
        </p:grpSpPr>
        <p:sp>
          <p:nvSpPr>
            <p:cNvPr id="3168" name="Google Shape;3168;p110"/>
            <p:cNvSpPr/>
            <p:nvPr/>
          </p:nvSpPr>
          <p:spPr>
            <a:xfrm>
              <a:off x="2083913" y="3356325"/>
              <a:ext cx="488275" cy="200050"/>
            </a:xfrm>
            <a:custGeom>
              <a:avLst/>
              <a:gdLst/>
              <a:ahLst/>
              <a:cxnLst/>
              <a:rect l="l" t="t" r="r" b="b"/>
              <a:pathLst>
                <a:path w="19531" h="8002" extrusionOk="0">
                  <a:moveTo>
                    <a:pt x="9765" y="0"/>
                  </a:moveTo>
                  <a:cubicBezTo>
                    <a:pt x="9769" y="0"/>
                    <a:pt x="9772" y="0"/>
                    <a:pt x="9775" y="0"/>
                  </a:cubicBezTo>
                  <a:lnTo>
                    <a:pt x="9775" y="0"/>
                  </a:lnTo>
                  <a:cubicBezTo>
                    <a:pt x="9778" y="0"/>
                    <a:pt x="9781" y="0"/>
                    <a:pt x="9784" y="0"/>
                  </a:cubicBezTo>
                  <a:close/>
                  <a:moveTo>
                    <a:pt x="9775" y="0"/>
                  </a:moveTo>
                  <a:lnTo>
                    <a:pt x="9775" y="0"/>
                  </a:lnTo>
                  <a:cubicBezTo>
                    <a:pt x="4887" y="4"/>
                    <a:pt x="607" y="2885"/>
                    <a:pt x="0" y="7604"/>
                  </a:cubicBezTo>
                  <a:cubicBezTo>
                    <a:pt x="285" y="6902"/>
                    <a:pt x="1271" y="6390"/>
                    <a:pt x="2389" y="6390"/>
                  </a:cubicBezTo>
                  <a:cubicBezTo>
                    <a:pt x="3717" y="6390"/>
                    <a:pt x="4854" y="7111"/>
                    <a:pt x="4854" y="8002"/>
                  </a:cubicBezTo>
                  <a:cubicBezTo>
                    <a:pt x="4854" y="7945"/>
                    <a:pt x="4854" y="7907"/>
                    <a:pt x="4854" y="7869"/>
                  </a:cubicBezTo>
                  <a:cubicBezTo>
                    <a:pt x="4968" y="7035"/>
                    <a:pt x="6049" y="6390"/>
                    <a:pt x="7319" y="6390"/>
                  </a:cubicBezTo>
                  <a:cubicBezTo>
                    <a:pt x="8628" y="6390"/>
                    <a:pt x="9765" y="7111"/>
                    <a:pt x="9765" y="8002"/>
                  </a:cubicBezTo>
                  <a:cubicBezTo>
                    <a:pt x="9765" y="7111"/>
                    <a:pt x="10903" y="6390"/>
                    <a:pt x="12230" y="6390"/>
                  </a:cubicBezTo>
                  <a:cubicBezTo>
                    <a:pt x="13501" y="6390"/>
                    <a:pt x="14582" y="7035"/>
                    <a:pt x="14676" y="7869"/>
                  </a:cubicBezTo>
                  <a:cubicBezTo>
                    <a:pt x="14679" y="7874"/>
                    <a:pt x="14681" y="7879"/>
                    <a:pt x="14683" y="7884"/>
                  </a:cubicBezTo>
                  <a:lnTo>
                    <a:pt x="14683" y="7884"/>
                  </a:lnTo>
                  <a:cubicBezTo>
                    <a:pt x="14778" y="7048"/>
                    <a:pt x="15873" y="6390"/>
                    <a:pt x="17141" y="6390"/>
                  </a:cubicBezTo>
                  <a:cubicBezTo>
                    <a:pt x="18279" y="6390"/>
                    <a:pt x="19265" y="6902"/>
                    <a:pt x="19531" y="7604"/>
                  </a:cubicBezTo>
                  <a:cubicBezTo>
                    <a:pt x="18943" y="2885"/>
                    <a:pt x="14644" y="4"/>
                    <a:pt x="9775" y="0"/>
                  </a:cubicBezTo>
                  <a:close/>
                  <a:moveTo>
                    <a:pt x="14683" y="7884"/>
                  </a:moveTo>
                  <a:cubicBezTo>
                    <a:pt x="14679" y="7923"/>
                    <a:pt x="14676" y="7962"/>
                    <a:pt x="14676" y="8002"/>
                  </a:cubicBezTo>
                  <a:cubicBezTo>
                    <a:pt x="14693" y="7953"/>
                    <a:pt x="14695" y="7918"/>
                    <a:pt x="14683" y="78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110"/>
            <p:cNvSpPr/>
            <p:nvPr/>
          </p:nvSpPr>
          <p:spPr>
            <a:xfrm>
              <a:off x="2228488" y="3668225"/>
              <a:ext cx="119950" cy="139875"/>
            </a:xfrm>
            <a:custGeom>
              <a:avLst/>
              <a:gdLst/>
              <a:ahLst/>
              <a:cxnLst/>
              <a:rect l="l" t="t" r="r" b="b"/>
              <a:pathLst>
                <a:path w="4798" h="5595" extrusionOk="0">
                  <a:moveTo>
                    <a:pt x="3186" y="1"/>
                  </a:moveTo>
                  <a:lnTo>
                    <a:pt x="3186" y="3205"/>
                  </a:lnTo>
                  <a:cubicBezTo>
                    <a:pt x="3224" y="3765"/>
                    <a:pt x="2812" y="4044"/>
                    <a:pt x="2397" y="4044"/>
                  </a:cubicBezTo>
                  <a:cubicBezTo>
                    <a:pt x="1982" y="4044"/>
                    <a:pt x="1565" y="3765"/>
                    <a:pt x="1593" y="3205"/>
                  </a:cubicBezTo>
                  <a:cubicBezTo>
                    <a:pt x="1565" y="2693"/>
                    <a:pt x="1181" y="2437"/>
                    <a:pt x="797" y="2437"/>
                  </a:cubicBezTo>
                  <a:cubicBezTo>
                    <a:pt x="413" y="2437"/>
                    <a:pt x="29" y="2693"/>
                    <a:pt x="1" y="3205"/>
                  </a:cubicBezTo>
                  <a:cubicBezTo>
                    <a:pt x="1" y="4514"/>
                    <a:pt x="1062" y="5594"/>
                    <a:pt x="2390" y="5594"/>
                  </a:cubicBezTo>
                  <a:cubicBezTo>
                    <a:pt x="3717" y="5594"/>
                    <a:pt x="4798" y="4514"/>
                    <a:pt x="4798" y="3205"/>
                  </a:cubicBezTo>
                  <a:lnTo>
                    <a:pt x="47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110"/>
            <p:cNvSpPr/>
            <p:nvPr/>
          </p:nvSpPr>
          <p:spPr>
            <a:xfrm>
              <a:off x="2314763" y="3426000"/>
              <a:ext cx="23725" cy="20000"/>
            </a:xfrm>
            <a:custGeom>
              <a:avLst/>
              <a:gdLst/>
              <a:ahLst/>
              <a:cxnLst/>
              <a:rect l="l" t="t" r="r" b="b"/>
              <a:pathLst>
                <a:path w="949" h="800" extrusionOk="0">
                  <a:moveTo>
                    <a:pt x="550" y="0"/>
                  </a:moveTo>
                  <a:cubicBezTo>
                    <a:pt x="190" y="0"/>
                    <a:pt x="1" y="437"/>
                    <a:pt x="266" y="683"/>
                  </a:cubicBezTo>
                  <a:cubicBezTo>
                    <a:pt x="346" y="763"/>
                    <a:pt x="446" y="799"/>
                    <a:pt x="544" y="799"/>
                  </a:cubicBezTo>
                  <a:cubicBezTo>
                    <a:pt x="749" y="799"/>
                    <a:pt x="949" y="642"/>
                    <a:pt x="949" y="399"/>
                  </a:cubicBezTo>
                  <a:cubicBezTo>
                    <a:pt x="949" y="190"/>
                    <a:pt x="759"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110"/>
            <p:cNvSpPr/>
            <p:nvPr/>
          </p:nvSpPr>
          <p:spPr>
            <a:xfrm>
              <a:off x="2072538" y="3306075"/>
              <a:ext cx="511975" cy="514350"/>
            </a:xfrm>
            <a:custGeom>
              <a:avLst/>
              <a:gdLst/>
              <a:ahLst/>
              <a:cxnLst/>
              <a:rect l="l" t="t" r="r" b="b"/>
              <a:pathLst>
                <a:path w="20479" h="20574" extrusionOk="0">
                  <a:moveTo>
                    <a:pt x="10638" y="2446"/>
                  </a:moveTo>
                  <a:cubicBezTo>
                    <a:pt x="12666" y="2712"/>
                    <a:pt x="14221" y="5158"/>
                    <a:pt x="14638" y="8552"/>
                  </a:cubicBezTo>
                  <a:lnTo>
                    <a:pt x="14563" y="8495"/>
                  </a:lnTo>
                  <a:cubicBezTo>
                    <a:pt x="14022" y="8189"/>
                    <a:pt x="13414" y="8019"/>
                    <a:pt x="12785" y="8019"/>
                  </a:cubicBezTo>
                  <a:cubicBezTo>
                    <a:pt x="12752" y="8019"/>
                    <a:pt x="12719" y="8020"/>
                    <a:pt x="12685" y="8021"/>
                  </a:cubicBezTo>
                  <a:cubicBezTo>
                    <a:pt x="12655" y="8020"/>
                    <a:pt x="12625" y="8020"/>
                    <a:pt x="12595" y="8020"/>
                  </a:cubicBezTo>
                  <a:cubicBezTo>
                    <a:pt x="11905" y="8020"/>
                    <a:pt x="11219" y="8228"/>
                    <a:pt x="10638" y="8628"/>
                  </a:cubicBezTo>
                  <a:lnTo>
                    <a:pt x="10638" y="6807"/>
                  </a:lnTo>
                  <a:cubicBezTo>
                    <a:pt x="10638" y="6542"/>
                    <a:pt x="10434" y="6409"/>
                    <a:pt x="10232" y="6409"/>
                  </a:cubicBezTo>
                  <a:cubicBezTo>
                    <a:pt x="10031" y="6409"/>
                    <a:pt x="9832" y="6542"/>
                    <a:pt x="9841" y="6807"/>
                  </a:cubicBezTo>
                  <a:lnTo>
                    <a:pt x="9841" y="8628"/>
                  </a:lnTo>
                  <a:cubicBezTo>
                    <a:pt x="9260" y="8228"/>
                    <a:pt x="8574" y="8020"/>
                    <a:pt x="7867" y="8020"/>
                  </a:cubicBezTo>
                  <a:cubicBezTo>
                    <a:pt x="7836" y="8020"/>
                    <a:pt x="7805" y="8020"/>
                    <a:pt x="7774" y="8021"/>
                  </a:cubicBezTo>
                  <a:cubicBezTo>
                    <a:pt x="7741" y="8020"/>
                    <a:pt x="7708" y="8019"/>
                    <a:pt x="7675" y="8019"/>
                  </a:cubicBezTo>
                  <a:cubicBezTo>
                    <a:pt x="7046" y="8019"/>
                    <a:pt x="6437" y="8189"/>
                    <a:pt x="5897" y="8495"/>
                  </a:cubicBezTo>
                  <a:lnTo>
                    <a:pt x="5821" y="8552"/>
                  </a:lnTo>
                  <a:cubicBezTo>
                    <a:pt x="6239" y="5158"/>
                    <a:pt x="7812" y="2731"/>
                    <a:pt x="9841" y="2446"/>
                  </a:cubicBezTo>
                  <a:lnTo>
                    <a:pt x="9841" y="3603"/>
                  </a:lnTo>
                  <a:cubicBezTo>
                    <a:pt x="9841" y="3868"/>
                    <a:pt x="10040" y="4001"/>
                    <a:pt x="10239" y="4001"/>
                  </a:cubicBezTo>
                  <a:cubicBezTo>
                    <a:pt x="10438" y="4001"/>
                    <a:pt x="10638" y="3868"/>
                    <a:pt x="10638" y="3603"/>
                  </a:cubicBezTo>
                  <a:lnTo>
                    <a:pt x="10638" y="2446"/>
                  </a:lnTo>
                  <a:close/>
                  <a:moveTo>
                    <a:pt x="7547" y="2712"/>
                  </a:moveTo>
                  <a:lnTo>
                    <a:pt x="7547" y="2712"/>
                  </a:lnTo>
                  <a:cubicBezTo>
                    <a:pt x="5957" y="4150"/>
                    <a:pt x="5218" y="6532"/>
                    <a:pt x="4988" y="8672"/>
                  </a:cubicBezTo>
                  <a:lnTo>
                    <a:pt x="4988" y="8672"/>
                  </a:lnTo>
                  <a:cubicBezTo>
                    <a:pt x="4389" y="8241"/>
                    <a:pt x="3669" y="8001"/>
                    <a:pt x="2928" y="8001"/>
                  </a:cubicBezTo>
                  <a:cubicBezTo>
                    <a:pt x="2900" y="8001"/>
                    <a:pt x="2872" y="8001"/>
                    <a:pt x="2844" y="8002"/>
                  </a:cubicBezTo>
                  <a:cubicBezTo>
                    <a:pt x="2257" y="8002"/>
                    <a:pt x="1669" y="8135"/>
                    <a:pt x="1119" y="8400"/>
                  </a:cubicBezTo>
                  <a:cubicBezTo>
                    <a:pt x="1972" y="5575"/>
                    <a:pt x="4380" y="3470"/>
                    <a:pt x="7547" y="2712"/>
                  </a:cubicBezTo>
                  <a:close/>
                  <a:moveTo>
                    <a:pt x="12932" y="2731"/>
                  </a:moveTo>
                  <a:cubicBezTo>
                    <a:pt x="16099" y="3489"/>
                    <a:pt x="18507" y="5594"/>
                    <a:pt x="19341" y="8419"/>
                  </a:cubicBezTo>
                  <a:cubicBezTo>
                    <a:pt x="18840" y="8169"/>
                    <a:pt x="18288" y="8019"/>
                    <a:pt x="17717" y="8019"/>
                  </a:cubicBezTo>
                  <a:cubicBezTo>
                    <a:pt x="17683" y="8019"/>
                    <a:pt x="17649" y="8020"/>
                    <a:pt x="17615" y="8021"/>
                  </a:cubicBezTo>
                  <a:cubicBezTo>
                    <a:pt x="17588" y="8020"/>
                    <a:pt x="17560" y="8020"/>
                    <a:pt x="17532" y="8020"/>
                  </a:cubicBezTo>
                  <a:cubicBezTo>
                    <a:pt x="16785" y="8020"/>
                    <a:pt x="16076" y="8265"/>
                    <a:pt x="15473" y="8704"/>
                  </a:cubicBezTo>
                  <a:cubicBezTo>
                    <a:pt x="15264" y="6561"/>
                    <a:pt x="14525" y="4172"/>
                    <a:pt x="12932" y="2731"/>
                  </a:cubicBezTo>
                  <a:close/>
                  <a:moveTo>
                    <a:pt x="10638" y="14885"/>
                  </a:moveTo>
                  <a:lnTo>
                    <a:pt x="10638" y="17691"/>
                  </a:lnTo>
                  <a:cubicBezTo>
                    <a:pt x="10638" y="18791"/>
                    <a:pt x="9746" y="19682"/>
                    <a:pt x="8628" y="19682"/>
                  </a:cubicBezTo>
                  <a:cubicBezTo>
                    <a:pt x="7528" y="19682"/>
                    <a:pt x="6637" y="18791"/>
                    <a:pt x="6637" y="17691"/>
                  </a:cubicBezTo>
                  <a:cubicBezTo>
                    <a:pt x="6656" y="17445"/>
                    <a:pt x="6845" y="17321"/>
                    <a:pt x="7035" y="17321"/>
                  </a:cubicBezTo>
                  <a:cubicBezTo>
                    <a:pt x="7225" y="17321"/>
                    <a:pt x="7414" y="17445"/>
                    <a:pt x="7433" y="17691"/>
                  </a:cubicBezTo>
                  <a:cubicBezTo>
                    <a:pt x="7395" y="18374"/>
                    <a:pt x="7945" y="18943"/>
                    <a:pt x="8628" y="18943"/>
                  </a:cubicBezTo>
                  <a:cubicBezTo>
                    <a:pt x="9310" y="18943"/>
                    <a:pt x="9860" y="18374"/>
                    <a:pt x="9841" y="17691"/>
                  </a:cubicBezTo>
                  <a:lnTo>
                    <a:pt x="9841" y="14885"/>
                  </a:lnTo>
                  <a:close/>
                  <a:moveTo>
                    <a:pt x="10232" y="0"/>
                  </a:moveTo>
                  <a:cubicBezTo>
                    <a:pt x="10031" y="0"/>
                    <a:pt x="9832" y="133"/>
                    <a:pt x="9841" y="398"/>
                  </a:cubicBezTo>
                  <a:lnTo>
                    <a:pt x="9841" y="1612"/>
                  </a:lnTo>
                  <a:cubicBezTo>
                    <a:pt x="4949" y="1764"/>
                    <a:pt x="702" y="4741"/>
                    <a:pt x="76" y="9519"/>
                  </a:cubicBezTo>
                  <a:cubicBezTo>
                    <a:pt x="19" y="9671"/>
                    <a:pt x="0" y="9841"/>
                    <a:pt x="0" y="9993"/>
                  </a:cubicBezTo>
                  <a:cubicBezTo>
                    <a:pt x="0" y="10220"/>
                    <a:pt x="171" y="10391"/>
                    <a:pt x="398" y="10391"/>
                  </a:cubicBezTo>
                  <a:lnTo>
                    <a:pt x="417" y="10391"/>
                  </a:lnTo>
                  <a:cubicBezTo>
                    <a:pt x="626" y="10391"/>
                    <a:pt x="797" y="10239"/>
                    <a:pt x="816" y="10031"/>
                  </a:cubicBezTo>
                  <a:cubicBezTo>
                    <a:pt x="816" y="9917"/>
                    <a:pt x="834" y="9822"/>
                    <a:pt x="853" y="9708"/>
                  </a:cubicBezTo>
                  <a:cubicBezTo>
                    <a:pt x="1100" y="9197"/>
                    <a:pt x="1934" y="8798"/>
                    <a:pt x="2844" y="8798"/>
                  </a:cubicBezTo>
                  <a:cubicBezTo>
                    <a:pt x="3944" y="8798"/>
                    <a:pt x="4911" y="9348"/>
                    <a:pt x="4911" y="9993"/>
                  </a:cubicBezTo>
                  <a:cubicBezTo>
                    <a:pt x="4911" y="10220"/>
                    <a:pt x="5082" y="10391"/>
                    <a:pt x="5309" y="10391"/>
                  </a:cubicBezTo>
                  <a:lnTo>
                    <a:pt x="5366" y="10391"/>
                  </a:lnTo>
                  <a:cubicBezTo>
                    <a:pt x="5556" y="10372"/>
                    <a:pt x="5708" y="10220"/>
                    <a:pt x="5727" y="10012"/>
                  </a:cubicBezTo>
                  <a:lnTo>
                    <a:pt x="5727" y="9917"/>
                  </a:lnTo>
                  <a:cubicBezTo>
                    <a:pt x="5802" y="9310"/>
                    <a:pt x="6750" y="8798"/>
                    <a:pt x="7774" y="8798"/>
                  </a:cubicBezTo>
                  <a:cubicBezTo>
                    <a:pt x="8874" y="8798"/>
                    <a:pt x="9841" y="9367"/>
                    <a:pt x="9841" y="9993"/>
                  </a:cubicBezTo>
                  <a:lnTo>
                    <a:pt x="9841" y="14089"/>
                  </a:lnTo>
                  <a:lnTo>
                    <a:pt x="9424" y="14089"/>
                  </a:lnTo>
                  <a:cubicBezTo>
                    <a:pt x="9215" y="14089"/>
                    <a:pt x="9026" y="14259"/>
                    <a:pt x="9026" y="14487"/>
                  </a:cubicBezTo>
                  <a:lnTo>
                    <a:pt x="9026" y="17672"/>
                  </a:lnTo>
                  <a:cubicBezTo>
                    <a:pt x="9026" y="17947"/>
                    <a:pt x="8827" y="18085"/>
                    <a:pt x="8628" y="18085"/>
                  </a:cubicBezTo>
                  <a:cubicBezTo>
                    <a:pt x="8429" y="18085"/>
                    <a:pt x="8229" y="17947"/>
                    <a:pt x="8229" y="17672"/>
                  </a:cubicBezTo>
                  <a:cubicBezTo>
                    <a:pt x="8201" y="16914"/>
                    <a:pt x="7618" y="16535"/>
                    <a:pt x="7035" y="16535"/>
                  </a:cubicBezTo>
                  <a:cubicBezTo>
                    <a:pt x="6452" y="16535"/>
                    <a:pt x="5869" y="16914"/>
                    <a:pt x="5840" y="17672"/>
                  </a:cubicBezTo>
                  <a:cubicBezTo>
                    <a:pt x="5783" y="19265"/>
                    <a:pt x="7054" y="20573"/>
                    <a:pt x="8628" y="20573"/>
                  </a:cubicBezTo>
                  <a:cubicBezTo>
                    <a:pt x="10201" y="20573"/>
                    <a:pt x="11472" y="19265"/>
                    <a:pt x="11434" y="17672"/>
                  </a:cubicBezTo>
                  <a:lnTo>
                    <a:pt x="11434" y="14487"/>
                  </a:lnTo>
                  <a:cubicBezTo>
                    <a:pt x="11434" y="14259"/>
                    <a:pt x="11244" y="14089"/>
                    <a:pt x="11036" y="14089"/>
                  </a:cubicBezTo>
                  <a:lnTo>
                    <a:pt x="10638" y="14089"/>
                  </a:lnTo>
                  <a:lnTo>
                    <a:pt x="10638" y="10012"/>
                  </a:lnTo>
                  <a:cubicBezTo>
                    <a:pt x="10638" y="9367"/>
                    <a:pt x="11605" y="8798"/>
                    <a:pt x="12685" y="8798"/>
                  </a:cubicBezTo>
                  <a:cubicBezTo>
                    <a:pt x="13728" y="8798"/>
                    <a:pt x="14657" y="9310"/>
                    <a:pt x="14752" y="9917"/>
                  </a:cubicBezTo>
                  <a:lnTo>
                    <a:pt x="14752" y="10012"/>
                  </a:lnTo>
                  <a:cubicBezTo>
                    <a:pt x="14752" y="10220"/>
                    <a:pt x="14904" y="10372"/>
                    <a:pt x="15113" y="10410"/>
                  </a:cubicBezTo>
                  <a:lnTo>
                    <a:pt x="15169" y="10410"/>
                  </a:lnTo>
                  <a:cubicBezTo>
                    <a:pt x="15378" y="10410"/>
                    <a:pt x="15568" y="10220"/>
                    <a:pt x="15568" y="9993"/>
                  </a:cubicBezTo>
                  <a:cubicBezTo>
                    <a:pt x="15568" y="9367"/>
                    <a:pt x="16516" y="8798"/>
                    <a:pt x="17615" y="8798"/>
                  </a:cubicBezTo>
                  <a:cubicBezTo>
                    <a:pt x="18526" y="8798"/>
                    <a:pt x="19379" y="9197"/>
                    <a:pt x="19625" y="9727"/>
                  </a:cubicBezTo>
                  <a:cubicBezTo>
                    <a:pt x="19625" y="9822"/>
                    <a:pt x="19644" y="9936"/>
                    <a:pt x="19644" y="10031"/>
                  </a:cubicBezTo>
                  <a:cubicBezTo>
                    <a:pt x="19663" y="10239"/>
                    <a:pt x="19834" y="10391"/>
                    <a:pt x="20043" y="10410"/>
                  </a:cubicBezTo>
                  <a:lnTo>
                    <a:pt x="20080" y="10410"/>
                  </a:lnTo>
                  <a:cubicBezTo>
                    <a:pt x="20308" y="10410"/>
                    <a:pt x="20479" y="10220"/>
                    <a:pt x="20479" y="9993"/>
                  </a:cubicBezTo>
                  <a:cubicBezTo>
                    <a:pt x="20479" y="9841"/>
                    <a:pt x="20460" y="9671"/>
                    <a:pt x="20403" y="9519"/>
                  </a:cubicBezTo>
                  <a:cubicBezTo>
                    <a:pt x="19777" y="4760"/>
                    <a:pt x="15530" y="1764"/>
                    <a:pt x="10638" y="1612"/>
                  </a:cubicBezTo>
                  <a:lnTo>
                    <a:pt x="10638" y="398"/>
                  </a:lnTo>
                  <a:cubicBezTo>
                    <a:pt x="10638" y="133"/>
                    <a:pt x="10434" y="0"/>
                    <a:pt x="102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2" name="Google Shape;3172;p110"/>
          <p:cNvGrpSpPr/>
          <p:nvPr/>
        </p:nvGrpSpPr>
        <p:grpSpPr>
          <a:xfrm>
            <a:off x="3115539" y="2684902"/>
            <a:ext cx="371631" cy="365748"/>
            <a:chOff x="2717688" y="3216950"/>
            <a:chExt cx="577875" cy="564600"/>
          </a:xfrm>
        </p:grpSpPr>
        <p:sp>
          <p:nvSpPr>
            <p:cNvPr id="3173" name="Google Shape;3173;p110"/>
            <p:cNvSpPr/>
            <p:nvPr/>
          </p:nvSpPr>
          <p:spPr>
            <a:xfrm>
              <a:off x="3205488" y="3470550"/>
              <a:ext cx="65900" cy="66400"/>
            </a:xfrm>
            <a:custGeom>
              <a:avLst/>
              <a:gdLst/>
              <a:ahLst/>
              <a:cxnLst/>
              <a:rect l="l" t="t" r="r" b="b"/>
              <a:pathLst>
                <a:path w="2636" h="2656" extrusionOk="0">
                  <a:moveTo>
                    <a:pt x="0" y="1"/>
                  </a:moveTo>
                  <a:lnTo>
                    <a:pt x="0" y="2655"/>
                  </a:lnTo>
                  <a:lnTo>
                    <a:pt x="2636" y="2655"/>
                  </a:lnTo>
                  <a:lnTo>
                    <a:pt x="26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110"/>
            <p:cNvSpPr/>
            <p:nvPr/>
          </p:nvSpPr>
          <p:spPr>
            <a:xfrm>
              <a:off x="3194113" y="3228325"/>
              <a:ext cx="77275" cy="66225"/>
            </a:xfrm>
            <a:custGeom>
              <a:avLst/>
              <a:gdLst/>
              <a:ahLst/>
              <a:cxnLst/>
              <a:rect l="l" t="t" r="r" b="b"/>
              <a:pathLst>
                <a:path w="3091" h="2649" extrusionOk="0">
                  <a:moveTo>
                    <a:pt x="1764" y="1"/>
                  </a:moveTo>
                  <a:cubicBezTo>
                    <a:pt x="588" y="1"/>
                    <a:pt x="0" y="1423"/>
                    <a:pt x="834" y="2257"/>
                  </a:cubicBezTo>
                  <a:cubicBezTo>
                    <a:pt x="1105" y="2527"/>
                    <a:pt x="1437" y="2648"/>
                    <a:pt x="1763" y="2648"/>
                  </a:cubicBezTo>
                  <a:cubicBezTo>
                    <a:pt x="2441" y="2648"/>
                    <a:pt x="3091" y="2122"/>
                    <a:pt x="3091" y="1328"/>
                  </a:cubicBezTo>
                  <a:cubicBezTo>
                    <a:pt x="3091" y="588"/>
                    <a:pt x="2503" y="1"/>
                    <a:pt x="17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110"/>
            <p:cNvSpPr/>
            <p:nvPr/>
          </p:nvSpPr>
          <p:spPr>
            <a:xfrm>
              <a:off x="2874138" y="3294225"/>
              <a:ext cx="252675" cy="359325"/>
            </a:xfrm>
            <a:custGeom>
              <a:avLst/>
              <a:gdLst/>
              <a:ahLst/>
              <a:cxnLst/>
              <a:rect l="l" t="t" r="r" b="b"/>
              <a:pathLst>
                <a:path w="10107" h="14373" extrusionOk="0">
                  <a:moveTo>
                    <a:pt x="5044" y="0"/>
                  </a:moveTo>
                  <a:lnTo>
                    <a:pt x="0" y="9178"/>
                  </a:lnTo>
                  <a:cubicBezTo>
                    <a:pt x="1157" y="9746"/>
                    <a:pt x="2408" y="10960"/>
                    <a:pt x="2408" y="12344"/>
                  </a:cubicBezTo>
                  <a:lnTo>
                    <a:pt x="2408" y="14373"/>
                  </a:lnTo>
                  <a:lnTo>
                    <a:pt x="7698" y="14373"/>
                  </a:lnTo>
                  <a:lnTo>
                    <a:pt x="7698" y="12344"/>
                  </a:lnTo>
                  <a:cubicBezTo>
                    <a:pt x="7698" y="10960"/>
                    <a:pt x="8931" y="9746"/>
                    <a:pt x="10107" y="9178"/>
                  </a:cubicBezTo>
                  <a:lnTo>
                    <a:pt x="504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110"/>
            <p:cNvSpPr/>
            <p:nvPr/>
          </p:nvSpPr>
          <p:spPr>
            <a:xfrm>
              <a:off x="2934338" y="3653525"/>
              <a:ext cx="132275" cy="116650"/>
            </a:xfrm>
            <a:custGeom>
              <a:avLst/>
              <a:gdLst/>
              <a:ahLst/>
              <a:cxnLst/>
              <a:rect l="l" t="t" r="r" b="b"/>
              <a:pathLst>
                <a:path w="5291" h="4666" extrusionOk="0">
                  <a:moveTo>
                    <a:pt x="0" y="1"/>
                  </a:moveTo>
                  <a:lnTo>
                    <a:pt x="0" y="4665"/>
                  </a:lnTo>
                  <a:lnTo>
                    <a:pt x="5290" y="4665"/>
                  </a:lnTo>
                  <a:lnTo>
                    <a:pt x="5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110"/>
            <p:cNvSpPr/>
            <p:nvPr/>
          </p:nvSpPr>
          <p:spPr>
            <a:xfrm>
              <a:off x="2967038" y="3228325"/>
              <a:ext cx="66400" cy="65925"/>
            </a:xfrm>
            <a:custGeom>
              <a:avLst/>
              <a:gdLst/>
              <a:ahLst/>
              <a:cxnLst/>
              <a:rect l="l" t="t" r="r" b="b"/>
              <a:pathLst>
                <a:path w="2656" h="2637" extrusionOk="0">
                  <a:moveTo>
                    <a:pt x="1" y="1"/>
                  </a:moveTo>
                  <a:lnTo>
                    <a:pt x="1" y="2636"/>
                  </a:lnTo>
                  <a:lnTo>
                    <a:pt x="2655" y="2636"/>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110"/>
            <p:cNvSpPr/>
            <p:nvPr/>
          </p:nvSpPr>
          <p:spPr>
            <a:xfrm>
              <a:off x="2978413" y="3470550"/>
              <a:ext cx="51225" cy="44350"/>
            </a:xfrm>
            <a:custGeom>
              <a:avLst/>
              <a:gdLst/>
              <a:ahLst/>
              <a:cxnLst/>
              <a:rect l="l" t="t" r="r" b="b"/>
              <a:pathLst>
                <a:path w="2049" h="1774" extrusionOk="0">
                  <a:moveTo>
                    <a:pt x="873" y="1"/>
                  </a:moveTo>
                  <a:cubicBezTo>
                    <a:pt x="380" y="1"/>
                    <a:pt x="1" y="399"/>
                    <a:pt x="1" y="892"/>
                  </a:cubicBezTo>
                  <a:cubicBezTo>
                    <a:pt x="1" y="1420"/>
                    <a:pt x="438" y="1773"/>
                    <a:pt x="891" y="1773"/>
                  </a:cubicBezTo>
                  <a:cubicBezTo>
                    <a:pt x="1105" y="1773"/>
                    <a:pt x="1322" y="1694"/>
                    <a:pt x="1499" y="1518"/>
                  </a:cubicBezTo>
                  <a:cubicBezTo>
                    <a:pt x="2048" y="949"/>
                    <a:pt x="1669" y="1"/>
                    <a:pt x="8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110"/>
            <p:cNvSpPr/>
            <p:nvPr/>
          </p:nvSpPr>
          <p:spPr>
            <a:xfrm>
              <a:off x="2729063" y="3470550"/>
              <a:ext cx="66400" cy="66400"/>
            </a:xfrm>
            <a:custGeom>
              <a:avLst/>
              <a:gdLst/>
              <a:ahLst/>
              <a:cxnLst/>
              <a:rect l="l" t="t" r="r" b="b"/>
              <a:pathLst>
                <a:path w="2656" h="2656" extrusionOk="0">
                  <a:moveTo>
                    <a:pt x="1" y="1"/>
                  </a:moveTo>
                  <a:lnTo>
                    <a:pt x="1" y="2655"/>
                  </a:lnTo>
                  <a:lnTo>
                    <a:pt x="2655" y="2655"/>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110"/>
            <p:cNvSpPr/>
            <p:nvPr/>
          </p:nvSpPr>
          <p:spPr>
            <a:xfrm>
              <a:off x="2717688" y="3228325"/>
              <a:ext cx="77775" cy="66225"/>
            </a:xfrm>
            <a:custGeom>
              <a:avLst/>
              <a:gdLst/>
              <a:ahLst/>
              <a:cxnLst/>
              <a:rect l="l" t="t" r="r" b="b"/>
              <a:pathLst>
                <a:path w="3111" h="2649" extrusionOk="0">
                  <a:moveTo>
                    <a:pt x="1783" y="1"/>
                  </a:moveTo>
                  <a:cubicBezTo>
                    <a:pt x="608" y="1"/>
                    <a:pt x="1" y="1423"/>
                    <a:pt x="835" y="2257"/>
                  </a:cubicBezTo>
                  <a:cubicBezTo>
                    <a:pt x="1106" y="2527"/>
                    <a:pt x="1440" y="2648"/>
                    <a:pt x="1768" y="2648"/>
                  </a:cubicBezTo>
                  <a:cubicBezTo>
                    <a:pt x="2452" y="2648"/>
                    <a:pt x="3110" y="2122"/>
                    <a:pt x="3110" y="1328"/>
                  </a:cubicBezTo>
                  <a:cubicBezTo>
                    <a:pt x="3110" y="588"/>
                    <a:pt x="2504" y="1"/>
                    <a:pt x="17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110"/>
            <p:cNvSpPr/>
            <p:nvPr/>
          </p:nvSpPr>
          <p:spPr>
            <a:xfrm>
              <a:off x="2985538" y="3591900"/>
              <a:ext cx="25600" cy="22075"/>
            </a:xfrm>
            <a:custGeom>
              <a:avLst/>
              <a:gdLst/>
              <a:ahLst/>
              <a:cxnLst/>
              <a:rect l="l" t="t" r="r" b="b"/>
              <a:pathLst>
                <a:path w="1024" h="883" extrusionOk="0">
                  <a:moveTo>
                    <a:pt x="588" y="1"/>
                  </a:moveTo>
                  <a:cubicBezTo>
                    <a:pt x="190" y="1"/>
                    <a:pt x="0" y="475"/>
                    <a:pt x="284" y="759"/>
                  </a:cubicBezTo>
                  <a:cubicBezTo>
                    <a:pt x="369" y="844"/>
                    <a:pt x="475" y="883"/>
                    <a:pt x="580" y="883"/>
                  </a:cubicBezTo>
                  <a:cubicBezTo>
                    <a:pt x="804" y="883"/>
                    <a:pt x="1024" y="708"/>
                    <a:pt x="1024" y="437"/>
                  </a:cubicBezTo>
                  <a:cubicBezTo>
                    <a:pt x="1024" y="191"/>
                    <a:pt x="834" y="1"/>
                    <a:pt x="58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110"/>
            <p:cNvSpPr/>
            <p:nvPr/>
          </p:nvSpPr>
          <p:spPr>
            <a:xfrm>
              <a:off x="2718163" y="3216950"/>
              <a:ext cx="577400" cy="564600"/>
            </a:xfrm>
            <a:custGeom>
              <a:avLst/>
              <a:gdLst/>
              <a:ahLst/>
              <a:cxnLst/>
              <a:rect l="l" t="t" r="r" b="b"/>
              <a:pathLst>
                <a:path w="23096" h="22584" extrusionOk="0">
                  <a:moveTo>
                    <a:pt x="1758" y="889"/>
                  </a:moveTo>
                  <a:cubicBezTo>
                    <a:pt x="2206" y="889"/>
                    <a:pt x="2636" y="1240"/>
                    <a:pt x="2636" y="1764"/>
                  </a:cubicBezTo>
                  <a:cubicBezTo>
                    <a:pt x="2636" y="2257"/>
                    <a:pt x="2257" y="2655"/>
                    <a:pt x="1764" y="2655"/>
                  </a:cubicBezTo>
                  <a:cubicBezTo>
                    <a:pt x="987" y="2655"/>
                    <a:pt x="589" y="1707"/>
                    <a:pt x="1138" y="1157"/>
                  </a:cubicBezTo>
                  <a:cubicBezTo>
                    <a:pt x="1318" y="971"/>
                    <a:pt x="1540" y="889"/>
                    <a:pt x="1758" y="889"/>
                  </a:cubicBezTo>
                  <a:close/>
                  <a:moveTo>
                    <a:pt x="12174" y="892"/>
                  </a:moveTo>
                  <a:lnTo>
                    <a:pt x="12174" y="2655"/>
                  </a:lnTo>
                  <a:lnTo>
                    <a:pt x="10411" y="2655"/>
                  </a:lnTo>
                  <a:lnTo>
                    <a:pt x="10411" y="892"/>
                  </a:lnTo>
                  <a:close/>
                  <a:moveTo>
                    <a:pt x="20802" y="892"/>
                  </a:moveTo>
                  <a:cubicBezTo>
                    <a:pt x="21598" y="892"/>
                    <a:pt x="21977" y="1840"/>
                    <a:pt x="21427" y="2390"/>
                  </a:cubicBezTo>
                  <a:cubicBezTo>
                    <a:pt x="21248" y="2575"/>
                    <a:pt x="21026" y="2658"/>
                    <a:pt x="20808" y="2658"/>
                  </a:cubicBezTo>
                  <a:cubicBezTo>
                    <a:pt x="20359" y="2658"/>
                    <a:pt x="19929" y="2306"/>
                    <a:pt x="19929" y="1783"/>
                  </a:cubicBezTo>
                  <a:cubicBezTo>
                    <a:pt x="19929" y="1290"/>
                    <a:pt x="20328" y="892"/>
                    <a:pt x="20802" y="892"/>
                  </a:cubicBezTo>
                  <a:close/>
                  <a:moveTo>
                    <a:pt x="11283" y="10581"/>
                  </a:moveTo>
                  <a:cubicBezTo>
                    <a:pt x="11681" y="10581"/>
                    <a:pt x="11871" y="11055"/>
                    <a:pt x="11605" y="11339"/>
                  </a:cubicBezTo>
                  <a:cubicBezTo>
                    <a:pt x="11514" y="11431"/>
                    <a:pt x="11402" y="11472"/>
                    <a:pt x="11293" y="11472"/>
                  </a:cubicBezTo>
                  <a:cubicBezTo>
                    <a:pt x="11064" y="11472"/>
                    <a:pt x="10847" y="11293"/>
                    <a:pt x="10847" y="11036"/>
                  </a:cubicBezTo>
                  <a:cubicBezTo>
                    <a:pt x="10847" y="10790"/>
                    <a:pt x="11036" y="10581"/>
                    <a:pt x="11283" y="10581"/>
                  </a:cubicBezTo>
                  <a:close/>
                  <a:moveTo>
                    <a:pt x="2636" y="10600"/>
                  </a:moveTo>
                  <a:lnTo>
                    <a:pt x="2636" y="12344"/>
                  </a:lnTo>
                  <a:lnTo>
                    <a:pt x="873" y="12344"/>
                  </a:lnTo>
                  <a:lnTo>
                    <a:pt x="873" y="10600"/>
                  </a:lnTo>
                  <a:close/>
                  <a:moveTo>
                    <a:pt x="21693" y="10581"/>
                  </a:moveTo>
                  <a:lnTo>
                    <a:pt x="21693" y="12344"/>
                  </a:lnTo>
                  <a:lnTo>
                    <a:pt x="19929" y="12344"/>
                  </a:lnTo>
                  <a:lnTo>
                    <a:pt x="19929" y="10581"/>
                  </a:lnTo>
                  <a:close/>
                  <a:moveTo>
                    <a:pt x="11719" y="4817"/>
                  </a:moveTo>
                  <a:lnTo>
                    <a:pt x="15739" y="12098"/>
                  </a:lnTo>
                  <a:cubicBezTo>
                    <a:pt x="14544" y="12818"/>
                    <a:pt x="13482" y="14051"/>
                    <a:pt x="13482" y="15435"/>
                  </a:cubicBezTo>
                  <a:lnTo>
                    <a:pt x="13482" y="17028"/>
                  </a:lnTo>
                  <a:lnTo>
                    <a:pt x="9083" y="17028"/>
                  </a:lnTo>
                  <a:lnTo>
                    <a:pt x="9083" y="15435"/>
                  </a:lnTo>
                  <a:cubicBezTo>
                    <a:pt x="9083" y="14051"/>
                    <a:pt x="8003" y="12799"/>
                    <a:pt x="6827" y="12098"/>
                  </a:cubicBezTo>
                  <a:lnTo>
                    <a:pt x="10847" y="4817"/>
                  </a:lnTo>
                  <a:lnTo>
                    <a:pt x="10847" y="9785"/>
                  </a:lnTo>
                  <a:cubicBezTo>
                    <a:pt x="9671" y="10202"/>
                    <a:pt x="9671" y="11870"/>
                    <a:pt x="10847" y="12287"/>
                  </a:cubicBezTo>
                  <a:lnTo>
                    <a:pt x="10847" y="13672"/>
                  </a:lnTo>
                  <a:cubicBezTo>
                    <a:pt x="10847" y="13966"/>
                    <a:pt x="11065" y="14113"/>
                    <a:pt x="11283" y="14113"/>
                  </a:cubicBezTo>
                  <a:cubicBezTo>
                    <a:pt x="11501" y="14113"/>
                    <a:pt x="11719" y="13966"/>
                    <a:pt x="11719" y="13672"/>
                  </a:cubicBezTo>
                  <a:lnTo>
                    <a:pt x="11719" y="12287"/>
                  </a:lnTo>
                  <a:cubicBezTo>
                    <a:pt x="12895" y="11870"/>
                    <a:pt x="12895" y="10202"/>
                    <a:pt x="11719" y="9785"/>
                  </a:cubicBezTo>
                  <a:lnTo>
                    <a:pt x="11719" y="4817"/>
                  </a:lnTo>
                  <a:close/>
                  <a:moveTo>
                    <a:pt x="13482" y="17900"/>
                  </a:moveTo>
                  <a:lnTo>
                    <a:pt x="13482" y="21692"/>
                  </a:lnTo>
                  <a:lnTo>
                    <a:pt x="9083" y="21692"/>
                  </a:lnTo>
                  <a:lnTo>
                    <a:pt x="9083" y="17900"/>
                  </a:lnTo>
                  <a:close/>
                  <a:moveTo>
                    <a:pt x="9956" y="0"/>
                  </a:moveTo>
                  <a:cubicBezTo>
                    <a:pt x="9709" y="0"/>
                    <a:pt x="9519" y="209"/>
                    <a:pt x="9519" y="456"/>
                  </a:cubicBezTo>
                  <a:lnTo>
                    <a:pt x="9519" y="1328"/>
                  </a:lnTo>
                  <a:lnTo>
                    <a:pt x="3471" y="1328"/>
                  </a:lnTo>
                  <a:cubicBezTo>
                    <a:pt x="3241" y="424"/>
                    <a:pt x="2516" y="4"/>
                    <a:pt x="1788" y="4"/>
                  </a:cubicBezTo>
                  <a:cubicBezTo>
                    <a:pt x="897" y="4"/>
                    <a:pt x="1" y="635"/>
                    <a:pt x="1" y="1783"/>
                  </a:cubicBezTo>
                  <a:cubicBezTo>
                    <a:pt x="1" y="2919"/>
                    <a:pt x="894" y="3545"/>
                    <a:pt x="1784" y="3545"/>
                  </a:cubicBezTo>
                  <a:cubicBezTo>
                    <a:pt x="2513" y="3545"/>
                    <a:pt x="3240" y="3124"/>
                    <a:pt x="3471" y="2219"/>
                  </a:cubicBezTo>
                  <a:lnTo>
                    <a:pt x="7225" y="2219"/>
                  </a:lnTo>
                  <a:cubicBezTo>
                    <a:pt x="4096" y="3622"/>
                    <a:pt x="1878" y="6485"/>
                    <a:pt x="1404" y="9709"/>
                  </a:cubicBezTo>
                  <a:lnTo>
                    <a:pt x="437" y="9709"/>
                  </a:lnTo>
                  <a:cubicBezTo>
                    <a:pt x="190" y="9709"/>
                    <a:pt x="1" y="9898"/>
                    <a:pt x="1" y="10145"/>
                  </a:cubicBezTo>
                  <a:lnTo>
                    <a:pt x="1" y="12799"/>
                  </a:lnTo>
                  <a:cubicBezTo>
                    <a:pt x="1" y="13027"/>
                    <a:pt x="190" y="13236"/>
                    <a:pt x="437" y="13236"/>
                  </a:cubicBezTo>
                  <a:lnTo>
                    <a:pt x="3091" y="13236"/>
                  </a:lnTo>
                  <a:cubicBezTo>
                    <a:pt x="3319" y="13236"/>
                    <a:pt x="3528" y="13027"/>
                    <a:pt x="3528" y="12799"/>
                  </a:cubicBezTo>
                  <a:lnTo>
                    <a:pt x="3528" y="10145"/>
                  </a:lnTo>
                  <a:cubicBezTo>
                    <a:pt x="3528" y="9898"/>
                    <a:pt x="3319" y="9709"/>
                    <a:pt x="3091" y="9709"/>
                  </a:cubicBezTo>
                  <a:lnTo>
                    <a:pt x="2295" y="9709"/>
                  </a:lnTo>
                  <a:cubicBezTo>
                    <a:pt x="2864" y="6106"/>
                    <a:pt x="5784" y="3129"/>
                    <a:pt x="9519" y="2390"/>
                  </a:cubicBezTo>
                  <a:lnTo>
                    <a:pt x="9519" y="3110"/>
                  </a:lnTo>
                  <a:cubicBezTo>
                    <a:pt x="9519" y="3338"/>
                    <a:pt x="9709" y="3546"/>
                    <a:pt x="9956" y="3546"/>
                  </a:cubicBezTo>
                  <a:lnTo>
                    <a:pt x="10543" y="3546"/>
                  </a:lnTo>
                  <a:lnTo>
                    <a:pt x="5841" y="12079"/>
                  </a:lnTo>
                  <a:cubicBezTo>
                    <a:pt x="5784" y="12174"/>
                    <a:pt x="5765" y="12306"/>
                    <a:pt x="5803" y="12420"/>
                  </a:cubicBezTo>
                  <a:cubicBezTo>
                    <a:pt x="5841" y="12534"/>
                    <a:pt x="5936" y="12629"/>
                    <a:pt x="6049" y="12686"/>
                  </a:cubicBezTo>
                  <a:cubicBezTo>
                    <a:pt x="7092" y="13198"/>
                    <a:pt x="8211" y="14278"/>
                    <a:pt x="8211" y="15454"/>
                  </a:cubicBezTo>
                  <a:lnTo>
                    <a:pt x="8211" y="17047"/>
                  </a:lnTo>
                  <a:lnTo>
                    <a:pt x="7775" y="17047"/>
                  </a:lnTo>
                  <a:cubicBezTo>
                    <a:pt x="7187" y="17047"/>
                    <a:pt x="7187" y="17919"/>
                    <a:pt x="7775" y="17919"/>
                  </a:cubicBezTo>
                  <a:lnTo>
                    <a:pt x="8211" y="17919"/>
                  </a:lnTo>
                  <a:lnTo>
                    <a:pt x="8211" y="22147"/>
                  </a:lnTo>
                  <a:cubicBezTo>
                    <a:pt x="8211" y="22394"/>
                    <a:pt x="8401" y="22584"/>
                    <a:pt x="8647" y="22584"/>
                  </a:cubicBezTo>
                  <a:lnTo>
                    <a:pt x="13937" y="22584"/>
                  </a:lnTo>
                  <a:cubicBezTo>
                    <a:pt x="14184" y="22584"/>
                    <a:pt x="14374" y="22394"/>
                    <a:pt x="14374" y="22147"/>
                  </a:cubicBezTo>
                  <a:lnTo>
                    <a:pt x="14374" y="17900"/>
                  </a:lnTo>
                  <a:lnTo>
                    <a:pt x="14829" y="17900"/>
                  </a:lnTo>
                  <a:cubicBezTo>
                    <a:pt x="15398" y="17900"/>
                    <a:pt x="15398" y="17028"/>
                    <a:pt x="14829" y="17028"/>
                  </a:cubicBezTo>
                  <a:lnTo>
                    <a:pt x="14374" y="17028"/>
                  </a:lnTo>
                  <a:lnTo>
                    <a:pt x="14374" y="15435"/>
                  </a:lnTo>
                  <a:cubicBezTo>
                    <a:pt x="14374" y="14278"/>
                    <a:pt x="15492" y="13179"/>
                    <a:pt x="16535" y="12667"/>
                  </a:cubicBezTo>
                  <a:cubicBezTo>
                    <a:pt x="16763" y="12553"/>
                    <a:pt x="16858" y="12287"/>
                    <a:pt x="16725" y="12060"/>
                  </a:cubicBezTo>
                  <a:lnTo>
                    <a:pt x="12041" y="3527"/>
                  </a:lnTo>
                  <a:lnTo>
                    <a:pt x="12610" y="3527"/>
                  </a:lnTo>
                  <a:cubicBezTo>
                    <a:pt x="12857" y="3527"/>
                    <a:pt x="13065" y="3338"/>
                    <a:pt x="13065" y="3091"/>
                  </a:cubicBezTo>
                  <a:lnTo>
                    <a:pt x="13065" y="2371"/>
                  </a:lnTo>
                  <a:cubicBezTo>
                    <a:pt x="16782" y="3129"/>
                    <a:pt x="19721" y="6087"/>
                    <a:pt x="20271" y="9690"/>
                  </a:cubicBezTo>
                  <a:lnTo>
                    <a:pt x="19493" y="9690"/>
                  </a:lnTo>
                  <a:cubicBezTo>
                    <a:pt x="19247" y="9690"/>
                    <a:pt x="19057" y="9898"/>
                    <a:pt x="19057" y="10145"/>
                  </a:cubicBezTo>
                  <a:lnTo>
                    <a:pt x="19057" y="12780"/>
                  </a:lnTo>
                  <a:cubicBezTo>
                    <a:pt x="19057" y="13027"/>
                    <a:pt x="19247" y="13217"/>
                    <a:pt x="19493" y="13217"/>
                  </a:cubicBezTo>
                  <a:lnTo>
                    <a:pt x="22129" y="13217"/>
                  </a:lnTo>
                  <a:cubicBezTo>
                    <a:pt x="22375" y="13217"/>
                    <a:pt x="22584" y="13027"/>
                    <a:pt x="22584" y="12780"/>
                  </a:cubicBezTo>
                  <a:lnTo>
                    <a:pt x="22584" y="10145"/>
                  </a:lnTo>
                  <a:cubicBezTo>
                    <a:pt x="22584" y="9898"/>
                    <a:pt x="22375" y="9709"/>
                    <a:pt x="22129" y="9709"/>
                  </a:cubicBezTo>
                  <a:lnTo>
                    <a:pt x="21162" y="9709"/>
                  </a:lnTo>
                  <a:cubicBezTo>
                    <a:pt x="20707" y="6466"/>
                    <a:pt x="18488" y="3622"/>
                    <a:pt x="15360" y="2219"/>
                  </a:cubicBezTo>
                  <a:lnTo>
                    <a:pt x="19114" y="2219"/>
                  </a:lnTo>
                  <a:cubicBezTo>
                    <a:pt x="19304" y="2996"/>
                    <a:pt x="20005" y="3527"/>
                    <a:pt x="20821" y="3527"/>
                  </a:cubicBezTo>
                  <a:lnTo>
                    <a:pt x="20802" y="3546"/>
                  </a:lnTo>
                  <a:cubicBezTo>
                    <a:pt x="22281" y="3546"/>
                    <a:pt x="23096" y="1859"/>
                    <a:pt x="22205" y="702"/>
                  </a:cubicBezTo>
                  <a:cubicBezTo>
                    <a:pt x="21844" y="226"/>
                    <a:pt x="21327" y="5"/>
                    <a:pt x="20815" y="5"/>
                  </a:cubicBezTo>
                  <a:cubicBezTo>
                    <a:pt x="20063" y="5"/>
                    <a:pt x="19321" y="482"/>
                    <a:pt x="19095" y="1328"/>
                  </a:cubicBezTo>
                  <a:lnTo>
                    <a:pt x="13046" y="1328"/>
                  </a:lnTo>
                  <a:lnTo>
                    <a:pt x="13046" y="456"/>
                  </a:lnTo>
                  <a:cubicBezTo>
                    <a:pt x="13046" y="209"/>
                    <a:pt x="12857" y="0"/>
                    <a:pt x="12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 name="Google Shape;3183;p110"/>
          <p:cNvGrpSpPr/>
          <p:nvPr/>
        </p:nvGrpSpPr>
        <p:grpSpPr>
          <a:xfrm>
            <a:off x="3838118" y="2697667"/>
            <a:ext cx="365777" cy="340219"/>
            <a:chOff x="3281338" y="3217425"/>
            <a:chExt cx="520975" cy="488750"/>
          </a:xfrm>
        </p:grpSpPr>
        <p:sp>
          <p:nvSpPr>
            <p:cNvPr id="3184" name="Google Shape;3184;p110"/>
            <p:cNvSpPr/>
            <p:nvPr/>
          </p:nvSpPr>
          <p:spPr>
            <a:xfrm>
              <a:off x="3474738" y="3492350"/>
              <a:ext cx="317625" cy="203400"/>
            </a:xfrm>
            <a:custGeom>
              <a:avLst/>
              <a:gdLst/>
              <a:ahLst/>
              <a:cxnLst/>
              <a:rect l="l" t="t" r="r" b="b"/>
              <a:pathLst>
                <a:path w="12705" h="8136" extrusionOk="0">
                  <a:moveTo>
                    <a:pt x="11922" y="0"/>
                  </a:moveTo>
                  <a:cubicBezTo>
                    <a:pt x="11911" y="0"/>
                    <a:pt x="11900" y="1"/>
                    <a:pt x="11889" y="1"/>
                  </a:cubicBezTo>
                  <a:lnTo>
                    <a:pt x="0" y="1"/>
                  </a:lnTo>
                  <a:lnTo>
                    <a:pt x="0" y="8136"/>
                  </a:lnTo>
                  <a:lnTo>
                    <a:pt x="11889" y="8136"/>
                  </a:lnTo>
                  <a:cubicBezTo>
                    <a:pt x="12344" y="8136"/>
                    <a:pt x="12705" y="7775"/>
                    <a:pt x="12705" y="7320"/>
                  </a:cubicBezTo>
                  <a:lnTo>
                    <a:pt x="12705" y="816"/>
                  </a:lnTo>
                  <a:cubicBezTo>
                    <a:pt x="12705" y="372"/>
                    <a:pt x="12361" y="0"/>
                    <a:pt x="119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110"/>
            <p:cNvSpPr/>
            <p:nvPr/>
          </p:nvSpPr>
          <p:spPr>
            <a:xfrm>
              <a:off x="3474738" y="3227375"/>
              <a:ext cx="317625" cy="203875"/>
            </a:xfrm>
            <a:custGeom>
              <a:avLst/>
              <a:gdLst/>
              <a:ahLst/>
              <a:cxnLst/>
              <a:rect l="l" t="t" r="r" b="b"/>
              <a:pathLst>
                <a:path w="12705" h="8155" extrusionOk="0">
                  <a:moveTo>
                    <a:pt x="0" y="1"/>
                  </a:moveTo>
                  <a:lnTo>
                    <a:pt x="0" y="8154"/>
                  </a:lnTo>
                  <a:lnTo>
                    <a:pt x="11889" y="8154"/>
                  </a:lnTo>
                  <a:cubicBezTo>
                    <a:pt x="12344" y="8154"/>
                    <a:pt x="12705" y="7775"/>
                    <a:pt x="12705" y="7339"/>
                  </a:cubicBezTo>
                  <a:lnTo>
                    <a:pt x="12705" y="816"/>
                  </a:lnTo>
                  <a:cubicBezTo>
                    <a:pt x="12705" y="361"/>
                    <a:pt x="12344" y="1"/>
                    <a:pt x="118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110"/>
            <p:cNvSpPr/>
            <p:nvPr/>
          </p:nvSpPr>
          <p:spPr>
            <a:xfrm>
              <a:off x="3694688" y="3288525"/>
              <a:ext cx="47300" cy="40650"/>
            </a:xfrm>
            <a:custGeom>
              <a:avLst/>
              <a:gdLst/>
              <a:ahLst/>
              <a:cxnLst/>
              <a:rect l="l" t="t" r="r" b="b"/>
              <a:pathLst>
                <a:path w="1892" h="1626" extrusionOk="0">
                  <a:moveTo>
                    <a:pt x="838" y="0"/>
                  </a:moveTo>
                  <a:cubicBezTo>
                    <a:pt x="831" y="0"/>
                    <a:pt x="823" y="0"/>
                    <a:pt x="816" y="1"/>
                  </a:cubicBezTo>
                  <a:cubicBezTo>
                    <a:pt x="361" y="1"/>
                    <a:pt x="0" y="361"/>
                    <a:pt x="0" y="816"/>
                  </a:cubicBezTo>
                  <a:cubicBezTo>
                    <a:pt x="0" y="1303"/>
                    <a:pt x="399" y="1625"/>
                    <a:pt x="815" y="1625"/>
                  </a:cubicBezTo>
                  <a:cubicBezTo>
                    <a:pt x="1015" y="1625"/>
                    <a:pt x="1219" y="1551"/>
                    <a:pt x="1385" y="1385"/>
                  </a:cubicBezTo>
                  <a:cubicBezTo>
                    <a:pt x="1891" y="878"/>
                    <a:pt x="1544"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110"/>
            <p:cNvSpPr/>
            <p:nvPr/>
          </p:nvSpPr>
          <p:spPr>
            <a:xfrm>
              <a:off x="3613163" y="3288525"/>
              <a:ext cx="47275" cy="40650"/>
            </a:xfrm>
            <a:custGeom>
              <a:avLst/>
              <a:gdLst/>
              <a:ahLst/>
              <a:cxnLst/>
              <a:rect l="l" t="t" r="r" b="b"/>
              <a:pathLst>
                <a:path w="1891" h="1626" extrusionOk="0">
                  <a:moveTo>
                    <a:pt x="838" y="0"/>
                  </a:moveTo>
                  <a:cubicBezTo>
                    <a:pt x="831" y="0"/>
                    <a:pt x="823" y="0"/>
                    <a:pt x="815" y="1"/>
                  </a:cubicBezTo>
                  <a:cubicBezTo>
                    <a:pt x="360" y="1"/>
                    <a:pt x="0" y="361"/>
                    <a:pt x="0" y="816"/>
                  </a:cubicBezTo>
                  <a:cubicBezTo>
                    <a:pt x="0" y="1303"/>
                    <a:pt x="398" y="1625"/>
                    <a:pt x="814" y="1625"/>
                  </a:cubicBezTo>
                  <a:cubicBezTo>
                    <a:pt x="1014" y="1625"/>
                    <a:pt x="1218" y="1551"/>
                    <a:pt x="1384" y="1385"/>
                  </a:cubicBezTo>
                  <a:cubicBezTo>
                    <a:pt x="1891" y="878"/>
                    <a:pt x="1543"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110"/>
            <p:cNvSpPr/>
            <p:nvPr/>
          </p:nvSpPr>
          <p:spPr>
            <a:xfrm>
              <a:off x="3613163" y="3553050"/>
              <a:ext cx="47425" cy="41075"/>
            </a:xfrm>
            <a:custGeom>
              <a:avLst/>
              <a:gdLst/>
              <a:ahLst/>
              <a:cxnLst/>
              <a:rect l="l" t="t" r="r" b="b"/>
              <a:pathLst>
                <a:path w="1897" h="1643" extrusionOk="0">
                  <a:moveTo>
                    <a:pt x="815" y="0"/>
                  </a:moveTo>
                  <a:cubicBezTo>
                    <a:pt x="360" y="0"/>
                    <a:pt x="0" y="379"/>
                    <a:pt x="0" y="815"/>
                  </a:cubicBezTo>
                  <a:cubicBezTo>
                    <a:pt x="0" y="1316"/>
                    <a:pt x="400" y="1643"/>
                    <a:pt x="817" y="1643"/>
                  </a:cubicBezTo>
                  <a:cubicBezTo>
                    <a:pt x="1016" y="1643"/>
                    <a:pt x="1219" y="1569"/>
                    <a:pt x="1384" y="1403"/>
                  </a:cubicBezTo>
                  <a:cubicBezTo>
                    <a:pt x="1896" y="891"/>
                    <a:pt x="1536" y="0"/>
                    <a:pt x="8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110"/>
            <p:cNvSpPr/>
            <p:nvPr/>
          </p:nvSpPr>
          <p:spPr>
            <a:xfrm>
              <a:off x="3531613" y="3288525"/>
              <a:ext cx="47425" cy="40650"/>
            </a:xfrm>
            <a:custGeom>
              <a:avLst/>
              <a:gdLst/>
              <a:ahLst/>
              <a:cxnLst/>
              <a:rect l="l" t="t" r="r" b="b"/>
              <a:pathLst>
                <a:path w="1897" h="1626" extrusionOk="0">
                  <a:moveTo>
                    <a:pt x="816" y="1"/>
                  </a:moveTo>
                  <a:cubicBezTo>
                    <a:pt x="361" y="1"/>
                    <a:pt x="1" y="361"/>
                    <a:pt x="1" y="816"/>
                  </a:cubicBezTo>
                  <a:cubicBezTo>
                    <a:pt x="1" y="1303"/>
                    <a:pt x="399" y="1625"/>
                    <a:pt x="815" y="1625"/>
                  </a:cubicBezTo>
                  <a:cubicBezTo>
                    <a:pt x="1015" y="1625"/>
                    <a:pt x="1219" y="1551"/>
                    <a:pt x="1385" y="1385"/>
                  </a:cubicBezTo>
                  <a:cubicBezTo>
                    <a:pt x="1897" y="873"/>
                    <a:pt x="1537" y="1"/>
                    <a:pt x="8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110"/>
            <p:cNvSpPr/>
            <p:nvPr/>
          </p:nvSpPr>
          <p:spPr>
            <a:xfrm>
              <a:off x="3531613" y="3553050"/>
              <a:ext cx="47425" cy="41075"/>
            </a:xfrm>
            <a:custGeom>
              <a:avLst/>
              <a:gdLst/>
              <a:ahLst/>
              <a:cxnLst/>
              <a:rect l="l" t="t" r="r" b="b"/>
              <a:pathLst>
                <a:path w="1897" h="1643" extrusionOk="0">
                  <a:moveTo>
                    <a:pt x="816" y="0"/>
                  </a:moveTo>
                  <a:cubicBezTo>
                    <a:pt x="361" y="0"/>
                    <a:pt x="1" y="379"/>
                    <a:pt x="1" y="815"/>
                  </a:cubicBezTo>
                  <a:cubicBezTo>
                    <a:pt x="1" y="1316"/>
                    <a:pt x="401" y="1643"/>
                    <a:pt x="818" y="1643"/>
                  </a:cubicBezTo>
                  <a:cubicBezTo>
                    <a:pt x="1017" y="1643"/>
                    <a:pt x="1220" y="1569"/>
                    <a:pt x="1385" y="1403"/>
                  </a:cubicBezTo>
                  <a:cubicBezTo>
                    <a:pt x="1897" y="891"/>
                    <a:pt x="1537" y="0"/>
                    <a:pt x="8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110"/>
            <p:cNvSpPr/>
            <p:nvPr/>
          </p:nvSpPr>
          <p:spPr>
            <a:xfrm>
              <a:off x="3291288" y="3492375"/>
              <a:ext cx="183475" cy="203375"/>
            </a:xfrm>
            <a:custGeom>
              <a:avLst/>
              <a:gdLst/>
              <a:ahLst/>
              <a:cxnLst/>
              <a:rect l="l" t="t" r="r" b="b"/>
              <a:pathLst>
                <a:path w="7339" h="8135" extrusionOk="0">
                  <a:moveTo>
                    <a:pt x="816" y="0"/>
                  </a:moveTo>
                  <a:cubicBezTo>
                    <a:pt x="361" y="0"/>
                    <a:pt x="0" y="360"/>
                    <a:pt x="0" y="815"/>
                  </a:cubicBezTo>
                  <a:lnTo>
                    <a:pt x="0" y="7319"/>
                  </a:lnTo>
                  <a:cubicBezTo>
                    <a:pt x="0" y="7774"/>
                    <a:pt x="361" y="8135"/>
                    <a:pt x="816" y="8135"/>
                  </a:cubicBezTo>
                  <a:lnTo>
                    <a:pt x="7338" y="8135"/>
                  </a:lnTo>
                  <a:lnTo>
                    <a:pt x="73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110"/>
            <p:cNvSpPr/>
            <p:nvPr/>
          </p:nvSpPr>
          <p:spPr>
            <a:xfrm>
              <a:off x="3291288" y="3227375"/>
              <a:ext cx="183475" cy="203875"/>
            </a:xfrm>
            <a:custGeom>
              <a:avLst/>
              <a:gdLst/>
              <a:ahLst/>
              <a:cxnLst/>
              <a:rect l="l" t="t" r="r" b="b"/>
              <a:pathLst>
                <a:path w="7339" h="8155" extrusionOk="0">
                  <a:moveTo>
                    <a:pt x="816" y="1"/>
                  </a:moveTo>
                  <a:cubicBezTo>
                    <a:pt x="361" y="1"/>
                    <a:pt x="0" y="361"/>
                    <a:pt x="0" y="816"/>
                  </a:cubicBezTo>
                  <a:lnTo>
                    <a:pt x="0" y="7339"/>
                  </a:lnTo>
                  <a:cubicBezTo>
                    <a:pt x="0" y="7775"/>
                    <a:pt x="361" y="8154"/>
                    <a:pt x="816" y="8154"/>
                  </a:cubicBezTo>
                  <a:lnTo>
                    <a:pt x="7338" y="8154"/>
                  </a:lnTo>
                  <a:lnTo>
                    <a:pt x="73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110"/>
            <p:cNvSpPr/>
            <p:nvPr/>
          </p:nvSpPr>
          <p:spPr>
            <a:xfrm>
              <a:off x="3342013" y="3593800"/>
              <a:ext cx="81550" cy="61175"/>
            </a:xfrm>
            <a:custGeom>
              <a:avLst/>
              <a:gdLst/>
              <a:ahLst/>
              <a:cxnLst/>
              <a:rect l="l" t="t" r="r" b="b"/>
              <a:pathLst>
                <a:path w="3262" h="2447" extrusionOk="0">
                  <a:moveTo>
                    <a:pt x="0" y="1"/>
                  </a:moveTo>
                  <a:lnTo>
                    <a:pt x="0" y="2447"/>
                  </a:lnTo>
                  <a:lnTo>
                    <a:pt x="3262" y="2447"/>
                  </a:lnTo>
                  <a:lnTo>
                    <a:pt x="326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110"/>
            <p:cNvSpPr/>
            <p:nvPr/>
          </p:nvSpPr>
          <p:spPr>
            <a:xfrm>
              <a:off x="3341538" y="3327400"/>
              <a:ext cx="82975" cy="63075"/>
            </a:xfrm>
            <a:custGeom>
              <a:avLst/>
              <a:gdLst/>
              <a:ahLst/>
              <a:cxnLst/>
              <a:rect l="l" t="t" r="r" b="b"/>
              <a:pathLst>
                <a:path w="3319" h="2523" extrusionOk="0">
                  <a:moveTo>
                    <a:pt x="1650" y="0"/>
                  </a:moveTo>
                  <a:cubicBezTo>
                    <a:pt x="740" y="0"/>
                    <a:pt x="0" y="778"/>
                    <a:pt x="19" y="1707"/>
                  </a:cubicBezTo>
                  <a:lnTo>
                    <a:pt x="19" y="2522"/>
                  </a:lnTo>
                  <a:lnTo>
                    <a:pt x="3281" y="2522"/>
                  </a:lnTo>
                  <a:lnTo>
                    <a:pt x="3281" y="1707"/>
                  </a:lnTo>
                  <a:cubicBezTo>
                    <a:pt x="3318" y="778"/>
                    <a:pt x="2579" y="0"/>
                    <a:pt x="1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110"/>
            <p:cNvSpPr/>
            <p:nvPr/>
          </p:nvSpPr>
          <p:spPr>
            <a:xfrm>
              <a:off x="3342013" y="3268150"/>
              <a:ext cx="71600" cy="61275"/>
            </a:xfrm>
            <a:custGeom>
              <a:avLst/>
              <a:gdLst/>
              <a:ahLst/>
              <a:cxnLst/>
              <a:rect l="l" t="t" r="r" b="b"/>
              <a:pathLst>
                <a:path w="2864" h="2451" extrusionOk="0">
                  <a:moveTo>
                    <a:pt x="1631" y="0"/>
                  </a:moveTo>
                  <a:cubicBezTo>
                    <a:pt x="550" y="0"/>
                    <a:pt x="0" y="1309"/>
                    <a:pt x="778" y="2086"/>
                  </a:cubicBezTo>
                  <a:cubicBezTo>
                    <a:pt x="1023" y="2338"/>
                    <a:pt x="1328" y="2450"/>
                    <a:pt x="1628" y="2450"/>
                  </a:cubicBezTo>
                  <a:cubicBezTo>
                    <a:pt x="2256" y="2450"/>
                    <a:pt x="2863" y="1958"/>
                    <a:pt x="2863" y="1214"/>
                  </a:cubicBezTo>
                  <a:cubicBezTo>
                    <a:pt x="2863" y="550"/>
                    <a:pt x="2313" y="0"/>
                    <a:pt x="1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110"/>
            <p:cNvSpPr/>
            <p:nvPr/>
          </p:nvSpPr>
          <p:spPr>
            <a:xfrm>
              <a:off x="3528288" y="3380025"/>
              <a:ext cx="23750" cy="20450"/>
            </a:xfrm>
            <a:custGeom>
              <a:avLst/>
              <a:gdLst/>
              <a:ahLst/>
              <a:cxnLst/>
              <a:rect l="l" t="t" r="r" b="b"/>
              <a:pathLst>
                <a:path w="950" h="818" extrusionOk="0">
                  <a:moveTo>
                    <a:pt x="551" y="0"/>
                  </a:moveTo>
                  <a:cubicBezTo>
                    <a:pt x="172" y="0"/>
                    <a:pt x="1" y="436"/>
                    <a:pt x="247" y="702"/>
                  </a:cubicBezTo>
                  <a:cubicBezTo>
                    <a:pt x="334" y="782"/>
                    <a:pt x="437" y="818"/>
                    <a:pt x="539" y="818"/>
                  </a:cubicBezTo>
                  <a:cubicBezTo>
                    <a:pt x="750" y="818"/>
                    <a:pt x="949" y="661"/>
                    <a:pt x="949" y="417"/>
                  </a:cubicBezTo>
                  <a:cubicBezTo>
                    <a:pt x="949" y="190"/>
                    <a:pt x="759" y="0"/>
                    <a:pt x="5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110"/>
            <p:cNvSpPr/>
            <p:nvPr/>
          </p:nvSpPr>
          <p:spPr>
            <a:xfrm>
              <a:off x="3528288" y="3645000"/>
              <a:ext cx="23750" cy="20200"/>
            </a:xfrm>
            <a:custGeom>
              <a:avLst/>
              <a:gdLst/>
              <a:ahLst/>
              <a:cxnLst/>
              <a:rect l="l" t="t" r="r" b="b"/>
              <a:pathLst>
                <a:path w="950" h="808" extrusionOk="0">
                  <a:moveTo>
                    <a:pt x="551" y="1"/>
                  </a:moveTo>
                  <a:cubicBezTo>
                    <a:pt x="172" y="1"/>
                    <a:pt x="1" y="437"/>
                    <a:pt x="247" y="683"/>
                  </a:cubicBezTo>
                  <a:cubicBezTo>
                    <a:pt x="334" y="769"/>
                    <a:pt x="438" y="808"/>
                    <a:pt x="539" y="808"/>
                  </a:cubicBezTo>
                  <a:cubicBezTo>
                    <a:pt x="750" y="808"/>
                    <a:pt x="949" y="642"/>
                    <a:pt x="949" y="399"/>
                  </a:cubicBezTo>
                  <a:cubicBezTo>
                    <a:pt x="949" y="171"/>
                    <a:pt x="759"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110"/>
            <p:cNvSpPr/>
            <p:nvPr/>
          </p:nvSpPr>
          <p:spPr>
            <a:xfrm>
              <a:off x="3328263" y="3257725"/>
              <a:ext cx="109525" cy="142700"/>
            </a:xfrm>
            <a:custGeom>
              <a:avLst/>
              <a:gdLst/>
              <a:ahLst/>
              <a:cxnLst/>
              <a:rect l="l" t="t" r="r" b="b"/>
              <a:pathLst>
                <a:path w="4381" h="5708" extrusionOk="0">
                  <a:moveTo>
                    <a:pt x="2181" y="815"/>
                  </a:moveTo>
                  <a:cubicBezTo>
                    <a:pt x="2920" y="815"/>
                    <a:pt x="3281" y="1707"/>
                    <a:pt x="2769" y="2219"/>
                  </a:cubicBezTo>
                  <a:cubicBezTo>
                    <a:pt x="2603" y="2384"/>
                    <a:pt x="2398" y="2458"/>
                    <a:pt x="2197" y="2458"/>
                  </a:cubicBezTo>
                  <a:cubicBezTo>
                    <a:pt x="1774" y="2458"/>
                    <a:pt x="1365" y="2131"/>
                    <a:pt x="1365" y="1631"/>
                  </a:cubicBezTo>
                  <a:cubicBezTo>
                    <a:pt x="1365" y="1195"/>
                    <a:pt x="1745" y="815"/>
                    <a:pt x="2181" y="815"/>
                  </a:cubicBezTo>
                  <a:close/>
                  <a:moveTo>
                    <a:pt x="2181" y="3205"/>
                  </a:moveTo>
                  <a:cubicBezTo>
                    <a:pt x="2882" y="3205"/>
                    <a:pt x="3432" y="3792"/>
                    <a:pt x="3394" y="4494"/>
                  </a:cubicBezTo>
                  <a:lnTo>
                    <a:pt x="3394" y="4892"/>
                  </a:lnTo>
                  <a:lnTo>
                    <a:pt x="967" y="4892"/>
                  </a:lnTo>
                  <a:lnTo>
                    <a:pt x="967" y="4494"/>
                  </a:lnTo>
                  <a:cubicBezTo>
                    <a:pt x="929" y="3792"/>
                    <a:pt x="1479" y="3205"/>
                    <a:pt x="2181" y="3205"/>
                  </a:cubicBezTo>
                  <a:close/>
                  <a:moveTo>
                    <a:pt x="2181" y="0"/>
                  </a:moveTo>
                  <a:cubicBezTo>
                    <a:pt x="721" y="0"/>
                    <a:pt x="0" y="1783"/>
                    <a:pt x="1043" y="2806"/>
                  </a:cubicBezTo>
                  <a:cubicBezTo>
                    <a:pt x="493" y="3186"/>
                    <a:pt x="152" y="3811"/>
                    <a:pt x="152" y="4494"/>
                  </a:cubicBezTo>
                  <a:lnTo>
                    <a:pt x="152" y="5309"/>
                  </a:lnTo>
                  <a:cubicBezTo>
                    <a:pt x="152" y="5537"/>
                    <a:pt x="342" y="5708"/>
                    <a:pt x="550" y="5708"/>
                  </a:cubicBezTo>
                  <a:lnTo>
                    <a:pt x="3812" y="5708"/>
                  </a:lnTo>
                  <a:cubicBezTo>
                    <a:pt x="4039" y="5708"/>
                    <a:pt x="4229" y="5537"/>
                    <a:pt x="4229" y="5309"/>
                  </a:cubicBezTo>
                  <a:lnTo>
                    <a:pt x="4229" y="4494"/>
                  </a:lnTo>
                  <a:cubicBezTo>
                    <a:pt x="4229" y="3811"/>
                    <a:pt x="3887" y="3186"/>
                    <a:pt x="3319" y="2806"/>
                  </a:cubicBezTo>
                  <a:cubicBezTo>
                    <a:pt x="4380" y="1783"/>
                    <a:pt x="3641" y="0"/>
                    <a:pt x="21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110"/>
            <p:cNvSpPr/>
            <p:nvPr/>
          </p:nvSpPr>
          <p:spPr>
            <a:xfrm>
              <a:off x="3511238" y="3278000"/>
              <a:ext cx="71125" cy="61275"/>
            </a:xfrm>
            <a:custGeom>
              <a:avLst/>
              <a:gdLst/>
              <a:ahLst/>
              <a:cxnLst/>
              <a:rect l="l" t="t" r="r" b="b"/>
              <a:pathLst>
                <a:path w="2845" h="2451" extrusionOk="0">
                  <a:moveTo>
                    <a:pt x="1625" y="828"/>
                  </a:moveTo>
                  <a:cubicBezTo>
                    <a:pt x="1830" y="828"/>
                    <a:pt x="2029" y="994"/>
                    <a:pt x="2029" y="1237"/>
                  </a:cubicBezTo>
                  <a:cubicBezTo>
                    <a:pt x="2029" y="1465"/>
                    <a:pt x="1859" y="1635"/>
                    <a:pt x="1631" y="1635"/>
                  </a:cubicBezTo>
                  <a:cubicBezTo>
                    <a:pt x="1271" y="1635"/>
                    <a:pt x="1081" y="1199"/>
                    <a:pt x="1347" y="953"/>
                  </a:cubicBezTo>
                  <a:cubicBezTo>
                    <a:pt x="1427" y="866"/>
                    <a:pt x="1527" y="828"/>
                    <a:pt x="1625" y="828"/>
                  </a:cubicBezTo>
                  <a:close/>
                  <a:moveTo>
                    <a:pt x="1618" y="1"/>
                  </a:moveTo>
                  <a:cubicBezTo>
                    <a:pt x="1317" y="1"/>
                    <a:pt x="1010" y="113"/>
                    <a:pt x="759" y="365"/>
                  </a:cubicBezTo>
                  <a:cubicBezTo>
                    <a:pt x="0" y="1142"/>
                    <a:pt x="531" y="2451"/>
                    <a:pt x="1631" y="2451"/>
                  </a:cubicBezTo>
                  <a:cubicBezTo>
                    <a:pt x="2314" y="2451"/>
                    <a:pt x="2845" y="1901"/>
                    <a:pt x="2845" y="1237"/>
                  </a:cubicBezTo>
                  <a:cubicBezTo>
                    <a:pt x="2845" y="493"/>
                    <a:pt x="2246" y="1"/>
                    <a:pt x="16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110"/>
            <p:cNvSpPr/>
            <p:nvPr/>
          </p:nvSpPr>
          <p:spPr>
            <a:xfrm>
              <a:off x="3602713" y="3278000"/>
              <a:ext cx="71625" cy="61275"/>
            </a:xfrm>
            <a:custGeom>
              <a:avLst/>
              <a:gdLst/>
              <a:ahLst/>
              <a:cxnLst/>
              <a:rect l="l" t="t" r="r" b="b"/>
              <a:pathLst>
                <a:path w="2865" h="2451" extrusionOk="0">
                  <a:moveTo>
                    <a:pt x="1233" y="820"/>
                  </a:moveTo>
                  <a:cubicBezTo>
                    <a:pt x="1594" y="820"/>
                    <a:pt x="1783" y="1256"/>
                    <a:pt x="1518" y="1521"/>
                  </a:cubicBezTo>
                  <a:cubicBezTo>
                    <a:pt x="1438" y="1608"/>
                    <a:pt x="1336" y="1646"/>
                    <a:pt x="1235" y="1646"/>
                  </a:cubicBezTo>
                  <a:cubicBezTo>
                    <a:pt x="1024" y="1646"/>
                    <a:pt x="816" y="1480"/>
                    <a:pt x="816" y="1237"/>
                  </a:cubicBezTo>
                  <a:cubicBezTo>
                    <a:pt x="816" y="1009"/>
                    <a:pt x="1006" y="820"/>
                    <a:pt x="1233" y="820"/>
                  </a:cubicBezTo>
                  <a:close/>
                  <a:moveTo>
                    <a:pt x="1236" y="1"/>
                  </a:moveTo>
                  <a:cubicBezTo>
                    <a:pt x="608" y="1"/>
                    <a:pt x="1" y="493"/>
                    <a:pt x="1" y="1237"/>
                  </a:cubicBezTo>
                  <a:cubicBezTo>
                    <a:pt x="1" y="1901"/>
                    <a:pt x="551" y="2451"/>
                    <a:pt x="1233" y="2451"/>
                  </a:cubicBezTo>
                  <a:cubicBezTo>
                    <a:pt x="2314" y="2451"/>
                    <a:pt x="2864" y="1142"/>
                    <a:pt x="2087" y="365"/>
                  </a:cubicBezTo>
                  <a:cubicBezTo>
                    <a:pt x="1841" y="113"/>
                    <a:pt x="1536" y="1"/>
                    <a:pt x="1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110"/>
            <p:cNvSpPr/>
            <p:nvPr/>
          </p:nvSpPr>
          <p:spPr>
            <a:xfrm>
              <a:off x="3673838" y="3278100"/>
              <a:ext cx="71600" cy="61275"/>
            </a:xfrm>
            <a:custGeom>
              <a:avLst/>
              <a:gdLst/>
              <a:ahLst/>
              <a:cxnLst/>
              <a:rect l="l" t="t" r="r" b="b"/>
              <a:pathLst>
                <a:path w="2864" h="2451" extrusionOk="0">
                  <a:moveTo>
                    <a:pt x="1638" y="824"/>
                  </a:moveTo>
                  <a:cubicBezTo>
                    <a:pt x="1849" y="824"/>
                    <a:pt x="2048" y="990"/>
                    <a:pt x="2048" y="1233"/>
                  </a:cubicBezTo>
                  <a:cubicBezTo>
                    <a:pt x="2048" y="1461"/>
                    <a:pt x="1858" y="1631"/>
                    <a:pt x="1650" y="1631"/>
                  </a:cubicBezTo>
                  <a:cubicBezTo>
                    <a:pt x="1271" y="1631"/>
                    <a:pt x="1100" y="1195"/>
                    <a:pt x="1346" y="949"/>
                  </a:cubicBezTo>
                  <a:cubicBezTo>
                    <a:pt x="1433" y="862"/>
                    <a:pt x="1537" y="824"/>
                    <a:pt x="1638" y="824"/>
                  </a:cubicBezTo>
                  <a:close/>
                  <a:moveTo>
                    <a:pt x="1650" y="0"/>
                  </a:moveTo>
                  <a:cubicBezTo>
                    <a:pt x="550" y="0"/>
                    <a:pt x="0" y="1328"/>
                    <a:pt x="778" y="2086"/>
                  </a:cubicBezTo>
                  <a:cubicBezTo>
                    <a:pt x="1030" y="2338"/>
                    <a:pt x="1338" y="2451"/>
                    <a:pt x="1639" y="2451"/>
                  </a:cubicBezTo>
                  <a:cubicBezTo>
                    <a:pt x="2266" y="2451"/>
                    <a:pt x="2863" y="1963"/>
                    <a:pt x="2863" y="1233"/>
                  </a:cubicBezTo>
                  <a:cubicBezTo>
                    <a:pt x="2863" y="550"/>
                    <a:pt x="2313" y="0"/>
                    <a:pt x="16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110"/>
            <p:cNvSpPr/>
            <p:nvPr/>
          </p:nvSpPr>
          <p:spPr>
            <a:xfrm>
              <a:off x="3332038" y="3524125"/>
              <a:ext cx="101950" cy="141275"/>
            </a:xfrm>
            <a:custGeom>
              <a:avLst/>
              <a:gdLst/>
              <a:ahLst/>
              <a:cxnLst/>
              <a:rect l="l" t="t" r="r" b="b"/>
              <a:pathLst>
                <a:path w="4078" h="5651" extrusionOk="0">
                  <a:moveTo>
                    <a:pt x="2030" y="806"/>
                  </a:moveTo>
                  <a:cubicBezTo>
                    <a:pt x="2423" y="806"/>
                    <a:pt x="2817" y="1062"/>
                    <a:pt x="2845" y="1574"/>
                  </a:cubicBezTo>
                  <a:lnTo>
                    <a:pt x="2845" y="2390"/>
                  </a:lnTo>
                  <a:lnTo>
                    <a:pt x="1214" y="2390"/>
                  </a:lnTo>
                  <a:lnTo>
                    <a:pt x="1214" y="1574"/>
                  </a:lnTo>
                  <a:cubicBezTo>
                    <a:pt x="1243" y="1062"/>
                    <a:pt x="1636" y="806"/>
                    <a:pt x="2030" y="806"/>
                  </a:cubicBezTo>
                  <a:close/>
                  <a:moveTo>
                    <a:pt x="3243" y="3205"/>
                  </a:moveTo>
                  <a:lnTo>
                    <a:pt x="3243" y="4836"/>
                  </a:lnTo>
                  <a:lnTo>
                    <a:pt x="816" y="4836"/>
                  </a:lnTo>
                  <a:lnTo>
                    <a:pt x="816" y="3205"/>
                  </a:lnTo>
                  <a:close/>
                  <a:moveTo>
                    <a:pt x="2030" y="0"/>
                  </a:moveTo>
                  <a:cubicBezTo>
                    <a:pt x="1158" y="0"/>
                    <a:pt x="437" y="702"/>
                    <a:pt x="399" y="1574"/>
                  </a:cubicBezTo>
                  <a:lnTo>
                    <a:pt x="399" y="2390"/>
                  </a:lnTo>
                  <a:cubicBezTo>
                    <a:pt x="191" y="2390"/>
                    <a:pt x="1" y="2579"/>
                    <a:pt x="1" y="2788"/>
                  </a:cubicBezTo>
                  <a:lnTo>
                    <a:pt x="1" y="5234"/>
                  </a:lnTo>
                  <a:cubicBezTo>
                    <a:pt x="1" y="5461"/>
                    <a:pt x="191" y="5651"/>
                    <a:pt x="399" y="5651"/>
                  </a:cubicBezTo>
                  <a:lnTo>
                    <a:pt x="3661" y="5651"/>
                  </a:lnTo>
                  <a:cubicBezTo>
                    <a:pt x="3888" y="5651"/>
                    <a:pt x="4078" y="5461"/>
                    <a:pt x="4078" y="5234"/>
                  </a:cubicBezTo>
                  <a:lnTo>
                    <a:pt x="4078" y="2788"/>
                  </a:lnTo>
                  <a:cubicBezTo>
                    <a:pt x="4078" y="2579"/>
                    <a:pt x="3888" y="2390"/>
                    <a:pt x="3661" y="2390"/>
                  </a:cubicBezTo>
                  <a:lnTo>
                    <a:pt x="3661" y="1574"/>
                  </a:lnTo>
                  <a:cubicBezTo>
                    <a:pt x="3623" y="702"/>
                    <a:pt x="2921" y="0"/>
                    <a:pt x="20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110"/>
            <p:cNvSpPr/>
            <p:nvPr/>
          </p:nvSpPr>
          <p:spPr>
            <a:xfrm>
              <a:off x="3511238" y="3542975"/>
              <a:ext cx="71125" cy="61275"/>
            </a:xfrm>
            <a:custGeom>
              <a:avLst/>
              <a:gdLst/>
              <a:ahLst/>
              <a:cxnLst/>
              <a:rect l="l" t="t" r="r" b="b"/>
              <a:pathLst>
                <a:path w="2845" h="2451" extrusionOk="0">
                  <a:moveTo>
                    <a:pt x="1625" y="818"/>
                  </a:moveTo>
                  <a:cubicBezTo>
                    <a:pt x="1830" y="818"/>
                    <a:pt x="2029" y="975"/>
                    <a:pt x="2029" y="1218"/>
                  </a:cubicBezTo>
                  <a:cubicBezTo>
                    <a:pt x="2029" y="1446"/>
                    <a:pt x="1859" y="1636"/>
                    <a:pt x="1631" y="1636"/>
                  </a:cubicBezTo>
                  <a:cubicBezTo>
                    <a:pt x="1271" y="1636"/>
                    <a:pt x="1081" y="1200"/>
                    <a:pt x="1347" y="934"/>
                  </a:cubicBezTo>
                  <a:cubicBezTo>
                    <a:pt x="1427" y="854"/>
                    <a:pt x="1526" y="818"/>
                    <a:pt x="1625" y="818"/>
                  </a:cubicBezTo>
                  <a:close/>
                  <a:moveTo>
                    <a:pt x="1620" y="0"/>
                  </a:moveTo>
                  <a:cubicBezTo>
                    <a:pt x="1319" y="0"/>
                    <a:pt x="1011" y="113"/>
                    <a:pt x="759" y="365"/>
                  </a:cubicBezTo>
                  <a:cubicBezTo>
                    <a:pt x="0" y="1143"/>
                    <a:pt x="550" y="2451"/>
                    <a:pt x="1631" y="2451"/>
                  </a:cubicBezTo>
                  <a:cubicBezTo>
                    <a:pt x="2314" y="2451"/>
                    <a:pt x="2845" y="1901"/>
                    <a:pt x="2845" y="1218"/>
                  </a:cubicBezTo>
                  <a:cubicBezTo>
                    <a:pt x="2845" y="488"/>
                    <a:pt x="2247" y="0"/>
                    <a:pt x="16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110"/>
            <p:cNvSpPr/>
            <p:nvPr/>
          </p:nvSpPr>
          <p:spPr>
            <a:xfrm>
              <a:off x="3602713" y="3542975"/>
              <a:ext cx="71625" cy="61275"/>
            </a:xfrm>
            <a:custGeom>
              <a:avLst/>
              <a:gdLst/>
              <a:ahLst/>
              <a:cxnLst/>
              <a:rect l="l" t="t" r="r" b="b"/>
              <a:pathLst>
                <a:path w="2865" h="2451" extrusionOk="0">
                  <a:moveTo>
                    <a:pt x="1233" y="820"/>
                  </a:moveTo>
                  <a:cubicBezTo>
                    <a:pt x="1594" y="820"/>
                    <a:pt x="1783" y="1256"/>
                    <a:pt x="1518" y="1522"/>
                  </a:cubicBezTo>
                  <a:cubicBezTo>
                    <a:pt x="1439" y="1601"/>
                    <a:pt x="1338" y="1637"/>
                    <a:pt x="1238" y="1637"/>
                  </a:cubicBezTo>
                  <a:cubicBezTo>
                    <a:pt x="1026" y="1637"/>
                    <a:pt x="816" y="1476"/>
                    <a:pt x="816" y="1218"/>
                  </a:cubicBezTo>
                  <a:cubicBezTo>
                    <a:pt x="816" y="1010"/>
                    <a:pt x="1006" y="820"/>
                    <a:pt x="1233" y="820"/>
                  </a:cubicBezTo>
                  <a:close/>
                  <a:moveTo>
                    <a:pt x="1239" y="0"/>
                  </a:moveTo>
                  <a:cubicBezTo>
                    <a:pt x="607" y="0"/>
                    <a:pt x="1" y="488"/>
                    <a:pt x="1" y="1218"/>
                  </a:cubicBezTo>
                  <a:cubicBezTo>
                    <a:pt x="1" y="1901"/>
                    <a:pt x="551" y="2451"/>
                    <a:pt x="1233" y="2451"/>
                  </a:cubicBezTo>
                  <a:cubicBezTo>
                    <a:pt x="2314" y="2451"/>
                    <a:pt x="2864" y="1143"/>
                    <a:pt x="2106" y="365"/>
                  </a:cubicBezTo>
                  <a:cubicBezTo>
                    <a:pt x="1853" y="113"/>
                    <a:pt x="1543" y="0"/>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110"/>
            <p:cNvSpPr/>
            <p:nvPr/>
          </p:nvSpPr>
          <p:spPr>
            <a:xfrm>
              <a:off x="3569063" y="3645000"/>
              <a:ext cx="169725" cy="20400"/>
            </a:xfrm>
            <a:custGeom>
              <a:avLst/>
              <a:gdLst/>
              <a:ahLst/>
              <a:cxnLst/>
              <a:rect l="l" t="t" r="r" b="b"/>
              <a:pathLst>
                <a:path w="6789" h="816" extrusionOk="0">
                  <a:moveTo>
                    <a:pt x="532" y="1"/>
                  </a:moveTo>
                  <a:cubicBezTo>
                    <a:pt x="1" y="1"/>
                    <a:pt x="1" y="816"/>
                    <a:pt x="532" y="816"/>
                  </a:cubicBezTo>
                  <a:lnTo>
                    <a:pt x="6239" y="816"/>
                  </a:lnTo>
                  <a:cubicBezTo>
                    <a:pt x="6789" y="816"/>
                    <a:pt x="6789" y="1"/>
                    <a:pt x="62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110"/>
            <p:cNvSpPr/>
            <p:nvPr/>
          </p:nvSpPr>
          <p:spPr>
            <a:xfrm>
              <a:off x="3569063" y="3380025"/>
              <a:ext cx="169725" cy="20400"/>
            </a:xfrm>
            <a:custGeom>
              <a:avLst/>
              <a:gdLst/>
              <a:ahLst/>
              <a:cxnLst/>
              <a:rect l="l" t="t" r="r" b="b"/>
              <a:pathLst>
                <a:path w="6789" h="816" extrusionOk="0">
                  <a:moveTo>
                    <a:pt x="532" y="0"/>
                  </a:moveTo>
                  <a:cubicBezTo>
                    <a:pt x="1" y="0"/>
                    <a:pt x="1" y="816"/>
                    <a:pt x="532" y="816"/>
                  </a:cubicBezTo>
                  <a:lnTo>
                    <a:pt x="6239" y="816"/>
                  </a:lnTo>
                  <a:cubicBezTo>
                    <a:pt x="6789" y="816"/>
                    <a:pt x="6789" y="0"/>
                    <a:pt x="6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110"/>
            <p:cNvSpPr/>
            <p:nvPr/>
          </p:nvSpPr>
          <p:spPr>
            <a:xfrm>
              <a:off x="3281338" y="3217425"/>
              <a:ext cx="520975" cy="223775"/>
            </a:xfrm>
            <a:custGeom>
              <a:avLst/>
              <a:gdLst/>
              <a:ahLst/>
              <a:cxnLst/>
              <a:rect l="l" t="t" r="r" b="b"/>
              <a:pathLst>
                <a:path w="20839" h="8951" extrusionOk="0">
                  <a:moveTo>
                    <a:pt x="7319" y="816"/>
                  </a:moveTo>
                  <a:lnTo>
                    <a:pt x="7319" y="8135"/>
                  </a:lnTo>
                  <a:lnTo>
                    <a:pt x="1214" y="8135"/>
                  </a:lnTo>
                  <a:cubicBezTo>
                    <a:pt x="986" y="8135"/>
                    <a:pt x="815" y="7945"/>
                    <a:pt x="815" y="7737"/>
                  </a:cubicBezTo>
                  <a:lnTo>
                    <a:pt x="815" y="1214"/>
                  </a:lnTo>
                  <a:cubicBezTo>
                    <a:pt x="815" y="986"/>
                    <a:pt x="986" y="816"/>
                    <a:pt x="1214" y="816"/>
                  </a:cubicBezTo>
                  <a:close/>
                  <a:moveTo>
                    <a:pt x="19625" y="816"/>
                  </a:moveTo>
                  <a:cubicBezTo>
                    <a:pt x="19853" y="816"/>
                    <a:pt x="20042" y="986"/>
                    <a:pt x="20042" y="1214"/>
                  </a:cubicBezTo>
                  <a:lnTo>
                    <a:pt x="20042" y="7737"/>
                  </a:lnTo>
                  <a:cubicBezTo>
                    <a:pt x="20042" y="7945"/>
                    <a:pt x="19853" y="8135"/>
                    <a:pt x="19625" y="8135"/>
                  </a:cubicBezTo>
                  <a:lnTo>
                    <a:pt x="8135" y="8135"/>
                  </a:lnTo>
                  <a:lnTo>
                    <a:pt x="8135" y="816"/>
                  </a:lnTo>
                  <a:close/>
                  <a:moveTo>
                    <a:pt x="1214" y="0"/>
                  </a:moveTo>
                  <a:cubicBezTo>
                    <a:pt x="531" y="0"/>
                    <a:pt x="0" y="531"/>
                    <a:pt x="0" y="1214"/>
                  </a:cubicBezTo>
                  <a:lnTo>
                    <a:pt x="0" y="7737"/>
                  </a:lnTo>
                  <a:cubicBezTo>
                    <a:pt x="0" y="8400"/>
                    <a:pt x="531" y="8950"/>
                    <a:pt x="1214" y="8950"/>
                  </a:cubicBezTo>
                  <a:lnTo>
                    <a:pt x="19625" y="8950"/>
                  </a:lnTo>
                  <a:cubicBezTo>
                    <a:pt x="20308" y="8950"/>
                    <a:pt x="20839" y="8400"/>
                    <a:pt x="20839" y="7737"/>
                  </a:cubicBezTo>
                  <a:lnTo>
                    <a:pt x="20839" y="1214"/>
                  </a:lnTo>
                  <a:cubicBezTo>
                    <a:pt x="20839" y="531"/>
                    <a:pt x="20308" y="0"/>
                    <a:pt x="196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110"/>
            <p:cNvSpPr/>
            <p:nvPr/>
          </p:nvSpPr>
          <p:spPr>
            <a:xfrm>
              <a:off x="3281338" y="3481925"/>
              <a:ext cx="520975" cy="224250"/>
            </a:xfrm>
            <a:custGeom>
              <a:avLst/>
              <a:gdLst/>
              <a:ahLst/>
              <a:cxnLst/>
              <a:rect l="l" t="t" r="r" b="b"/>
              <a:pathLst>
                <a:path w="20839" h="8970" extrusionOk="0">
                  <a:moveTo>
                    <a:pt x="7319" y="816"/>
                  </a:moveTo>
                  <a:lnTo>
                    <a:pt x="7319" y="8154"/>
                  </a:lnTo>
                  <a:lnTo>
                    <a:pt x="1214" y="8154"/>
                  </a:lnTo>
                  <a:cubicBezTo>
                    <a:pt x="986" y="8154"/>
                    <a:pt x="815" y="7965"/>
                    <a:pt x="815" y="7737"/>
                  </a:cubicBezTo>
                  <a:lnTo>
                    <a:pt x="815" y="1233"/>
                  </a:lnTo>
                  <a:cubicBezTo>
                    <a:pt x="815" y="1006"/>
                    <a:pt x="986" y="816"/>
                    <a:pt x="1214" y="816"/>
                  </a:cubicBezTo>
                  <a:close/>
                  <a:moveTo>
                    <a:pt x="19625" y="816"/>
                  </a:moveTo>
                  <a:cubicBezTo>
                    <a:pt x="19853" y="816"/>
                    <a:pt x="20042" y="1006"/>
                    <a:pt x="20042" y="1233"/>
                  </a:cubicBezTo>
                  <a:lnTo>
                    <a:pt x="20042" y="7737"/>
                  </a:lnTo>
                  <a:cubicBezTo>
                    <a:pt x="20042" y="7965"/>
                    <a:pt x="19853" y="8154"/>
                    <a:pt x="19625" y="8154"/>
                  </a:cubicBezTo>
                  <a:lnTo>
                    <a:pt x="8135" y="8154"/>
                  </a:lnTo>
                  <a:lnTo>
                    <a:pt x="8135" y="816"/>
                  </a:lnTo>
                  <a:close/>
                  <a:moveTo>
                    <a:pt x="1214" y="1"/>
                  </a:moveTo>
                  <a:cubicBezTo>
                    <a:pt x="531" y="1"/>
                    <a:pt x="0" y="551"/>
                    <a:pt x="0" y="1233"/>
                  </a:cubicBezTo>
                  <a:lnTo>
                    <a:pt x="0" y="7737"/>
                  </a:lnTo>
                  <a:cubicBezTo>
                    <a:pt x="0" y="8420"/>
                    <a:pt x="531" y="8970"/>
                    <a:pt x="1214" y="8970"/>
                  </a:cubicBezTo>
                  <a:lnTo>
                    <a:pt x="19625" y="8970"/>
                  </a:lnTo>
                  <a:cubicBezTo>
                    <a:pt x="20308" y="8970"/>
                    <a:pt x="20839" y="8420"/>
                    <a:pt x="20839" y="7737"/>
                  </a:cubicBezTo>
                  <a:lnTo>
                    <a:pt x="20839" y="1233"/>
                  </a:lnTo>
                  <a:cubicBezTo>
                    <a:pt x="20839" y="551"/>
                    <a:pt x="20308" y="1"/>
                    <a:pt x="196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9" name="Google Shape;3209;p110"/>
          <p:cNvGrpSpPr/>
          <p:nvPr/>
        </p:nvGrpSpPr>
        <p:grpSpPr>
          <a:xfrm>
            <a:off x="4551874" y="2684908"/>
            <a:ext cx="365764" cy="365736"/>
            <a:chOff x="3962513" y="3253150"/>
            <a:chExt cx="497300" cy="497600"/>
          </a:xfrm>
        </p:grpSpPr>
        <p:sp>
          <p:nvSpPr>
            <p:cNvPr id="3210" name="Google Shape;3210;p110"/>
            <p:cNvSpPr/>
            <p:nvPr/>
          </p:nvSpPr>
          <p:spPr>
            <a:xfrm>
              <a:off x="4330363" y="3565850"/>
              <a:ext cx="119500" cy="174925"/>
            </a:xfrm>
            <a:custGeom>
              <a:avLst/>
              <a:gdLst/>
              <a:ahLst/>
              <a:cxnLst/>
              <a:rect l="l" t="t" r="r" b="b"/>
              <a:pathLst>
                <a:path w="4780" h="6997" extrusionOk="0">
                  <a:moveTo>
                    <a:pt x="1" y="0"/>
                  </a:moveTo>
                  <a:lnTo>
                    <a:pt x="1" y="6997"/>
                  </a:lnTo>
                  <a:lnTo>
                    <a:pt x="4779" y="6997"/>
                  </a:lnTo>
                  <a:lnTo>
                    <a:pt x="477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110"/>
            <p:cNvSpPr/>
            <p:nvPr/>
          </p:nvSpPr>
          <p:spPr>
            <a:xfrm>
              <a:off x="4209088" y="3262750"/>
              <a:ext cx="217550" cy="195950"/>
            </a:xfrm>
            <a:custGeom>
              <a:avLst/>
              <a:gdLst/>
              <a:ahLst/>
              <a:cxnLst/>
              <a:rect l="l" t="t" r="r" b="b"/>
              <a:pathLst>
                <a:path w="8702" h="7838" extrusionOk="0">
                  <a:moveTo>
                    <a:pt x="6474" y="1"/>
                  </a:moveTo>
                  <a:cubicBezTo>
                    <a:pt x="5696" y="1"/>
                    <a:pt x="4933" y="537"/>
                    <a:pt x="4662" y="1335"/>
                  </a:cubicBezTo>
                  <a:cubicBezTo>
                    <a:pt x="4302" y="2643"/>
                    <a:pt x="3430" y="3743"/>
                    <a:pt x="2254" y="4388"/>
                  </a:cubicBezTo>
                  <a:lnTo>
                    <a:pt x="2065" y="4217"/>
                  </a:lnTo>
                  <a:cubicBezTo>
                    <a:pt x="1853" y="4006"/>
                    <a:pt x="1617" y="3917"/>
                    <a:pt x="1390" y="3917"/>
                  </a:cubicBezTo>
                  <a:cubicBezTo>
                    <a:pt x="643" y="3917"/>
                    <a:pt x="1" y="4884"/>
                    <a:pt x="699" y="5582"/>
                  </a:cubicBezTo>
                  <a:lnTo>
                    <a:pt x="2614" y="7516"/>
                  </a:lnTo>
                  <a:cubicBezTo>
                    <a:pt x="2828" y="7743"/>
                    <a:pt x="3070" y="7837"/>
                    <a:pt x="3304" y="7837"/>
                  </a:cubicBezTo>
                  <a:cubicBezTo>
                    <a:pt x="4068" y="7837"/>
                    <a:pt x="4739" y="6829"/>
                    <a:pt x="3999" y="6132"/>
                  </a:cubicBezTo>
                  <a:lnTo>
                    <a:pt x="3809" y="5962"/>
                  </a:lnTo>
                  <a:cubicBezTo>
                    <a:pt x="4473" y="4786"/>
                    <a:pt x="5572" y="3914"/>
                    <a:pt x="6862" y="3535"/>
                  </a:cubicBezTo>
                  <a:cubicBezTo>
                    <a:pt x="8094" y="3136"/>
                    <a:pt x="8701" y="1544"/>
                    <a:pt x="7677" y="520"/>
                  </a:cubicBezTo>
                  <a:cubicBezTo>
                    <a:pt x="7323" y="159"/>
                    <a:pt x="6896" y="1"/>
                    <a:pt x="64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110"/>
            <p:cNvSpPr/>
            <p:nvPr/>
          </p:nvSpPr>
          <p:spPr>
            <a:xfrm>
              <a:off x="4210913" y="3565850"/>
              <a:ext cx="119475" cy="174925"/>
            </a:xfrm>
            <a:custGeom>
              <a:avLst/>
              <a:gdLst/>
              <a:ahLst/>
              <a:cxnLst/>
              <a:rect l="l" t="t" r="r" b="b"/>
              <a:pathLst>
                <a:path w="4779" h="6997" extrusionOk="0">
                  <a:moveTo>
                    <a:pt x="1" y="0"/>
                  </a:moveTo>
                  <a:lnTo>
                    <a:pt x="1" y="6997"/>
                  </a:lnTo>
                  <a:lnTo>
                    <a:pt x="4779" y="6997"/>
                  </a:lnTo>
                  <a:lnTo>
                    <a:pt x="477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110"/>
            <p:cNvSpPr/>
            <p:nvPr/>
          </p:nvSpPr>
          <p:spPr>
            <a:xfrm>
              <a:off x="4091463" y="3565850"/>
              <a:ext cx="119950" cy="174925"/>
            </a:xfrm>
            <a:custGeom>
              <a:avLst/>
              <a:gdLst/>
              <a:ahLst/>
              <a:cxnLst/>
              <a:rect l="l" t="t" r="r" b="b"/>
              <a:pathLst>
                <a:path w="4798" h="6997" extrusionOk="0">
                  <a:moveTo>
                    <a:pt x="2427" y="0"/>
                  </a:moveTo>
                  <a:lnTo>
                    <a:pt x="0" y="1877"/>
                  </a:lnTo>
                  <a:lnTo>
                    <a:pt x="0" y="6997"/>
                  </a:lnTo>
                  <a:lnTo>
                    <a:pt x="4798" y="6997"/>
                  </a:lnTo>
                  <a:lnTo>
                    <a:pt x="479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110"/>
            <p:cNvSpPr/>
            <p:nvPr/>
          </p:nvSpPr>
          <p:spPr>
            <a:xfrm>
              <a:off x="3972463" y="3406100"/>
              <a:ext cx="298675" cy="334675"/>
            </a:xfrm>
            <a:custGeom>
              <a:avLst/>
              <a:gdLst/>
              <a:ahLst/>
              <a:cxnLst/>
              <a:rect l="l" t="t" r="r" b="b"/>
              <a:pathLst>
                <a:path w="11947" h="13387" extrusionOk="0">
                  <a:moveTo>
                    <a:pt x="10297" y="0"/>
                  </a:moveTo>
                  <a:lnTo>
                    <a:pt x="4381" y="5916"/>
                  </a:lnTo>
                  <a:cubicBezTo>
                    <a:pt x="4248" y="6049"/>
                    <a:pt x="4135" y="6219"/>
                    <a:pt x="4078" y="6390"/>
                  </a:cubicBezTo>
                  <a:lnTo>
                    <a:pt x="1" y="6390"/>
                  </a:lnTo>
                  <a:lnTo>
                    <a:pt x="1" y="13387"/>
                  </a:lnTo>
                  <a:lnTo>
                    <a:pt x="4760" y="13387"/>
                  </a:lnTo>
                  <a:lnTo>
                    <a:pt x="4760" y="8267"/>
                  </a:lnTo>
                  <a:lnTo>
                    <a:pt x="5121" y="7907"/>
                  </a:lnTo>
                  <a:cubicBezTo>
                    <a:pt x="5142" y="7908"/>
                    <a:pt x="5164" y="7909"/>
                    <a:pt x="5185" y="7909"/>
                  </a:cubicBezTo>
                  <a:cubicBezTo>
                    <a:pt x="5502" y="7909"/>
                    <a:pt x="5799" y="7779"/>
                    <a:pt x="6012" y="7566"/>
                  </a:cubicBezTo>
                  <a:lnTo>
                    <a:pt x="11947" y="1631"/>
                  </a:lnTo>
                  <a:lnTo>
                    <a:pt x="1029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110"/>
            <p:cNvSpPr/>
            <p:nvPr/>
          </p:nvSpPr>
          <p:spPr>
            <a:xfrm>
              <a:off x="4398288" y="3595200"/>
              <a:ext cx="22650" cy="19075"/>
            </a:xfrm>
            <a:custGeom>
              <a:avLst/>
              <a:gdLst/>
              <a:ahLst/>
              <a:cxnLst/>
              <a:rect l="l" t="t" r="r" b="b"/>
              <a:pathLst>
                <a:path w="906" h="763" extrusionOk="0">
                  <a:moveTo>
                    <a:pt x="539" y="0"/>
                  </a:moveTo>
                  <a:cubicBezTo>
                    <a:pt x="528" y="0"/>
                    <a:pt x="518" y="1"/>
                    <a:pt x="507" y="2"/>
                  </a:cubicBezTo>
                  <a:cubicBezTo>
                    <a:pt x="500" y="1"/>
                    <a:pt x="493" y="1"/>
                    <a:pt x="486" y="1"/>
                  </a:cubicBezTo>
                  <a:cubicBezTo>
                    <a:pt x="159" y="1"/>
                    <a:pt x="1" y="424"/>
                    <a:pt x="242" y="646"/>
                  </a:cubicBezTo>
                  <a:cubicBezTo>
                    <a:pt x="322" y="727"/>
                    <a:pt x="421" y="763"/>
                    <a:pt x="518" y="763"/>
                  </a:cubicBezTo>
                  <a:cubicBezTo>
                    <a:pt x="717" y="763"/>
                    <a:pt x="906" y="611"/>
                    <a:pt x="906" y="381"/>
                  </a:cubicBezTo>
                  <a:cubicBezTo>
                    <a:pt x="906" y="182"/>
                    <a:pt x="750" y="0"/>
                    <a:pt x="5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110"/>
            <p:cNvSpPr/>
            <p:nvPr/>
          </p:nvSpPr>
          <p:spPr>
            <a:xfrm>
              <a:off x="3962513" y="3253150"/>
              <a:ext cx="497300" cy="497600"/>
            </a:xfrm>
            <a:custGeom>
              <a:avLst/>
              <a:gdLst/>
              <a:ahLst/>
              <a:cxnLst/>
              <a:rect l="l" t="t" r="r" b="b"/>
              <a:pathLst>
                <a:path w="19892" h="19904" extrusionOk="0">
                  <a:moveTo>
                    <a:pt x="16336" y="787"/>
                  </a:moveTo>
                  <a:cubicBezTo>
                    <a:pt x="16663" y="787"/>
                    <a:pt x="16995" y="908"/>
                    <a:pt x="17275" y="1188"/>
                  </a:cubicBezTo>
                  <a:cubicBezTo>
                    <a:pt x="18071" y="1984"/>
                    <a:pt x="17559" y="3236"/>
                    <a:pt x="16592" y="3558"/>
                  </a:cubicBezTo>
                  <a:cubicBezTo>
                    <a:pt x="15151" y="4032"/>
                    <a:pt x="14146" y="4772"/>
                    <a:pt x="13331" y="6137"/>
                  </a:cubicBezTo>
                  <a:cubicBezTo>
                    <a:pt x="13236" y="6289"/>
                    <a:pt x="13255" y="6497"/>
                    <a:pt x="13388" y="6611"/>
                  </a:cubicBezTo>
                  <a:lnTo>
                    <a:pt x="13577" y="6801"/>
                  </a:lnTo>
                  <a:cubicBezTo>
                    <a:pt x="14024" y="7218"/>
                    <a:pt x="13628" y="7822"/>
                    <a:pt x="13170" y="7822"/>
                  </a:cubicBezTo>
                  <a:cubicBezTo>
                    <a:pt x="13026" y="7822"/>
                    <a:pt x="12875" y="7762"/>
                    <a:pt x="12743" y="7616"/>
                  </a:cubicBezTo>
                  <a:lnTo>
                    <a:pt x="10828" y="5701"/>
                  </a:lnTo>
                  <a:cubicBezTo>
                    <a:pt x="10600" y="5473"/>
                    <a:pt x="10600" y="5094"/>
                    <a:pt x="10828" y="4867"/>
                  </a:cubicBezTo>
                  <a:lnTo>
                    <a:pt x="10828" y="4886"/>
                  </a:lnTo>
                  <a:cubicBezTo>
                    <a:pt x="10942" y="4772"/>
                    <a:pt x="11093" y="4715"/>
                    <a:pt x="11245" y="4715"/>
                  </a:cubicBezTo>
                  <a:cubicBezTo>
                    <a:pt x="11397" y="4715"/>
                    <a:pt x="11548" y="4772"/>
                    <a:pt x="11662" y="4886"/>
                  </a:cubicBezTo>
                  <a:lnTo>
                    <a:pt x="11833" y="5056"/>
                  </a:lnTo>
                  <a:cubicBezTo>
                    <a:pt x="11910" y="5134"/>
                    <a:pt x="12007" y="5172"/>
                    <a:pt x="12104" y="5172"/>
                  </a:cubicBezTo>
                  <a:cubicBezTo>
                    <a:pt x="12174" y="5172"/>
                    <a:pt x="12244" y="5153"/>
                    <a:pt x="12307" y="5113"/>
                  </a:cubicBezTo>
                  <a:cubicBezTo>
                    <a:pt x="13691" y="4298"/>
                    <a:pt x="14430" y="3274"/>
                    <a:pt x="14904" y="1852"/>
                  </a:cubicBezTo>
                  <a:cubicBezTo>
                    <a:pt x="15104" y="1229"/>
                    <a:pt x="15711" y="787"/>
                    <a:pt x="16336" y="787"/>
                  </a:cubicBezTo>
                  <a:close/>
                  <a:moveTo>
                    <a:pt x="10695" y="6668"/>
                  </a:moveTo>
                  <a:lnTo>
                    <a:pt x="11795" y="7768"/>
                  </a:lnTo>
                  <a:lnTo>
                    <a:pt x="6144" y="13418"/>
                  </a:lnTo>
                  <a:cubicBezTo>
                    <a:pt x="6005" y="13557"/>
                    <a:pt x="5803" y="13648"/>
                    <a:pt x="5610" y="13648"/>
                  </a:cubicBezTo>
                  <a:cubicBezTo>
                    <a:pt x="5592" y="13648"/>
                    <a:pt x="5574" y="13647"/>
                    <a:pt x="5556" y="13646"/>
                  </a:cubicBezTo>
                  <a:cubicBezTo>
                    <a:pt x="5443" y="13646"/>
                    <a:pt x="5329" y="13684"/>
                    <a:pt x="5253" y="13760"/>
                  </a:cubicBezTo>
                  <a:cubicBezTo>
                    <a:pt x="5139" y="13873"/>
                    <a:pt x="5443" y="13570"/>
                    <a:pt x="3945" y="15068"/>
                  </a:cubicBezTo>
                  <a:cubicBezTo>
                    <a:pt x="3865" y="15140"/>
                    <a:pt x="3777" y="15170"/>
                    <a:pt x="3693" y="15170"/>
                  </a:cubicBezTo>
                  <a:cubicBezTo>
                    <a:pt x="3398" y="15170"/>
                    <a:pt x="3144" y="14798"/>
                    <a:pt x="3395" y="14518"/>
                  </a:cubicBezTo>
                  <a:lnTo>
                    <a:pt x="4703" y="13210"/>
                  </a:lnTo>
                  <a:cubicBezTo>
                    <a:pt x="4779" y="13115"/>
                    <a:pt x="4817" y="13020"/>
                    <a:pt x="4817" y="12906"/>
                  </a:cubicBezTo>
                  <a:cubicBezTo>
                    <a:pt x="4798" y="12679"/>
                    <a:pt x="4893" y="12470"/>
                    <a:pt x="5045" y="12318"/>
                  </a:cubicBezTo>
                  <a:lnTo>
                    <a:pt x="10695" y="6668"/>
                  </a:lnTo>
                  <a:close/>
                  <a:moveTo>
                    <a:pt x="3907" y="12906"/>
                  </a:moveTo>
                  <a:lnTo>
                    <a:pt x="2845" y="13968"/>
                  </a:lnTo>
                  <a:cubicBezTo>
                    <a:pt x="2018" y="14809"/>
                    <a:pt x="2789" y="15972"/>
                    <a:pt x="3689" y="15972"/>
                  </a:cubicBezTo>
                  <a:cubicBezTo>
                    <a:pt x="3966" y="15972"/>
                    <a:pt x="4255" y="15862"/>
                    <a:pt x="4514" y="15599"/>
                  </a:cubicBezTo>
                  <a:lnTo>
                    <a:pt x="4798" y="15314"/>
                  </a:lnTo>
                  <a:lnTo>
                    <a:pt x="4798" y="19107"/>
                  </a:lnTo>
                  <a:lnTo>
                    <a:pt x="778" y="19107"/>
                  </a:lnTo>
                  <a:lnTo>
                    <a:pt x="778" y="12906"/>
                  </a:lnTo>
                  <a:close/>
                  <a:moveTo>
                    <a:pt x="7756" y="12887"/>
                  </a:moveTo>
                  <a:lnTo>
                    <a:pt x="9557" y="12906"/>
                  </a:lnTo>
                  <a:lnTo>
                    <a:pt x="9557" y="19107"/>
                  </a:lnTo>
                  <a:lnTo>
                    <a:pt x="5556" y="19107"/>
                  </a:lnTo>
                  <a:lnTo>
                    <a:pt x="5556" y="14537"/>
                  </a:lnTo>
                  <a:lnTo>
                    <a:pt x="5689" y="14404"/>
                  </a:lnTo>
                  <a:cubicBezTo>
                    <a:pt x="6068" y="14385"/>
                    <a:pt x="6429" y="14215"/>
                    <a:pt x="6694" y="13949"/>
                  </a:cubicBezTo>
                  <a:lnTo>
                    <a:pt x="7756" y="12887"/>
                  </a:lnTo>
                  <a:close/>
                  <a:moveTo>
                    <a:pt x="14336" y="12906"/>
                  </a:moveTo>
                  <a:lnTo>
                    <a:pt x="14336" y="19107"/>
                  </a:lnTo>
                  <a:lnTo>
                    <a:pt x="10335" y="19107"/>
                  </a:lnTo>
                  <a:lnTo>
                    <a:pt x="10335" y="12906"/>
                  </a:lnTo>
                  <a:close/>
                  <a:moveTo>
                    <a:pt x="19114" y="12906"/>
                  </a:moveTo>
                  <a:lnTo>
                    <a:pt x="19114" y="19107"/>
                  </a:lnTo>
                  <a:lnTo>
                    <a:pt x="15113" y="19107"/>
                  </a:lnTo>
                  <a:lnTo>
                    <a:pt x="15113" y="12906"/>
                  </a:lnTo>
                  <a:close/>
                  <a:moveTo>
                    <a:pt x="16345" y="0"/>
                  </a:moveTo>
                  <a:cubicBezTo>
                    <a:pt x="15418" y="0"/>
                    <a:pt x="14512" y="626"/>
                    <a:pt x="14184" y="1586"/>
                  </a:cubicBezTo>
                  <a:cubicBezTo>
                    <a:pt x="13862" y="2705"/>
                    <a:pt x="13160" y="3672"/>
                    <a:pt x="12174" y="4298"/>
                  </a:cubicBezTo>
                  <a:cubicBezTo>
                    <a:pt x="11887" y="4029"/>
                    <a:pt x="11567" y="3914"/>
                    <a:pt x="11259" y="3914"/>
                  </a:cubicBezTo>
                  <a:cubicBezTo>
                    <a:pt x="10265" y="3914"/>
                    <a:pt x="9397" y="5105"/>
                    <a:pt x="10164" y="6118"/>
                  </a:cubicBezTo>
                  <a:lnTo>
                    <a:pt x="4514" y="11769"/>
                  </a:lnTo>
                  <a:cubicBezTo>
                    <a:pt x="4400" y="11863"/>
                    <a:pt x="4305" y="11996"/>
                    <a:pt x="4229" y="12129"/>
                  </a:cubicBezTo>
                  <a:lnTo>
                    <a:pt x="399" y="12129"/>
                  </a:lnTo>
                  <a:cubicBezTo>
                    <a:pt x="171" y="12129"/>
                    <a:pt x="1" y="12300"/>
                    <a:pt x="1" y="12508"/>
                  </a:cubicBezTo>
                  <a:lnTo>
                    <a:pt x="1" y="19505"/>
                  </a:lnTo>
                  <a:cubicBezTo>
                    <a:pt x="1" y="19713"/>
                    <a:pt x="171" y="19884"/>
                    <a:pt x="399" y="19884"/>
                  </a:cubicBezTo>
                  <a:lnTo>
                    <a:pt x="399" y="19903"/>
                  </a:lnTo>
                  <a:lnTo>
                    <a:pt x="19493" y="19903"/>
                  </a:lnTo>
                  <a:cubicBezTo>
                    <a:pt x="19721" y="19884"/>
                    <a:pt x="19891" y="19713"/>
                    <a:pt x="19891" y="19505"/>
                  </a:cubicBezTo>
                  <a:lnTo>
                    <a:pt x="19891" y="12508"/>
                  </a:lnTo>
                  <a:cubicBezTo>
                    <a:pt x="19891" y="12300"/>
                    <a:pt x="19721" y="12129"/>
                    <a:pt x="19493" y="12129"/>
                  </a:cubicBezTo>
                  <a:lnTo>
                    <a:pt x="8533" y="12129"/>
                  </a:lnTo>
                  <a:lnTo>
                    <a:pt x="12364" y="8299"/>
                  </a:lnTo>
                  <a:cubicBezTo>
                    <a:pt x="12635" y="8504"/>
                    <a:pt x="12918" y="8592"/>
                    <a:pt x="13187" y="8592"/>
                  </a:cubicBezTo>
                  <a:cubicBezTo>
                    <a:pt x="14235" y="8592"/>
                    <a:pt x="15070" y="7254"/>
                    <a:pt x="14165" y="6289"/>
                  </a:cubicBezTo>
                  <a:cubicBezTo>
                    <a:pt x="14810" y="5322"/>
                    <a:pt x="15758" y="4601"/>
                    <a:pt x="16876" y="4298"/>
                  </a:cubicBezTo>
                  <a:cubicBezTo>
                    <a:pt x="18355" y="3786"/>
                    <a:pt x="19038" y="1871"/>
                    <a:pt x="17825" y="638"/>
                  </a:cubicBezTo>
                  <a:cubicBezTo>
                    <a:pt x="17389" y="196"/>
                    <a:pt x="16864" y="0"/>
                    <a:pt x="163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110"/>
            <p:cNvSpPr/>
            <p:nvPr/>
          </p:nvSpPr>
          <p:spPr>
            <a:xfrm>
              <a:off x="4401488" y="3633625"/>
              <a:ext cx="19450" cy="77875"/>
            </a:xfrm>
            <a:custGeom>
              <a:avLst/>
              <a:gdLst/>
              <a:ahLst/>
              <a:cxnLst/>
              <a:rect l="l" t="t" r="r" b="b"/>
              <a:pathLst>
                <a:path w="778" h="3115" extrusionOk="0">
                  <a:moveTo>
                    <a:pt x="379" y="1"/>
                  </a:moveTo>
                  <a:cubicBezTo>
                    <a:pt x="171" y="1"/>
                    <a:pt x="0" y="190"/>
                    <a:pt x="0" y="399"/>
                  </a:cubicBezTo>
                  <a:lnTo>
                    <a:pt x="0" y="2731"/>
                  </a:lnTo>
                  <a:cubicBezTo>
                    <a:pt x="0" y="2987"/>
                    <a:pt x="194" y="3115"/>
                    <a:pt x="389" y="3115"/>
                  </a:cubicBezTo>
                  <a:cubicBezTo>
                    <a:pt x="583" y="3115"/>
                    <a:pt x="778" y="2987"/>
                    <a:pt x="778" y="2731"/>
                  </a:cubicBezTo>
                  <a:lnTo>
                    <a:pt x="778" y="418"/>
                  </a:lnTo>
                  <a:cubicBezTo>
                    <a:pt x="778" y="190"/>
                    <a:pt x="607" y="20"/>
                    <a:pt x="379" y="20"/>
                  </a:cubicBezTo>
                  <a:lnTo>
                    <a:pt x="3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110"/>
          <p:cNvGrpSpPr/>
          <p:nvPr/>
        </p:nvGrpSpPr>
        <p:grpSpPr>
          <a:xfrm>
            <a:off x="5298689" y="2684789"/>
            <a:ext cx="299625" cy="365975"/>
            <a:chOff x="4668363" y="3341625"/>
            <a:chExt cx="299625" cy="365975"/>
          </a:xfrm>
        </p:grpSpPr>
        <p:sp>
          <p:nvSpPr>
            <p:cNvPr id="3219" name="Google Shape;3219;p110"/>
            <p:cNvSpPr/>
            <p:nvPr/>
          </p:nvSpPr>
          <p:spPr>
            <a:xfrm>
              <a:off x="4875038" y="3581475"/>
              <a:ext cx="85825" cy="119025"/>
            </a:xfrm>
            <a:custGeom>
              <a:avLst/>
              <a:gdLst/>
              <a:ahLst/>
              <a:cxnLst/>
              <a:rect l="l" t="t" r="r" b="b"/>
              <a:pathLst>
                <a:path w="3433" h="4761" extrusionOk="0">
                  <a:moveTo>
                    <a:pt x="854" y="1"/>
                  </a:moveTo>
                  <a:lnTo>
                    <a:pt x="1" y="1726"/>
                  </a:lnTo>
                  <a:lnTo>
                    <a:pt x="1726" y="4760"/>
                  </a:lnTo>
                  <a:lnTo>
                    <a:pt x="3433" y="1726"/>
                  </a:lnTo>
                  <a:lnTo>
                    <a:pt x="257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110"/>
            <p:cNvSpPr/>
            <p:nvPr/>
          </p:nvSpPr>
          <p:spPr>
            <a:xfrm>
              <a:off x="4877888" y="3553050"/>
              <a:ext cx="80600" cy="28450"/>
            </a:xfrm>
            <a:custGeom>
              <a:avLst/>
              <a:gdLst/>
              <a:ahLst/>
              <a:cxnLst/>
              <a:rect l="l" t="t" r="r" b="b"/>
              <a:pathLst>
                <a:path w="3224" h="1138" extrusionOk="0">
                  <a:moveTo>
                    <a:pt x="759" y="0"/>
                  </a:moveTo>
                  <a:cubicBezTo>
                    <a:pt x="0" y="0"/>
                    <a:pt x="0" y="1138"/>
                    <a:pt x="759" y="1138"/>
                  </a:cubicBezTo>
                  <a:lnTo>
                    <a:pt x="2465" y="1138"/>
                  </a:lnTo>
                  <a:cubicBezTo>
                    <a:pt x="3224" y="1138"/>
                    <a:pt x="3224" y="0"/>
                    <a:pt x="24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110"/>
            <p:cNvSpPr/>
            <p:nvPr/>
          </p:nvSpPr>
          <p:spPr>
            <a:xfrm>
              <a:off x="4896838" y="3349800"/>
              <a:ext cx="42700" cy="203275"/>
            </a:xfrm>
            <a:custGeom>
              <a:avLst/>
              <a:gdLst/>
              <a:ahLst/>
              <a:cxnLst/>
              <a:rect l="l" t="t" r="r" b="b"/>
              <a:pathLst>
                <a:path w="1708" h="8131" extrusionOk="0">
                  <a:moveTo>
                    <a:pt x="854" y="0"/>
                  </a:moveTo>
                  <a:cubicBezTo>
                    <a:pt x="442" y="0"/>
                    <a:pt x="29" y="271"/>
                    <a:pt x="1" y="811"/>
                  </a:cubicBezTo>
                  <a:lnTo>
                    <a:pt x="1" y="8130"/>
                  </a:lnTo>
                  <a:lnTo>
                    <a:pt x="1707" y="8130"/>
                  </a:lnTo>
                  <a:lnTo>
                    <a:pt x="1707" y="811"/>
                  </a:lnTo>
                  <a:cubicBezTo>
                    <a:pt x="1679" y="271"/>
                    <a:pt x="1267" y="0"/>
                    <a:pt x="8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110"/>
            <p:cNvSpPr/>
            <p:nvPr/>
          </p:nvSpPr>
          <p:spPr>
            <a:xfrm>
              <a:off x="4775013" y="3348725"/>
              <a:ext cx="71600" cy="351775"/>
            </a:xfrm>
            <a:custGeom>
              <a:avLst/>
              <a:gdLst/>
              <a:ahLst/>
              <a:cxnLst/>
              <a:rect l="l" t="t" r="r" b="b"/>
              <a:pathLst>
                <a:path w="2864" h="14071" extrusionOk="0">
                  <a:moveTo>
                    <a:pt x="1" y="1"/>
                  </a:moveTo>
                  <a:lnTo>
                    <a:pt x="1" y="14070"/>
                  </a:lnTo>
                  <a:lnTo>
                    <a:pt x="2864" y="14070"/>
                  </a:lnTo>
                  <a:lnTo>
                    <a:pt x="286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110"/>
            <p:cNvSpPr/>
            <p:nvPr/>
          </p:nvSpPr>
          <p:spPr>
            <a:xfrm>
              <a:off x="4675463" y="3632200"/>
              <a:ext cx="56925" cy="68300"/>
            </a:xfrm>
            <a:custGeom>
              <a:avLst/>
              <a:gdLst/>
              <a:ahLst/>
              <a:cxnLst/>
              <a:rect l="l" t="t" r="r" b="b"/>
              <a:pathLst>
                <a:path w="2277" h="2732" extrusionOk="0">
                  <a:moveTo>
                    <a:pt x="1" y="1"/>
                  </a:moveTo>
                  <a:lnTo>
                    <a:pt x="1" y="266"/>
                  </a:lnTo>
                  <a:lnTo>
                    <a:pt x="1139" y="2731"/>
                  </a:lnTo>
                  <a:lnTo>
                    <a:pt x="2276" y="266"/>
                  </a:lnTo>
                  <a:lnTo>
                    <a:pt x="22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110"/>
            <p:cNvSpPr/>
            <p:nvPr/>
          </p:nvSpPr>
          <p:spPr>
            <a:xfrm>
              <a:off x="4675463" y="3425050"/>
              <a:ext cx="56925" cy="207175"/>
            </a:xfrm>
            <a:custGeom>
              <a:avLst/>
              <a:gdLst/>
              <a:ahLst/>
              <a:cxnLst/>
              <a:rect l="l" t="t" r="r" b="b"/>
              <a:pathLst>
                <a:path w="2277" h="8287" extrusionOk="0">
                  <a:moveTo>
                    <a:pt x="1" y="1"/>
                  </a:moveTo>
                  <a:lnTo>
                    <a:pt x="1" y="8287"/>
                  </a:lnTo>
                  <a:lnTo>
                    <a:pt x="2276" y="8287"/>
                  </a:lnTo>
                  <a:lnTo>
                    <a:pt x="22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110"/>
            <p:cNvSpPr/>
            <p:nvPr/>
          </p:nvSpPr>
          <p:spPr>
            <a:xfrm>
              <a:off x="4675463" y="3396600"/>
              <a:ext cx="56925" cy="28475"/>
            </a:xfrm>
            <a:custGeom>
              <a:avLst/>
              <a:gdLst/>
              <a:ahLst/>
              <a:cxnLst/>
              <a:rect l="l" t="t" r="r" b="b"/>
              <a:pathLst>
                <a:path w="2277" h="1139" extrusionOk="0">
                  <a:moveTo>
                    <a:pt x="1" y="1"/>
                  </a:moveTo>
                  <a:lnTo>
                    <a:pt x="1" y="1139"/>
                  </a:lnTo>
                  <a:lnTo>
                    <a:pt x="2276" y="1139"/>
                  </a:lnTo>
                  <a:lnTo>
                    <a:pt x="2276"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110"/>
            <p:cNvSpPr/>
            <p:nvPr/>
          </p:nvSpPr>
          <p:spPr>
            <a:xfrm>
              <a:off x="4675463" y="3348725"/>
              <a:ext cx="56925" cy="47900"/>
            </a:xfrm>
            <a:custGeom>
              <a:avLst/>
              <a:gdLst/>
              <a:ahLst/>
              <a:cxnLst/>
              <a:rect l="l" t="t" r="r" b="b"/>
              <a:pathLst>
                <a:path w="2277" h="1916" extrusionOk="0">
                  <a:moveTo>
                    <a:pt x="570" y="1"/>
                  </a:moveTo>
                  <a:cubicBezTo>
                    <a:pt x="247" y="1"/>
                    <a:pt x="1" y="266"/>
                    <a:pt x="1" y="570"/>
                  </a:cubicBezTo>
                  <a:lnTo>
                    <a:pt x="1" y="1916"/>
                  </a:lnTo>
                  <a:lnTo>
                    <a:pt x="2276" y="1916"/>
                  </a:lnTo>
                  <a:lnTo>
                    <a:pt x="2276" y="570"/>
                  </a:lnTo>
                  <a:cubicBezTo>
                    <a:pt x="2276" y="266"/>
                    <a:pt x="2030" y="1"/>
                    <a:pt x="17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110"/>
            <p:cNvSpPr/>
            <p:nvPr/>
          </p:nvSpPr>
          <p:spPr>
            <a:xfrm>
              <a:off x="4908688" y="3603300"/>
              <a:ext cx="16625" cy="14100"/>
            </a:xfrm>
            <a:custGeom>
              <a:avLst/>
              <a:gdLst/>
              <a:ahLst/>
              <a:cxnLst/>
              <a:rect l="l" t="t" r="r" b="b"/>
              <a:pathLst>
                <a:path w="665" h="564" extrusionOk="0">
                  <a:moveTo>
                    <a:pt x="380" y="0"/>
                  </a:moveTo>
                  <a:cubicBezTo>
                    <a:pt x="115" y="0"/>
                    <a:pt x="1" y="303"/>
                    <a:pt x="172" y="474"/>
                  </a:cubicBezTo>
                  <a:cubicBezTo>
                    <a:pt x="234" y="536"/>
                    <a:pt x="309" y="564"/>
                    <a:pt x="381" y="564"/>
                  </a:cubicBezTo>
                  <a:cubicBezTo>
                    <a:pt x="528" y="564"/>
                    <a:pt x="665" y="450"/>
                    <a:pt x="665" y="284"/>
                  </a:cubicBezTo>
                  <a:cubicBezTo>
                    <a:pt x="665" y="114"/>
                    <a:pt x="532"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110"/>
            <p:cNvSpPr/>
            <p:nvPr/>
          </p:nvSpPr>
          <p:spPr>
            <a:xfrm>
              <a:off x="4696338" y="3474950"/>
              <a:ext cx="16600" cy="14125"/>
            </a:xfrm>
            <a:custGeom>
              <a:avLst/>
              <a:gdLst/>
              <a:ahLst/>
              <a:cxnLst/>
              <a:rect l="l" t="t" r="r" b="b"/>
              <a:pathLst>
                <a:path w="664" h="565" extrusionOk="0">
                  <a:moveTo>
                    <a:pt x="284" y="0"/>
                  </a:moveTo>
                  <a:cubicBezTo>
                    <a:pt x="137" y="0"/>
                    <a:pt x="0" y="115"/>
                    <a:pt x="0" y="280"/>
                  </a:cubicBezTo>
                  <a:cubicBezTo>
                    <a:pt x="0" y="451"/>
                    <a:pt x="133" y="564"/>
                    <a:pt x="285" y="564"/>
                  </a:cubicBezTo>
                  <a:cubicBezTo>
                    <a:pt x="550" y="564"/>
                    <a:pt x="664" y="261"/>
                    <a:pt x="493" y="90"/>
                  </a:cubicBezTo>
                  <a:cubicBezTo>
                    <a:pt x="431" y="28"/>
                    <a:pt x="356" y="0"/>
                    <a:pt x="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110"/>
            <p:cNvSpPr/>
            <p:nvPr/>
          </p:nvSpPr>
          <p:spPr>
            <a:xfrm>
              <a:off x="4696813" y="3503750"/>
              <a:ext cx="14225" cy="56200"/>
            </a:xfrm>
            <a:custGeom>
              <a:avLst/>
              <a:gdLst/>
              <a:ahLst/>
              <a:cxnLst/>
              <a:rect l="l" t="t" r="r" b="b"/>
              <a:pathLst>
                <a:path w="569" h="2248" extrusionOk="0">
                  <a:moveTo>
                    <a:pt x="285" y="0"/>
                  </a:moveTo>
                  <a:cubicBezTo>
                    <a:pt x="133" y="0"/>
                    <a:pt x="0" y="114"/>
                    <a:pt x="0" y="285"/>
                  </a:cubicBezTo>
                  <a:lnTo>
                    <a:pt x="0" y="1991"/>
                  </a:lnTo>
                  <a:cubicBezTo>
                    <a:pt x="10" y="2162"/>
                    <a:pt x="142" y="2247"/>
                    <a:pt x="277" y="2247"/>
                  </a:cubicBezTo>
                  <a:cubicBezTo>
                    <a:pt x="413" y="2247"/>
                    <a:pt x="550" y="2162"/>
                    <a:pt x="569" y="1991"/>
                  </a:cubicBezTo>
                  <a:lnTo>
                    <a:pt x="569" y="285"/>
                  </a:lnTo>
                  <a:cubicBezTo>
                    <a:pt x="569" y="114"/>
                    <a:pt x="436" y="0"/>
                    <a:pt x="2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110"/>
            <p:cNvSpPr/>
            <p:nvPr/>
          </p:nvSpPr>
          <p:spPr>
            <a:xfrm>
              <a:off x="4767913" y="3341625"/>
              <a:ext cx="85825" cy="365975"/>
            </a:xfrm>
            <a:custGeom>
              <a:avLst/>
              <a:gdLst/>
              <a:ahLst/>
              <a:cxnLst/>
              <a:rect l="l" t="t" r="r" b="b"/>
              <a:pathLst>
                <a:path w="3433" h="14639" extrusionOk="0">
                  <a:moveTo>
                    <a:pt x="2864" y="569"/>
                  </a:moveTo>
                  <a:lnTo>
                    <a:pt x="2864" y="1896"/>
                  </a:lnTo>
                  <a:lnTo>
                    <a:pt x="2010" y="1896"/>
                  </a:lnTo>
                  <a:cubicBezTo>
                    <a:pt x="1998" y="1895"/>
                    <a:pt x="1987" y="1895"/>
                    <a:pt x="1976" y="1895"/>
                  </a:cubicBezTo>
                  <a:cubicBezTo>
                    <a:pt x="1605" y="1895"/>
                    <a:pt x="1605" y="2467"/>
                    <a:pt x="1976" y="2467"/>
                  </a:cubicBezTo>
                  <a:cubicBezTo>
                    <a:pt x="1987" y="2467"/>
                    <a:pt x="1998" y="2466"/>
                    <a:pt x="2010" y="2465"/>
                  </a:cubicBezTo>
                  <a:lnTo>
                    <a:pt x="2864" y="2465"/>
                  </a:lnTo>
                  <a:lnTo>
                    <a:pt x="2864" y="3603"/>
                  </a:lnTo>
                  <a:lnTo>
                    <a:pt x="2010" y="3603"/>
                  </a:lnTo>
                  <a:cubicBezTo>
                    <a:pt x="1999" y="3602"/>
                    <a:pt x="1987" y="3601"/>
                    <a:pt x="1976" y="3601"/>
                  </a:cubicBezTo>
                  <a:cubicBezTo>
                    <a:pt x="1604" y="3601"/>
                    <a:pt x="1604" y="4192"/>
                    <a:pt x="1976" y="4192"/>
                  </a:cubicBezTo>
                  <a:cubicBezTo>
                    <a:pt x="1987" y="4192"/>
                    <a:pt x="1999" y="4192"/>
                    <a:pt x="2010" y="4191"/>
                  </a:cubicBezTo>
                  <a:lnTo>
                    <a:pt x="2864" y="4191"/>
                  </a:lnTo>
                  <a:lnTo>
                    <a:pt x="2864" y="5328"/>
                  </a:lnTo>
                  <a:lnTo>
                    <a:pt x="2010" y="5328"/>
                  </a:lnTo>
                  <a:cubicBezTo>
                    <a:pt x="1631" y="5328"/>
                    <a:pt x="1631" y="5897"/>
                    <a:pt x="2010" y="5897"/>
                  </a:cubicBezTo>
                  <a:lnTo>
                    <a:pt x="2864" y="5897"/>
                  </a:lnTo>
                  <a:lnTo>
                    <a:pt x="2864" y="7035"/>
                  </a:lnTo>
                  <a:lnTo>
                    <a:pt x="2010" y="7035"/>
                  </a:lnTo>
                  <a:cubicBezTo>
                    <a:pt x="1998" y="7034"/>
                    <a:pt x="1987" y="7033"/>
                    <a:pt x="1976" y="7033"/>
                  </a:cubicBezTo>
                  <a:cubicBezTo>
                    <a:pt x="1605" y="7033"/>
                    <a:pt x="1605" y="7605"/>
                    <a:pt x="1976" y="7605"/>
                  </a:cubicBezTo>
                  <a:cubicBezTo>
                    <a:pt x="1987" y="7605"/>
                    <a:pt x="1998" y="7605"/>
                    <a:pt x="2010" y="7604"/>
                  </a:cubicBezTo>
                  <a:lnTo>
                    <a:pt x="2864" y="7604"/>
                  </a:lnTo>
                  <a:lnTo>
                    <a:pt x="2864" y="8761"/>
                  </a:lnTo>
                  <a:lnTo>
                    <a:pt x="2010" y="8761"/>
                  </a:lnTo>
                  <a:cubicBezTo>
                    <a:pt x="1998" y="8759"/>
                    <a:pt x="1987" y="8759"/>
                    <a:pt x="1976" y="8759"/>
                  </a:cubicBezTo>
                  <a:cubicBezTo>
                    <a:pt x="1605" y="8759"/>
                    <a:pt x="1605" y="9331"/>
                    <a:pt x="1976" y="9331"/>
                  </a:cubicBezTo>
                  <a:cubicBezTo>
                    <a:pt x="1987" y="9331"/>
                    <a:pt x="1998" y="9330"/>
                    <a:pt x="2010" y="9329"/>
                  </a:cubicBezTo>
                  <a:lnTo>
                    <a:pt x="2864" y="9329"/>
                  </a:lnTo>
                  <a:lnTo>
                    <a:pt x="2864" y="10467"/>
                  </a:lnTo>
                  <a:lnTo>
                    <a:pt x="2010" y="10467"/>
                  </a:lnTo>
                  <a:cubicBezTo>
                    <a:pt x="1998" y="10466"/>
                    <a:pt x="1987" y="10465"/>
                    <a:pt x="1976" y="10465"/>
                  </a:cubicBezTo>
                  <a:cubicBezTo>
                    <a:pt x="1605" y="10465"/>
                    <a:pt x="1605" y="11037"/>
                    <a:pt x="1976" y="11037"/>
                  </a:cubicBezTo>
                  <a:cubicBezTo>
                    <a:pt x="1987" y="11037"/>
                    <a:pt x="1998" y="11037"/>
                    <a:pt x="2010" y="11036"/>
                  </a:cubicBezTo>
                  <a:lnTo>
                    <a:pt x="2864" y="11036"/>
                  </a:lnTo>
                  <a:lnTo>
                    <a:pt x="2864" y="12193"/>
                  </a:lnTo>
                  <a:lnTo>
                    <a:pt x="2010" y="12193"/>
                  </a:lnTo>
                  <a:cubicBezTo>
                    <a:pt x="1993" y="12190"/>
                    <a:pt x="1977" y="12189"/>
                    <a:pt x="1961" y="12189"/>
                  </a:cubicBezTo>
                  <a:cubicBezTo>
                    <a:pt x="1604" y="12189"/>
                    <a:pt x="1610" y="12763"/>
                    <a:pt x="1976" y="12763"/>
                  </a:cubicBezTo>
                  <a:cubicBezTo>
                    <a:pt x="1987" y="12763"/>
                    <a:pt x="1999" y="12762"/>
                    <a:pt x="2010" y="12761"/>
                  </a:cubicBezTo>
                  <a:lnTo>
                    <a:pt x="2864" y="12761"/>
                  </a:lnTo>
                  <a:lnTo>
                    <a:pt x="2864" y="14070"/>
                  </a:lnTo>
                  <a:lnTo>
                    <a:pt x="569" y="14070"/>
                  </a:lnTo>
                  <a:lnTo>
                    <a:pt x="569" y="569"/>
                  </a:lnTo>
                  <a:close/>
                  <a:moveTo>
                    <a:pt x="304" y="0"/>
                  </a:moveTo>
                  <a:cubicBezTo>
                    <a:pt x="133" y="0"/>
                    <a:pt x="0" y="133"/>
                    <a:pt x="0" y="285"/>
                  </a:cubicBezTo>
                  <a:lnTo>
                    <a:pt x="0" y="14354"/>
                  </a:lnTo>
                  <a:cubicBezTo>
                    <a:pt x="0" y="14506"/>
                    <a:pt x="133" y="14639"/>
                    <a:pt x="304" y="14639"/>
                  </a:cubicBezTo>
                  <a:lnTo>
                    <a:pt x="3148" y="14639"/>
                  </a:lnTo>
                  <a:cubicBezTo>
                    <a:pt x="3319" y="14639"/>
                    <a:pt x="3432" y="14506"/>
                    <a:pt x="3432" y="14354"/>
                  </a:cubicBezTo>
                  <a:lnTo>
                    <a:pt x="3432" y="285"/>
                  </a:lnTo>
                  <a:cubicBezTo>
                    <a:pt x="3432" y="133"/>
                    <a:pt x="3319" y="0"/>
                    <a:pt x="31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110"/>
            <p:cNvSpPr/>
            <p:nvPr/>
          </p:nvSpPr>
          <p:spPr>
            <a:xfrm>
              <a:off x="4867463" y="3341725"/>
              <a:ext cx="100525" cy="365650"/>
            </a:xfrm>
            <a:custGeom>
              <a:avLst/>
              <a:gdLst/>
              <a:ahLst/>
              <a:cxnLst/>
              <a:rect l="l" t="t" r="r" b="b"/>
              <a:pathLst>
                <a:path w="4021" h="14626" extrusionOk="0">
                  <a:moveTo>
                    <a:pt x="2029" y="565"/>
                  </a:moveTo>
                  <a:cubicBezTo>
                    <a:pt x="2352" y="565"/>
                    <a:pt x="2598" y="831"/>
                    <a:pt x="2598" y="1134"/>
                  </a:cubicBezTo>
                  <a:lnTo>
                    <a:pt x="2598" y="8169"/>
                  </a:lnTo>
                  <a:lnTo>
                    <a:pt x="1460" y="8169"/>
                  </a:lnTo>
                  <a:lnTo>
                    <a:pt x="1460" y="1134"/>
                  </a:lnTo>
                  <a:cubicBezTo>
                    <a:pt x="1460" y="831"/>
                    <a:pt x="1707" y="565"/>
                    <a:pt x="2029" y="565"/>
                  </a:cubicBezTo>
                  <a:close/>
                  <a:moveTo>
                    <a:pt x="2917" y="8736"/>
                  </a:moveTo>
                  <a:cubicBezTo>
                    <a:pt x="3288" y="8736"/>
                    <a:pt x="3288" y="9308"/>
                    <a:pt x="2917" y="9308"/>
                  </a:cubicBezTo>
                  <a:cubicBezTo>
                    <a:pt x="2906" y="9308"/>
                    <a:pt x="2894" y="9307"/>
                    <a:pt x="2882" y="9306"/>
                  </a:cubicBezTo>
                  <a:lnTo>
                    <a:pt x="1176" y="9306"/>
                  </a:lnTo>
                  <a:cubicBezTo>
                    <a:pt x="1164" y="9307"/>
                    <a:pt x="1152" y="9308"/>
                    <a:pt x="1141" y="9308"/>
                  </a:cubicBezTo>
                  <a:cubicBezTo>
                    <a:pt x="770" y="9308"/>
                    <a:pt x="770" y="8736"/>
                    <a:pt x="1141" y="8736"/>
                  </a:cubicBezTo>
                  <a:cubicBezTo>
                    <a:pt x="1152" y="8736"/>
                    <a:pt x="1164" y="8736"/>
                    <a:pt x="1176" y="8738"/>
                  </a:cubicBezTo>
                  <a:lnTo>
                    <a:pt x="2882" y="8738"/>
                  </a:lnTo>
                  <a:cubicBezTo>
                    <a:pt x="2894" y="8736"/>
                    <a:pt x="2906" y="8736"/>
                    <a:pt x="2917" y="8736"/>
                  </a:cubicBezTo>
                  <a:close/>
                  <a:moveTo>
                    <a:pt x="2712" y="9894"/>
                  </a:moveTo>
                  <a:lnTo>
                    <a:pt x="3413" y="11297"/>
                  </a:lnTo>
                  <a:lnTo>
                    <a:pt x="2314" y="13269"/>
                  </a:lnTo>
                  <a:lnTo>
                    <a:pt x="2314" y="11904"/>
                  </a:lnTo>
                  <a:cubicBezTo>
                    <a:pt x="2295" y="11724"/>
                    <a:pt x="2162" y="11634"/>
                    <a:pt x="2029" y="11634"/>
                  </a:cubicBezTo>
                  <a:cubicBezTo>
                    <a:pt x="1896" y="11634"/>
                    <a:pt x="1764" y="11724"/>
                    <a:pt x="1745" y="11904"/>
                  </a:cubicBezTo>
                  <a:lnTo>
                    <a:pt x="1745" y="13269"/>
                  </a:lnTo>
                  <a:lnTo>
                    <a:pt x="645" y="11316"/>
                  </a:lnTo>
                  <a:lnTo>
                    <a:pt x="1347" y="9894"/>
                  </a:lnTo>
                  <a:close/>
                  <a:moveTo>
                    <a:pt x="2043" y="0"/>
                  </a:moveTo>
                  <a:cubicBezTo>
                    <a:pt x="1455" y="0"/>
                    <a:pt x="891" y="454"/>
                    <a:pt x="891" y="1134"/>
                  </a:cubicBezTo>
                  <a:lnTo>
                    <a:pt x="891" y="8226"/>
                  </a:lnTo>
                  <a:cubicBezTo>
                    <a:pt x="190" y="8472"/>
                    <a:pt x="114" y="9420"/>
                    <a:pt x="759" y="9780"/>
                  </a:cubicBezTo>
                  <a:lnTo>
                    <a:pt x="57" y="11184"/>
                  </a:lnTo>
                  <a:cubicBezTo>
                    <a:pt x="0" y="11259"/>
                    <a:pt x="0" y="11373"/>
                    <a:pt x="57" y="11449"/>
                  </a:cubicBezTo>
                  <a:cubicBezTo>
                    <a:pt x="474" y="12189"/>
                    <a:pt x="1347" y="13724"/>
                    <a:pt x="1764" y="14483"/>
                  </a:cubicBezTo>
                  <a:cubicBezTo>
                    <a:pt x="1821" y="14578"/>
                    <a:pt x="1920" y="14625"/>
                    <a:pt x="2020" y="14625"/>
                  </a:cubicBezTo>
                  <a:cubicBezTo>
                    <a:pt x="2119" y="14625"/>
                    <a:pt x="2219" y="14578"/>
                    <a:pt x="2276" y="14483"/>
                  </a:cubicBezTo>
                  <a:lnTo>
                    <a:pt x="3982" y="11468"/>
                  </a:lnTo>
                  <a:cubicBezTo>
                    <a:pt x="4020" y="11373"/>
                    <a:pt x="4020" y="11278"/>
                    <a:pt x="3982" y="11184"/>
                  </a:cubicBezTo>
                  <a:lnTo>
                    <a:pt x="3262" y="9780"/>
                  </a:lnTo>
                  <a:cubicBezTo>
                    <a:pt x="3906" y="9420"/>
                    <a:pt x="3830" y="8472"/>
                    <a:pt x="3148" y="8226"/>
                  </a:cubicBezTo>
                  <a:lnTo>
                    <a:pt x="3148" y="1134"/>
                  </a:lnTo>
                  <a:cubicBezTo>
                    <a:pt x="3148" y="831"/>
                    <a:pt x="3015" y="546"/>
                    <a:pt x="2807" y="338"/>
                  </a:cubicBezTo>
                  <a:lnTo>
                    <a:pt x="2845" y="338"/>
                  </a:lnTo>
                  <a:cubicBezTo>
                    <a:pt x="2611" y="104"/>
                    <a:pt x="2324" y="0"/>
                    <a:pt x="2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110"/>
            <p:cNvSpPr/>
            <p:nvPr/>
          </p:nvSpPr>
          <p:spPr>
            <a:xfrm>
              <a:off x="4668363" y="3341625"/>
              <a:ext cx="71125" cy="365625"/>
            </a:xfrm>
            <a:custGeom>
              <a:avLst/>
              <a:gdLst/>
              <a:ahLst/>
              <a:cxnLst/>
              <a:rect l="l" t="t" r="r" b="b"/>
              <a:pathLst>
                <a:path w="2845" h="14625" extrusionOk="0">
                  <a:moveTo>
                    <a:pt x="1991" y="550"/>
                  </a:moveTo>
                  <a:cubicBezTo>
                    <a:pt x="2143" y="550"/>
                    <a:pt x="2276" y="683"/>
                    <a:pt x="2276" y="835"/>
                  </a:cubicBezTo>
                  <a:lnTo>
                    <a:pt x="2276" y="1896"/>
                  </a:lnTo>
                  <a:lnTo>
                    <a:pt x="550" y="1896"/>
                  </a:lnTo>
                  <a:lnTo>
                    <a:pt x="550" y="835"/>
                  </a:lnTo>
                  <a:cubicBezTo>
                    <a:pt x="550" y="683"/>
                    <a:pt x="683" y="550"/>
                    <a:pt x="835" y="550"/>
                  </a:cubicBezTo>
                  <a:close/>
                  <a:moveTo>
                    <a:pt x="2276" y="2465"/>
                  </a:moveTo>
                  <a:lnTo>
                    <a:pt x="2276" y="3034"/>
                  </a:lnTo>
                  <a:lnTo>
                    <a:pt x="550" y="3034"/>
                  </a:lnTo>
                  <a:lnTo>
                    <a:pt x="550" y="2465"/>
                  </a:lnTo>
                  <a:close/>
                  <a:moveTo>
                    <a:pt x="2276" y="3622"/>
                  </a:moveTo>
                  <a:lnTo>
                    <a:pt x="2276" y="11339"/>
                  </a:lnTo>
                  <a:lnTo>
                    <a:pt x="550" y="11339"/>
                  </a:lnTo>
                  <a:lnTo>
                    <a:pt x="550" y="3622"/>
                  </a:lnTo>
                  <a:close/>
                  <a:moveTo>
                    <a:pt x="2238" y="11908"/>
                  </a:moveTo>
                  <a:lnTo>
                    <a:pt x="1423" y="13653"/>
                  </a:lnTo>
                  <a:lnTo>
                    <a:pt x="607" y="11908"/>
                  </a:lnTo>
                  <a:close/>
                  <a:moveTo>
                    <a:pt x="854" y="0"/>
                  </a:moveTo>
                  <a:cubicBezTo>
                    <a:pt x="380" y="0"/>
                    <a:pt x="0" y="380"/>
                    <a:pt x="0" y="854"/>
                  </a:cubicBezTo>
                  <a:lnTo>
                    <a:pt x="0" y="11889"/>
                  </a:lnTo>
                  <a:cubicBezTo>
                    <a:pt x="0" y="11927"/>
                    <a:pt x="0" y="11965"/>
                    <a:pt x="19" y="12003"/>
                  </a:cubicBezTo>
                  <a:lnTo>
                    <a:pt x="1157" y="14468"/>
                  </a:lnTo>
                  <a:cubicBezTo>
                    <a:pt x="1204" y="14572"/>
                    <a:pt x="1309" y="14624"/>
                    <a:pt x="1413" y="14624"/>
                  </a:cubicBezTo>
                  <a:cubicBezTo>
                    <a:pt x="1517" y="14624"/>
                    <a:pt x="1622" y="14572"/>
                    <a:pt x="1669" y="14468"/>
                  </a:cubicBezTo>
                  <a:lnTo>
                    <a:pt x="2826" y="12003"/>
                  </a:lnTo>
                  <a:cubicBezTo>
                    <a:pt x="2826" y="11965"/>
                    <a:pt x="2845" y="11927"/>
                    <a:pt x="2845" y="11889"/>
                  </a:cubicBezTo>
                  <a:lnTo>
                    <a:pt x="2845" y="854"/>
                  </a:lnTo>
                  <a:cubicBezTo>
                    <a:pt x="2845" y="380"/>
                    <a:pt x="2465" y="0"/>
                    <a:pt x="19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110"/>
          <p:cNvGrpSpPr/>
          <p:nvPr/>
        </p:nvGrpSpPr>
        <p:grpSpPr>
          <a:xfrm>
            <a:off x="6023253" y="2684897"/>
            <a:ext cx="277964" cy="365758"/>
            <a:chOff x="5162788" y="3252750"/>
            <a:chExt cx="343250" cy="453400"/>
          </a:xfrm>
        </p:grpSpPr>
        <p:sp>
          <p:nvSpPr>
            <p:cNvPr id="3234" name="Google Shape;3234;p110"/>
            <p:cNvSpPr/>
            <p:nvPr/>
          </p:nvSpPr>
          <p:spPr>
            <a:xfrm>
              <a:off x="5356663" y="3536450"/>
              <a:ext cx="138450" cy="160725"/>
            </a:xfrm>
            <a:custGeom>
              <a:avLst/>
              <a:gdLst/>
              <a:ahLst/>
              <a:cxnLst/>
              <a:rect l="l" t="t" r="r" b="b"/>
              <a:pathLst>
                <a:path w="5538" h="6429" extrusionOk="0">
                  <a:moveTo>
                    <a:pt x="2466" y="0"/>
                  </a:moveTo>
                  <a:lnTo>
                    <a:pt x="1" y="1385"/>
                  </a:lnTo>
                  <a:lnTo>
                    <a:pt x="3072" y="6428"/>
                  </a:lnTo>
                  <a:lnTo>
                    <a:pt x="3603" y="4494"/>
                  </a:lnTo>
                  <a:lnTo>
                    <a:pt x="5537" y="5006"/>
                  </a:lnTo>
                  <a:lnTo>
                    <a:pt x="246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110"/>
            <p:cNvSpPr/>
            <p:nvPr/>
          </p:nvSpPr>
          <p:spPr>
            <a:xfrm>
              <a:off x="5178888" y="3537400"/>
              <a:ext cx="133250" cy="160250"/>
            </a:xfrm>
            <a:custGeom>
              <a:avLst/>
              <a:gdLst/>
              <a:ahLst/>
              <a:cxnLst/>
              <a:rect l="l" t="t" r="r" b="b"/>
              <a:pathLst>
                <a:path w="5330" h="6410" extrusionOk="0">
                  <a:moveTo>
                    <a:pt x="2845" y="0"/>
                  </a:moveTo>
                  <a:lnTo>
                    <a:pt x="1" y="4987"/>
                  </a:lnTo>
                  <a:lnTo>
                    <a:pt x="1935" y="4475"/>
                  </a:lnTo>
                  <a:lnTo>
                    <a:pt x="2447" y="6409"/>
                  </a:lnTo>
                  <a:lnTo>
                    <a:pt x="5329" y="1347"/>
                  </a:lnTo>
                  <a:lnTo>
                    <a:pt x="28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110"/>
            <p:cNvSpPr/>
            <p:nvPr/>
          </p:nvSpPr>
          <p:spPr>
            <a:xfrm>
              <a:off x="5172738" y="3261975"/>
              <a:ext cx="322375" cy="318175"/>
            </a:xfrm>
            <a:custGeom>
              <a:avLst/>
              <a:gdLst/>
              <a:ahLst/>
              <a:cxnLst/>
              <a:rect l="l" t="t" r="r" b="b"/>
              <a:pathLst>
                <a:path w="12895" h="12727" extrusionOk="0">
                  <a:moveTo>
                    <a:pt x="6419" y="1"/>
                  </a:moveTo>
                  <a:cubicBezTo>
                    <a:pt x="6253" y="1"/>
                    <a:pt x="6087" y="58"/>
                    <a:pt x="5954" y="171"/>
                  </a:cubicBezTo>
                  <a:lnTo>
                    <a:pt x="4760" y="1214"/>
                  </a:lnTo>
                  <a:cubicBezTo>
                    <a:pt x="4627" y="1309"/>
                    <a:pt x="4475" y="1385"/>
                    <a:pt x="4305" y="1385"/>
                  </a:cubicBezTo>
                  <a:lnTo>
                    <a:pt x="2731" y="1385"/>
                  </a:lnTo>
                  <a:cubicBezTo>
                    <a:pt x="2390" y="1385"/>
                    <a:pt x="2086" y="1631"/>
                    <a:pt x="2029" y="1973"/>
                  </a:cubicBezTo>
                  <a:lnTo>
                    <a:pt x="1745" y="3528"/>
                  </a:lnTo>
                  <a:cubicBezTo>
                    <a:pt x="1726" y="3679"/>
                    <a:pt x="1631" y="3831"/>
                    <a:pt x="1517" y="3945"/>
                  </a:cubicBezTo>
                  <a:lnTo>
                    <a:pt x="323" y="4969"/>
                  </a:lnTo>
                  <a:cubicBezTo>
                    <a:pt x="57" y="5196"/>
                    <a:pt x="0" y="5594"/>
                    <a:pt x="171" y="5898"/>
                  </a:cubicBezTo>
                  <a:lnTo>
                    <a:pt x="949" y="7263"/>
                  </a:lnTo>
                  <a:cubicBezTo>
                    <a:pt x="1043" y="7415"/>
                    <a:pt x="1062" y="7585"/>
                    <a:pt x="1024" y="7756"/>
                  </a:cubicBezTo>
                  <a:lnTo>
                    <a:pt x="759" y="9311"/>
                  </a:lnTo>
                  <a:cubicBezTo>
                    <a:pt x="702" y="9671"/>
                    <a:pt x="911" y="10012"/>
                    <a:pt x="1233" y="10126"/>
                  </a:cubicBezTo>
                  <a:lnTo>
                    <a:pt x="2712" y="10676"/>
                  </a:lnTo>
                  <a:cubicBezTo>
                    <a:pt x="2864" y="10733"/>
                    <a:pt x="2996" y="10847"/>
                    <a:pt x="3091" y="10998"/>
                  </a:cubicBezTo>
                  <a:lnTo>
                    <a:pt x="3091" y="11017"/>
                  </a:lnTo>
                  <a:lnTo>
                    <a:pt x="3850" y="12345"/>
                  </a:lnTo>
                  <a:cubicBezTo>
                    <a:pt x="3979" y="12575"/>
                    <a:pt x="4230" y="12707"/>
                    <a:pt x="4484" y="12707"/>
                  </a:cubicBezTo>
                  <a:cubicBezTo>
                    <a:pt x="4564" y="12707"/>
                    <a:pt x="4645" y="12694"/>
                    <a:pt x="4722" y="12667"/>
                  </a:cubicBezTo>
                  <a:lnTo>
                    <a:pt x="5575" y="12364"/>
                  </a:lnTo>
                  <a:lnTo>
                    <a:pt x="6182" y="12155"/>
                  </a:lnTo>
                  <a:cubicBezTo>
                    <a:pt x="6258" y="12117"/>
                    <a:pt x="6343" y="12098"/>
                    <a:pt x="6428" y="12098"/>
                  </a:cubicBezTo>
                  <a:cubicBezTo>
                    <a:pt x="6514" y="12098"/>
                    <a:pt x="6599" y="12117"/>
                    <a:pt x="6675" y="12155"/>
                  </a:cubicBezTo>
                  <a:lnTo>
                    <a:pt x="7339" y="12383"/>
                  </a:lnTo>
                  <a:lnTo>
                    <a:pt x="8154" y="12686"/>
                  </a:lnTo>
                  <a:cubicBezTo>
                    <a:pt x="8231" y="12713"/>
                    <a:pt x="8311" y="12726"/>
                    <a:pt x="8389" y="12726"/>
                  </a:cubicBezTo>
                  <a:cubicBezTo>
                    <a:pt x="8638" y="12726"/>
                    <a:pt x="8877" y="12594"/>
                    <a:pt x="9007" y="12364"/>
                  </a:cubicBezTo>
                  <a:lnTo>
                    <a:pt x="9804" y="10979"/>
                  </a:lnTo>
                  <a:cubicBezTo>
                    <a:pt x="9879" y="10847"/>
                    <a:pt x="10012" y="10733"/>
                    <a:pt x="10164" y="10676"/>
                  </a:cubicBezTo>
                  <a:lnTo>
                    <a:pt x="11643" y="10126"/>
                  </a:lnTo>
                  <a:cubicBezTo>
                    <a:pt x="11984" y="10012"/>
                    <a:pt x="12174" y="9671"/>
                    <a:pt x="12117" y="9311"/>
                  </a:cubicBezTo>
                  <a:lnTo>
                    <a:pt x="11851" y="7756"/>
                  </a:lnTo>
                  <a:cubicBezTo>
                    <a:pt x="11814" y="7585"/>
                    <a:pt x="11851" y="7415"/>
                    <a:pt x="11927" y="7263"/>
                  </a:cubicBezTo>
                  <a:lnTo>
                    <a:pt x="12724" y="5898"/>
                  </a:lnTo>
                  <a:cubicBezTo>
                    <a:pt x="12894" y="5594"/>
                    <a:pt x="12818" y="5196"/>
                    <a:pt x="12553" y="4969"/>
                  </a:cubicBezTo>
                  <a:lnTo>
                    <a:pt x="11358" y="3945"/>
                  </a:lnTo>
                  <a:cubicBezTo>
                    <a:pt x="11226" y="3831"/>
                    <a:pt x="11150" y="3679"/>
                    <a:pt x="11112" y="3528"/>
                  </a:cubicBezTo>
                  <a:lnTo>
                    <a:pt x="10846" y="1973"/>
                  </a:lnTo>
                  <a:cubicBezTo>
                    <a:pt x="10792" y="1643"/>
                    <a:pt x="10506" y="1384"/>
                    <a:pt x="10179" y="1384"/>
                  </a:cubicBezTo>
                  <a:cubicBezTo>
                    <a:pt x="10168" y="1384"/>
                    <a:pt x="10156" y="1384"/>
                    <a:pt x="10145" y="1385"/>
                  </a:cubicBezTo>
                  <a:lnTo>
                    <a:pt x="8552" y="1385"/>
                  </a:lnTo>
                  <a:cubicBezTo>
                    <a:pt x="8381" y="1385"/>
                    <a:pt x="8211" y="1328"/>
                    <a:pt x="8078" y="1214"/>
                  </a:cubicBezTo>
                  <a:lnTo>
                    <a:pt x="6884" y="171"/>
                  </a:lnTo>
                  <a:cubicBezTo>
                    <a:pt x="6751" y="58"/>
                    <a:pt x="6585" y="1"/>
                    <a:pt x="64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110"/>
            <p:cNvSpPr/>
            <p:nvPr/>
          </p:nvSpPr>
          <p:spPr>
            <a:xfrm>
              <a:off x="5283188" y="3367700"/>
              <a:ext cx="101000" cy="96250"/>
            </a:xfrm>
            <a:custGeom>
              <a:avLst/>
              <a:gdLst/>
              <a:ahLst/>
              <a:cxnLst/>
              <a:rect l="l" t="t" r="r" b="b"/>
              <a:pathLst>
                <a:path w="4040" h="3850" extrusionOk="0">
                  <a:moveTo>
                    <a:pt x="2010" y="0"/>
                  </a:moveTo>
                  <a:lnTo>
                    <a:pt x="1404" y="1271"/>
                  </a:lnTo>
                  <a:lnTo>
                    <a:pt x="1" y="1479"/>
                  </a:lnTo>
                  <a:lnTo>
                    <a:pt x="1005" y="2446"/>
                  </a:lnTo>
                  <a:lnTo>
                    <a:pt x="778" y="3849"/>
                  </a:lnTo>
                  <a:lnTo>
                    <a:pt x="778" y="3849"/>
                  </a:lnTo>
                  <a:lnTo>
                    <a:pt x="2029" y="3186"/>
                  </a:lnTo>
                  <a:lnTo>
                    <a:pt x="3262" y="3849"/>
                  </a:lnTo>
                  <a:lnTo>
                    <a:pt x="3034" y="2446"/>
                  </a:lnTo>
                  <a:lnTo>
                    <a:pt x="4039" y="1479"/>
                  </a:lnTo>
                  <a:lnTo>
                    <a:pt x="2636" y="1271"/>
                  </a:lnTo>
                  <a:lnTo>
                    <a:pt x="201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110"/>
            <p:cNvSpPr/>
            <p:nvPr/>
          </p:nvSpPr>
          <p:spPr>
            <a:xfrm>
              <a:off x="5254263" y="3332250"/>
              <a:ext cx="20425" cy="17925"/>
            </a:xfrm>
            <a:custGeom>
              <a:avLst/>
              <a:gdLst/>
              <a:ahLst/>
              <a:cxnLst/>
              <a:rect l="l" t="t" r="r" b="b"/>
              <a:pathLst>
                <a:path w="817" h="717" extrusionOk="0">
                  <a:moveTo>
                    <a:pt x="352" y="1"/>
                  </a:moveTo>
                  <a:cubicBezTo>
                    <a:pt x="171" y="1"/>
                    <a:pt x="1" y="140"/>
                    <a:pt x="1" y="356"/>
                  </a:cubicBezTo>
                  <a:cubicBezTo>
                    <a:pt x="1" y="546"/>
                    <a:pt x="153" y="717"/>
                    <a:pt x="342" y="717"/>
                  </a:cubicBezTo>
                  <a:cubicBezTo>
                    <a:pt x="665" y="717"/>
                    <a:pt x="816" y="337"/>
                    <a:pt x="608" y="110"/>
                  </a:cubicBezTo>
                  <a:cubicBezTo>
                    <a:pt x="533" y="35"/>
                    <a:pt x="441" y="1"/>
                    <a:pt x="3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110"/>
            <p:cNvSpPr/>
            <p:nvPr/>
          </p:nvSpPr>
          <p:spPr>
            <a:xfrm>
              <a:off x="5162788" y="3252750"/>
              <a:ext cx="343250" cy="453400"/>
            </a:xfrm>
            <a:custGeom>
              <a:avLst/>
              <a:gdLst/>
              <a:ahLst/>
              <a:cxnLst/>
              <a:rect l="l" t="t" r="r" b="b"/>
              <a:pathLst>
                <a:path w="13730" h="18136" extrusionOk="0">
                  <a:moveTo>
                    <a:pt x="6817" y="702"/>
                  </a:moveTo>
                  <a:cubicBezTo>
                    <a:pt x="6902" y="702"/>
                    <a:pt x="6988" y="730"/>
                    <a:pt x="7054" y="787"/>
                  </a:cubicBezTo>
                  <a:lnTo>
                    <a:pt x="8268" y="1830"/>
                  </a:lnTo>
                  <a:cubicBezTo>
                    <a:pt x="8457" y="2000"/>
                    <a:pt x="8704" y="2095"/>
                    <a:pt x="8950" y="2095"/>
                  </a:cubicBezTo>
                  <a:lnTo>
                    <a:pt x="10543" y="2095"/>
                  </a:lnTo>
                  <a:cubicBezTo>
                    <a:pt x="10714" y="2095"/>
                    <a:pt x="10865" y="2228"/>
                    <a:pt x="10903" y="2399"/>
                  </a:cubicBezTo>
                  <a:lnTo>
                    <a:pt x="11169" y="3935"/>
                  </a:lnTo>
                  <a:cubicBezTo>
                    <a:pt x="11207" y="4200"/>
                    <a:pt x="11339" y="4409"/>
                    <a:pt x="11529" y="4579"/>
                  </a:cubicBezTo>
                  <a:lnTo>
                    <a:pt x="12723" y="5603"/>
                  </a:lnTo>
                  <a:cubicBezTo>
                    <a:pt x="12875" y="5717"/>
                    <a:pt x="12894" y="5907"/>
                    <a:pt x="12818" y="6077"/>
                  </a:cubicBezTo>
                  <a:lnTo>
                    <a:pt x="12022" y="7442"/>
                  </a:lnTo>
                  <a:cubicBezTo>
                    <a:pt x="11908" y="7670"/>
                    <a:pt x="11851" y="7916"/>
                    <a:pt x="11908" y="8182"/>
                  </a:cubicBezTo>
                  <a:lnTo>
                    <a:pt x="12174" y="9737"/>
                  </a:lnTo>
                  <a:cubicBezTo>
                    <a:pt x="12212" y="9907"/>
                    <a:pt x="12098" y="10097"/>
                    <a:pt x="11927" y="10154"/>
                  </a:cubicBezTo>
                  <a:lnTo>
                    <a:pt x="10467" y="10704"/>
                  </a:lnTo>
                  <a:cubicBezTo>
                    <a:pt x="10240" y="10780"/>
                    <a:pt x="10050" y="10931"/>
                    <a:pt x="9936" y="11121"/>
                  </a:cubicBezTo>
                  <a:cubicBezTo>
                    <a:pt x="9917" y="11140"/>
                    <a:pt x="9898" y="11159"/>
                    <a:pt x="9898" y="11197"/>
                  </a:cubicBezTo>
                  <a:lnTo>
                    <a:pt x="9121" y="12543"/>
                  </a:lnTo>
                  <a:cubicBezTo>
                    <a:pt x="9047" y="12661"/>
                    <a:pt x="8917" y="12733"/>
                    <a:pt x="8783" y="12733"/>
                  </a:cubicBezTo>
                  <a:cubicBezTo>
                    <a:pt x="8744" y="12733"/>
                    <a:pt x="8704" y="12727"/>
                    <a:pt x="8666" y="12714"/>
                  </a:cubicBezTo>
                  <a:lnTo>
                    <a:pt x="7206" y="12164"/>
                  </a:lnTo>
                  <a:cubicBezTo>
                    <a:pt x="7082" y="12116"/>
                    <a:pt x="6954" y="12093"/>
                    <a:pt x="6829" y="12093"/>
                  </a:cubicBezTo>
                  <a:cubicBezTo>
                    <a:pt x="6703" y="12093"/>
                    <a:pt x="6580" y="12116"/>
                    <a:pt x="6466" y="12164"/>
                  </a:cubicBezTo>
                  <a:lnTo>
                    <a:pt x="4987" y="12714"/>
                  </a:lnTo>
                  <a:cubicBezTo>
                    <a:pt x="4949" y="12727"/>
                    <a:pt x="4910" y="12733"/>
                    <a:pt x="4873" y="12733"/>
                  </a:cubicBezTo>
                  <a:cubicBezTo>
                    <a:pt x="4744" y="12733"/>
                    <a:pt x="4625" y="12661"/>
                    <a:pt x="4551" y="12543"/>
                  </a:cubicBezTo>
                  <a:lnTo>
                    <a:pt x="3831" y="11273"/>
                  </a:lnTo>
                  <a:cubicBezTo>
                    <a:pt x="3812" y="11197"/>
                    <a:pt x="3774" y="11140"/>
                    <a:pt x="3717" y="11083"/>
                  </a:cubicBezTo>
                  <a:cubicBezTo>
                    <a:pt x="3584" y="10912"/>
                    <a:pt x="3413" y="10761"/>
                    <a:pt x="3205" y="10685"/>
                  </a:cubicBezTo>
                  <a:lnTo>
                    <a:pt x="1726" y="10154"/>
                  </a:lnTo>
                  <a:cubicBezTo>
                    <a:pt x="1555" y="10078"/>
                    <a:pt x="1460" y="9907"/>
                    <a:pt x="1498" y="9737"/>
                  </a:cubicBezTo>
                  <a:lnTo>
                    <a:pt x="1764" y="8163"/>
                  </a:lnTo>
                  <a:cubicBezTo>
                    <a:pt x="1821" y="7916"/>
                    <a:pt x="1764" y="7670"/>
                    <a:pt x="1650" y="7442"/>
                  </a:cubicBezTo>
                  <a:lnTo>
                    <a:pt x="854" y="6077"/>
                  </a:lnTo>
                  <a:cubicBezTo>
                    <a:pt x="778" y="5907"/>
                    <a:pt x="797" y="5717"/>
                    <a:pt x="948" y="5603"/>
                  </a:cubicBezTo>
                  <a:lnTo>
                    <a:pt x="2143" y="4579"/>
                  </a:lnTo>
                  <a:cubicBezTo>
                    <a:pt x="2333" y="4409"/>
                    <a:pt x="2465" y="4200"/>
                    <a:pt x="2503" y="3935"/>
                  </a:cubicBezTo>
                  <a:lnTo>
                    <a:pt x="2769" y="2399"/>
                  </a:lnTo>
                  <a:cubicBezTo>
                    <a:pt x="2807" y="2228"/>
                    <a:pt x="2958" y="2095"/>
                    <a:pt x="3129" y="2095"/>
                  </a:cubicBezTo>
                  <a:lnTo>
                    <a:pt x="4703" y="2095"/>
                  </a:lnTo>
                  <a:cubicBezTo>
                    <a:pt x="4968" y="2095"/>
                    <a:pt x="5215" y="2000"/>
                    <a:pt x="5404" y="1830"/>
                  </a:cubicBezTo>
                  <a:lnTo>
                    <a:pt x="6580" y="787"/>
                  </a:lnTo>
                  <a:cubicBezTo>
                    <a:pt x="6646" y="730"/>
                    <a:pt x="6732" y="702"/>
                    <a:pt x="6817" y="702"/>
                  </a:cubicBezTo>
                  <a:close/>
                  <a:moveTo>
                    <a:pt x="3489" y="12088"/>
                  </a:moveTo>
                  <a:lnTo>
                    <a:pt x="3963" y="12903"/>
                  </a:lnTo>
                  <a:cubicBezTo>
                    <a:pt x="4141" y="13244"/>
                    <a:pt x="4492" y="13446"/>
                    <a:pt x="4872" y="13446"/>
                  </a:cubicBezTo>
                  <a:cubicBezTo>
                    <a:pt x="4979" y="13446"/>
                    <a:pt x="5088" y="13430"/>
                    <a:pt x="5196" y="13396"/>
                  </a:cubicBezTo>
                  <a:lnTo>
                    <a:pt x="5196" y="13396"/>
                  </a:lnTo>
                  <a:lnTo>
                    <a:pt x="3205" y="16847"/>
                  </a:lnTo>
                  <a:lnTo>
                    <a:pt x="2901" y="15748"/>
                  </a:lnTo>
                  <a:cubicBezTo>
                    <a:pt x="2870" y="15591"/>
                    <a:pt x="2723" y="15486"/>
                    <a:pt x="2576" y="15486"/>
                  </a:cubicBezTo>
                  <a:cubicBezTo>
                    <a:pt x="2545" y="15486"/>
                    <a:pt x="2514" y="15491"/>
                    <a:pt x="2484" y="15501"/>
                  </a:cubicBezTo>
                  <a:lnTo>
                    <a:pt x="1366" y="15804"/>
                  </a:lnTo>
                  <a:lnTo>
                    <a:pt x="3489" y="12088"/>
                  </a:lnTo>
                  <a:close/>
                  <a:moveTo>
                    <a:pt x="10221" y="12031"/>
                  </a:moveTo>
                  <a:lnTo>
                    <a:pt x="12515" y="15785"/>
                  </a:lnTo>
                  <a:lnTo>
                    <a:pt x="12515" y="15785"/>
                  </a:lnTo>
                  <a:lnTo>
                    <a:pt x="11434" y="15501"/>
                  </a:lnTo>
                  <a:cubicBezTo>
                    <a:pt x="11401" y="15491"/>
                    <a:pt x="11368" y="15486"/>
                    <a:pt x="11335" y="15486"/>
                  </a:cubicBezTo>
                  <a:cubicBezTo>
                    <a:pt x="11183" y="15486"/>
                    <a:pt x="11048" y="15591"/>
                    <a:pt x="11017" y="15748"/>
                  </a:cubicBezTo>
                  <a:lnTo>
                    <a:pt x="10695" y="16885"/>
                  </a:lnTo>
                  <a:lnTo>
                    <a:pt x="8571" y="13415"/>
                  </a:lnTo>
                  <a:lnTo>
                    <a:pt x="8571" y="13415"/>
                  </a:lnTo>
                  <a:cubicBezTo>
                    <a:pt x="8647" y="13434"/>
                    <a:pt x="8723" y="13434"/>
                    <a:pt x="8798" y="13434"/>
                  </a:cubicBezTo>
                  <a:cubicBezTo>
                    <a:pt x="9197" y="13434"/>
                    <a:pt x="9538" y="13226"/>
                    <a:pt x="9728" y="12903"/>
                  </a:cubicBezTo>
                  <a:lnTo>
                    <a:pt x="10221" y="12031"/>
                  </a:lnTo>
                  <a:close/>
                  <a:moveTo>
                    <a:pt x="6836" y="0"/>
                  </a:moveTo>
                  <a:cubicBezTo>
                    <a:pt x="6589" y="0"/>
                    <a:pt x="6343" y="85"/>
                    <a:pt x="6144" y="256"/>
                  </a:cubicBezTo>
                  <a:lnTo>
                    <a:pt x="4949" y="1299"/>
                  </a:lnTo>
                  <a:cubicBezTo>
                    <a:pt x="4873" y="1356"/>
                    <a:pt x="4798" y="1375"/>
                    <a:pt x="4703" y="1375"/>
                  </a:cubicBezTo>
                  <a:lnTo>
                    <a:pt x="3148" y="1375"/>
                  </a:lnTo>
                  <a:cubicBezTo>
                    <a:pt x="2617" y="1375"/>
                    <a:pt x="2181" y="1754"/>
                    <a:pt x="2086" y="2285"/>
                  </a:cubicBezTo>
                  <a:lnTo>
                    <a:pt x="1821" y="3821"/>
                  </a:lnTo>
                  <a:cubicBezTo>
                    <a:pt x="1802" y="3897"/>
                    <a:pt x="1764" y="3972"/>
                    <a:pt x="1688" y="4048"/>
                  </a:cubicBezTo>
                  <a:lnTo>
                    <a:pt x="493" y="5053"/>
                  </a:lnTo>
                  <a:cubicBezTo>
                    <a:pt x="95" y="5395"/>
                    <a:pt x="0" y="5963"/>
                    <a:pt x="247" y="6418"/>
                  </a:cubicBezTo>
                  <a:lnTo>
                    <a:pt x="1043" y="7803"/>
                  </a:lnTo>
                  <a:cubicBezTo>
                    <a:pt x="1081" y="7879"/>
                    <a:pt x="1100" y="7973"/>
                    <a:pt x="1081" y="8049"/>
                  </a:cubicBezTo>
                  <a:lnTo>
                    <a:pt x="816" y="9623"/>
                  </a:lnTo>
                  <a:cubicBezTo>
                    <a:pt x="721" y="10135"/>
                    <a:pt x="1024" y="10628"/>
                    <a:pt x="1498" y="10818"/>
                  </a:cubicBezTo>
                  <a:lnTo>
                    <a:pt x="2977" y="11348"/>
                  </a:lnTo>
                  <a:cubicBezTo>
                    <a:pt x="3015" y="11367"/>
                    <a:pt x="3034" y="11386"/>
                    <a:pt x="3053" y="11405"/>
                  </a:cubicBezTo>
                  <a:lnTo>
                    <a:pt x="342" y="16184"/>
                  </a:lnTo>
                  <a:cubicBezTo>
                    <a:pt x="188" y="16422"/>
                    <a:pt x="372" y="16707"/>
                    <a:pt x="645" y="16707"/>
                  </a:cubicBezTo>
                  <a:cubicBezTo>
                    <a:pt x="675" y="16707"/>
                    <a:pt x="707" y="16703"/>
                    <a:pt x="740" y="16696"/>
                  </a:cubicBezTo>
                  <a:lnTo>
                    <a:pt x="2333" y="16278"/>
                  </a:lnTo>
                  <a:lnTo>
                    <a:pt x="2750" y="17871"/>
                  </a:lnTo>
                  <a:cubicBezTo>
                    <a:pt x="2792" y="18040"/>
                    <a:pt x="2940" y="18132"/>
                    <a:pt x="3088" y="18132"/>
                  </a:cubicBezTo>
                  <a:cubicBezTo>
                    <a:pt x="3207" y="18132"/>
                    <a:pt x="3327" y="18073"/>
                    <a:pt x="3394" y="17947"/>
                  </a:cubicBezTo>
                  <a:lnTo>
                    <a:pt x="6220" y="13017"/>
                  </a:lnTo>
                  <a:lnTo>
                    <a:pt x="6732" y="12827"/>
                  </a:lnTo>
                  <a:cubicBezTo>
                    <a:pt x="6770" y="12818"/>
                    <a:pt x="6807" y="12813"/>
                    <a:pt x="6845" y="12813"/>
                  </a:cubicBezTo>
                  <a:cubicBezTo>
                    <a:pt x="6883" y="12813"/>
                    <a:pt x="6921" y="12818"/>
                    <a:pt x="6959" y="12827"/>
                  </a:cubicBezTo>
                  <a:lnTo>
                    <a:pt x="7509" y="13036"/>
                  </a:lnTo>
                  <a:lnTo>
                    <a:pt x="10543" y="17966"/>
                  </a:lnTo>
                  <a:cubicBezTo>
                    <a:pt x="10609" y="18081"/>
                    <a:pt x="10721" y="18136"/>
                    <a:pt x="10835" y="18136"/>
                  </a:cubicBezTo>
                  <a:cubicBezTo>
                    <a:pt x="10983" y="18136"/>
                    <a:pt x="11134" y="18043"/>
                    <a:pt x="11188" y="17871"/>
                  </a:cubicBezTo>
                  <a:lnTo>
                    <a:pt x="11605" y="16278"/>
                  </a:lnTo>
                  <a:lnTo>
                    <a:pt x="13198" y="16696"/>
                  </a:lnTo>
                  <a:cubicBezTo>
                    <a:pt x="13233" y="16707"/>
                    <a:pt x="13267" y="16712"/>
                    <a:pt x="13301" y="16712"/>
                  </a:cubicBezTo>
                  <a:cubicBezTo>
                    <a:pt x="13553" y="16712"/>
                    <a:pt x="13730" y="16416"/>
                    <a:pt x="13596" y="16165"/>
                  </a:cubicBezTo>
                  <a:lnTo>
                    <a:pt x="10657" y="11386"/>
                  </a:lnTo>
                  <a:cubicBezTo>
                    <a:pt x="10676" y="11367"/>
                    <a:pt x="10695" y="11348"/>
                    <a:pt x="10714" y="11348"/>
                  </a:cubicBezTo>
                  <a:lnTo>
                    <a:pt x="12174" y="10818"/>
                  </a:lnTo>
                  <a:cubicBezTo>
                    <a:pt x="12667" y="10628"/>
                    <a:pt x="12951" y="10116"/>
                    <a:pt x="12875" y="9604"/>
                  </a:cubicBezTo>
                  <a:lnTo>
                    <a:pt x="12591" y="8068"/>
                  </a:lnTo>
                  <a:cubicBezTo>
                    <a:pt x="12591" y="7973"/>
                    <a:pt x="12591" y="7879"/>
                    <a:pt x="12648" y="7803"/>
                  </a:cubicBezTo>
                  <a:lnTo>
                    <a:pt x="13425" y="6418"/>
                  </a:lnTo>
                  <a:cubicBezTo>
                    <a:pt x="13691" y="5963"/>
                    <a:pt x="13577" y="5395"/>
                    <a:pt x="13179" y="5053"/>
                  </a:cubicBezTo>
                  <a:lnTo>
                    <a:pt x="11984" y="4048"/>
                  </a:lnTo>
                  <a:cubicBezTo>
                    <a:pt x="11927" y="3972"/>
                    <a:pt x="11870" y="3897"/>
                    <a:pt x="11851" y="3821"/>
                  </a:cubicBezTo>
                  <a:lnTo>
                    <a:pt x="11586" y="2285"/>
                  </a:lnTo>
                  <a:cubicBezTo>
                    <a:pt x="11491" y="1754"/>
                    <a:pt x="11055" y="1375"/>
                    <a:pt x="10524" y="1375"/>
                  </a:cubicBezTo>
                  <a:lnTo>
                    <a:pt x="8969" y="1375"/>
                  </a:lnTo>
                  <a:cubicBezTo>
                    <a:pt x="8874" y="1375"/>
                    <a:pt x="8798" y="1356"/>
                    <a:pt x="8723" y="1299"/>
                  </a:cubicBezTo>
                  <a:lnTo>
                    <a:pt x="7528" y="256"/>
                  </a:lnTo>
                  <a:cubicBezTo>
                    <a:pt x="7329" y="85"/>
                    <a:pt x="7082" y="0"/>
                    <a:pt x="68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110"/>
            <p:cNvSpPr/>
            <p:nvPr/>
          </p:nvSpPr>
          <p:spPr>
            <a:xfrm>
              <a:off x="5208288" y="3305600"/>
              <a:ext cx="250325" cy="230250"/>
            </a:xfrm>
            <a:custGeom>
              <a:avLst/>
              <a:gdLst/>
              <a:ahLst/>
              <a:cxnLst/>
              <a:rect l="l" t="t" r="r" b="b"/>
              <a:pathLst>
                <a:path w="10013" h="9210" extrusionOk="0">
                  <a:moveTo>
                    <a:pt x="5025" y="0"/>
                  </a:moveTo>
                  <a:cubicBezTo>
                    <a:pt x="4419" y="0"/>
                    <a:pt x="3812" y="114"/>
                    <a:pt x="3262" y="361"/>
                  </a:cubicBezTo>
                  <a:cubicBezTo>
                    <a:pt x="2876" y="512"/>
                    <a:pt x="3040" y="1034"/>
                    <a:pt x="3384" y="1034"/>
                  </a:cubicBezTo>
                  <a:cubicBezTo>
                    <a:pt x="3429" y="1034"/>
                    <a:pt x="3477" y="1025"/>
                    <a:pt x="3527" y="1005"/>
                  </a:cubicBezTo>
                  <a:cubicBezTo>
                    <a:pt x="4019" y="799"/>
                    <a:pt x="4532" y="700"/>
                    <a:pt x="5037" y="700"/>
                  </a:cubicBezTo>
                  <a:cubicBezTo>
                    <a:pt x="6343" y="700"/>
                    <a:pt x="7600" y="1360"/>
                    <a:pt x="8325" y="2522"/>
                  </a:cubicBezTo>
                  <a:cubicBezTo>
                    <a:pt x="9349" y="4115"/>
                    <a:pt x="9045" y="6220"/>
                    <a:pt x="7642" y="7490"/>
                  </a:cubicBezTo>
                  <a:cubicBezTo>
                    <a:pt x="6901" y="8152"/>
                    <a:pt x="5969" y="8485"/>
                    <a:pt x="5034" y="8485"/>
                  </a:cubicBezTo>
                  <a:cubicBezTo>
                    <a:pt x="4176" y="8485"/>
                    <a:pt x="3315" y="8204"/>
                    <a:pt x="2598" y="7642"/>
                  </a:cubicBezTo>
                  <a:cubicBezTo>
                    <a:pt x="1119" y="6447"/>
                    <a:pt x="702" y="4361"/>
                    <a:pt x="1631" y="2712"/>
                  </a:cubicBezTo>
                  <a:cubicBezTo>
                    <a:pt x="1763" y="2435"/>
                    <a:pt x="1529" y="2195"/>
                    <a:pt x="1297" y="2195"/>
                  </a:cubicBezTo>
                  <a:cubicBezTo>
                    <a:pt x="1195" y="2195"/>
                    <a:pt x="1094" y="2241"/>
                    <a:pt x="1025" y="2351"/>
                  </a:cubicBezTo>
                  <a:cubicBezTo>
                    <a:pt x="1" y="4172"/>
                    <a:pt x="323" y="6428"/>
                    <a:pt x="1802" y="7888"/>
                  </a:cubicBezTo>
                  <a:cubicBezTo>
                    <a:pt x="2694" y="8757"/>
                    <a:pt x="3861" y="9210"/>
                    <a:pt x="5035" y="9210"/>
                  </a:cubicBezTo>
                  <a:cubicBezTo>
                    <a:pt x="5834" y="9210"/>
                    <a:pt x="6636" y="9001"/>
                    <a:pt x="7358" y="8571"/>
                  </a:cubicBezTo>
                  <a:cubicBezTo>
                    <a:pt x="9159" y="7528"/>
                    <a:pt x="10012" y="5404"/>
                    <a:pt x="9481" y="3394"/>
                  </a:cubicBezTo>
                  <a:cubicBezTo>
                    <a:pt x="8931" y="1403"/>
                    <a:pt x="7111" y="0"/>
                    <a:pt x="50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110"/>
            <p:cNvSpPr/>
            <p:nvPr/>
          </p:nvSpPr>
          <p:spPr>
            <a:xfrm>
              <a:off x="5271813" y="3358925"/>
              <a:ext cx="123750" cy="113825"/>
            </a:xfrm>
            <a:custGeom>
              <a:avLst/>
              <a:gdLst/>
              <a:ahLst/>
              <a:cxnLst/>
              <a:rect l="l" t="t" r="r" b="b"/>
              <a:pathLst>
                <a:path w="4950" h="4553" extrusionOk="0">
                  <a:moveTo>
                    <a:pt x="2484" y="1167"/>
                  </a:moveTo>
                  <a:lnTo>
                    <a:pt x="2788" y="1792"/>
                  </a:lnTo>
                  <a:cubicBezTo>
                    <a:pt x="2845" y="1887"/>
                    <a:pt x="2939" y="1963"/>
                    <a:pt x="3053" y="1982"/>
                  </a:cubicBezTo>
                  <a:lnTo>
                    <a:pt x="3736" y="2077"/>
                  </a:lnTo>
                  <a:lnTo>
                    <a:pt x="3243" y="2551"/>
                  </a:lnTo>
                  <a:cubicBezTo>
                    <a:pt x="3148" y="2627"/>
                    <a:pt x="3110" y="2759"/>
                    <a:pt x="3148" y="2873"/>
                  </a:cubicBezTo>
                  <a:lnTo>
                    <a:pt x="3262" y="3556"/>
                  </a:lnTo>
                  <a:lnTo>
                    <a:pt x="3262" y="3556"/>
                  </a:lnTo>
                  <a:lnTo>
                    <a:pt x="2636" y="3233"/>
                  </a:lnTo>
                  <a:cubicBezTo>
                    <a:pt x="2598" y="3195"/>
                    <a:pt x="2541" y="3195"/>
                    <a:pt x="2484" y="3195"/>
                  </a:cubicBezTo>
                  <a:cubicBezTo>
                    <a:pt x="2428" y="3195"/>
                    <a:pt x="2371" y="3195"/>
                    <a:pt x="2314" y="3233"/>
                  </a:cubicBezTo>
                  <a:lnTo>
                    <a:pt x="1707" y="3556"/>
                  </a:lnTo>
                  <a:lnTo>
                    <a:pt x="1707" y="3556"/>
                  </a:lnTo>
                  <a:lnTo>
                    <a:pt x="1821" y="2873"/>
                  </a:lnTo>
                  <a:cubicBezTo>
                    <a:pt x="1840" y="2759"/>
                    <a:pt x="1802" y="2627"/>
                    <a:pt x="1707" y="2551"/>
                  </a:cubicBezTo>
                  <a:lnTo>
                    <a:pt x="1214" y="2077"/>
                  </a:lnTo>
                  <a:lnTo>
                    <a:pt x="1897" y="1982"/>
                  </a:lnTo>
                  <a:cubicBezTo>
                    <a:pt x="2010" y="1963"/>
                    <a:pt x="2124" y="1887"/>
                    <a:pt x="2181" y="1792"/>
                  </a:cubicBezTo>
                  <a:lnTo>
                    <a:pt x="2484" y="1167"/>
                  </a:lnTo>
                  <a:close/>
                  <a:moveTo>
                    <a:pt x="2475" y="0"/>
                  </a:moveTo>
                  <a:cubicBezTo>
                    <a:pt x="2352" y="0"/>
                    <a:pt x="2228" y="67"/>
                    <a:pt x="2162" y="199"/>
                  </a:cubicBezTo>
                  <a:lnTo>
                    <a:pt x="1612" y="1299"/>
                  </a:lnTo>
                  <a:lnTo>
                    <a:pt x="399" y="1470"/>
                  </a:lnTo>
                  <a:cubicBezTo>
                    <a:pt x="114" y="1508"/>
                    <a:pt x="0" y="1868"/>
                    <a:pt x="209" y="2077"/>
                  </a:cubicBezTo>
                  <a:lnTo>
                    <a:pt x="1081" y="2930"/>
                  </a:lnTo>
                  <a:lnTo>
                    <a:pt x="873" y="4143"/>
                  </a:lnTo>
                  <a:cubicBezTo>
                    <a:pt x="854" y="4276"/>
                    <a:pt x="911" y="4409"/>
                    <a:pt x="1024" y="4485"/>
                  </a:cubicBezTo>
                  <a:cubicBezTo>
                    <a:pt x="1088" y="4527"/>
                    <a:pt x="1158" y="4552"/>
                    <a:pt x="1231" y="4552"/>
                  </a:cubicBezTo>
                  <a:cubicBezTo>
                    <a:pt x="1287" y="4552"/>
                    <a:pt x="1345" y="4537"/>
                    <a:pt x="1404" y="4504"/>
                  </a:cubicBezTo>
                  <a:lnTo>
                    <a:pt x="2484" y="3935"/>
                  </a:lnTo>
                  <a:lnTo>
                    <a:pt x="3565" y="4504"/>
                  </a:lnTo>
                  <a:cubicBezTo>
                    <a:pt x="3621" y="4532"/>
                    <a:pt x="3679" y="4545"/>
                    <a:pt x="3733" y="4545"/>
                  </a:cubicBezTo>
                  <a:cubicBezTo>
                    <a:pt x="3937" y="4545"/>
                    <a:pt x="4107" y="4368"/>
                    <a:pt x="4077" y="4143"/>
                  </a:cubicBezTo>
                  <a:lnTo>
                    <a:pt x="3869" y="2930"/>
                  </a:lnTo>
                  <a:lnTo>
                    <a:pt x="4741" y="2077"/>
                  </a:lnTo>
                  <a:cubicBezTo>
                    <a:pt x="4949" y="1868"/>
                    <a:pt x="4836" y="1508"/>
                    <a:pt x="4551" y="1470"/>
                  </a:cubicBezTo>
                  <a:lnTo>
                    <a:pt x="3338" y="1299"/>
                  </a:lnTo>
                  <a:lnTo>
                    <a:pt x="2788" y="199"/>
                  </a:lnTo>
                  <a:cubicBezTo>
                    <a:pt x="2721" y="67"/>
                    <a:pt x="2598" y="0"/>
                    <a:pt x="2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2" name="Google Shape;3242;p110"/>
          <p:cNvGrpSpPr/>
          <p:nvPr/>
        </p:nvGrpSpPr>
        <p:grpSpPr>
          <a:xfrm>
            <a:off x="6693104" y="2688273"/>
            <a:ext cx="365741" cy="359005"/>
            <a:chOff x="5899913" y="3216125"/>
            <a:chExt cx="491125" cy="488975"/>
          </a:xfrm>
        </p:grpSpPr>
        <p:sp>
          <p:nvSpPr>
            <p:cNvPr id="3243" name="Google Shape;3243;p110"/>
            <p:cNvSpPr/>
            <p:nvPr/>
          </p:nvSpPr>
          <p:spPr>
            <a:xfrm>
              <a:off x="5909388" y="3226075"/>
              <a:ext cx="471700" cy="469550"/>
            </a:xfrm>
            <a:custGeom>
              <a:avLst/>
              <a:gdLst/>
              <a:ahLst/>
              <a:cxnLst/>
              <a:rect l="l" t="t" r="r" b="b"/>
              <a:pathLst>
                <a:path w="18868" h="18782" extrusionOk="0">
                  <a:moveTo>
                    <a:pt x="9434" y="0"/>
                  </a:moveTo>
                  <a:cubicBezTo>
                    <a:pt x="8922" y="0"/>
                    <a:pt x="8410" y="43"/>
                    <a:pt x="7908" y="128"/>
                  </a:cubicBezTo>
                  <a:lnTo>
                    <a:pt x="7908" y="1892"/>
                  </a:lnTo>
                  <a:cubicBezTo>
                    <a:pt x="6941" y="2081"/>
                    <a:pt x="6011" y="2461"/>
                    <a:pt x="5196" y="3011"/>
                  </a:cubicBezTo>
                  <a:lnTo>
                    <a:pt x="4096" y="1911"/>
                  </a:lnTo>
                  <a:cubicBezTo>
                    <a:pt x="3262" y="2499"/>
                    <a:pt x="2523" y="3238"/>
                    <a:pt x="1935" y="4072"/>
                  </a:cubicBezTo>
                  <a:lnTo>
                    <a:pt x="3035" y="5172"/>
                  </a:lnTo>
                  <a:cubicBezTo>
                    <a:pt x="2485" y="5988"/>
                    <a:pt x="2124" y="6898"/>
                    <a:pt x="1916" y="7865"/>
                  </a:cubicBezTo>
                  <a:lnTo>
                    <a:pt x="171" y="7865"/>
                  </a:lnTo>
                  <a:cubicBezTo>
                    <a:pt x="1" y="8870"/>
                    <a:pt x="1" y="9894"/>
                    <a:pt x="171" y="10918"/>
                  </a:cubicBezTo>
                  <a:lnTo>
                    <a:pt x="1916" y="10918"/>
                  </a:lnTo>
                  <a:cubicBezTo>
                    <a:pt x="2124" y="11866"/>
                    <a:pt x="2485" y="12776"/>
                    <a:pt x="3035" y="13591"/>
                  </a:cubicBezTo>
                  <a:lnTo>
                    <a:pt x="1935" y="14691"/>
                  </a:lnTo>
                  <a:cubicBezTo>
                    <a:pt x="2542" y="15525"/>
                    <a:pt x="3262" y="16246"/>
                    <a:pt x="4096" y="16852"/>
                  </a:cubicBezTo>
                  <a:lnTo>
                    <a:pt x="5196" y="15753"/>
                  </a:lnTo>
                  <a:cubicBezTo>
                    <a:pt x="6011" y="16284"/>
                    <a:pt x="6922" y="16663"/>
                    <a:pt x="7870" y="16871"/>
                  </a:cubicBezTo>
                  <a:lnTo>
                    <a:pt x="7870" y="18654"/>
                  </a:lnTo>
                  <a:cubicBezTo>
                    <a:pt x="8372" y="18739"/>
                    <a:pt x="8884" y="18782"/>
                    <a:pt x="9396" y="18782"/>
                  </a:cubicBezTo>
                  <a:cubicBezTo>
                    <a:pt x="9908" y="18782"/>
                    <a:pt x="10420" y="18739"/>
                    <a:pt x="10923" y="18654"/>
                  </a:cubicBezTo>
                  <a:lnTo>
                    <a:pt x="10923" y="16871"/>
                  </a:lnTo>
                  <a:cubicBezTo>
                    <a:pt x="11890" y="16663"/>
                    <a:pt x="12800" y="16284"/>
                    <a:pt x="13615" y="15753"/>
                  </a:cubicBezTo>
                  <a:lnTo>
                    <a:pt x="14696" y="16852"/>
                  </a:lnTo>
                  <a:cubicBezTo>
                    <a:pt x="15549" y="16246"/>
                    <a:pt x="16270" y="15525"/>
                    <a:pt x="16857" y="14691"/>
                  </a:cubicBezTo>
                  <a:lnTo>
                    <a:pt x="15777" y="13591"/>
                  </a:lnTo>
                  <a:cubicBezTo>
                    <a:pt x="16308" y="12776"/>
                    <a:pt x="16687" y="11866"/>
                    <a:pt x="16876" y="10918"/>
                  </a:cubicBezTo>
                  <a:lnTo>
                    <a:pt x="18697" y="10918"/>
                  </a:lnTo>
                  <a:cubicBezTo>
                    <a:pt x="18867" y="9894"/>
                    <a:pt x="18867" y="8870"/>
                    <a:pt x="18697" y="7865"/>
                  </a:cubicBezTo>
                  <a:lnTo>
                    <a:pt x="16895" y="7865"/>
                  </a:lnTo>
                  <a:cubicBezTo>
                    <a:pt x="16687" y="6898"/>
                    <a:pt x="16308" y="5988"/>
                    <a:pt x="15777" y="5172"/>
                  </a:cubicBezTo>
                  <a:lnTo>
                    <a:pt x="16876" y="4072"/>
                  </a:lnTo>
                  <a:cubicBezTo>
                    <a:pt x="16270" y="3238"/>
                    <a:pt x="15549" y="2518"/>
                    <a:pt x="14715" y="1911"/>
                  </a:cubicBezTo>
                  <a:lnTo>
                    <a:pt x="13615" y="3011"/>
                  </a:lnTo>
                  <a:cubicBezTo>
                    <a:pt x="12819" y="2480"/>
                    <a:pt x="11909" y="2100"/>
                    <a:pt x="10960" y="1892"/>
                  </a:cubicBezTo>
                  <a:lnTo>
                    <a:pt x="10960" y="128"/>
                  </a:lnTo>
                  <a:cubicBezTo>
                    <a:pt x="10458" y="43"/>
                    <a:pt x="9946" y="0"/>
                    <a:pt x="94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110"/>
            <p:cNvSpPr/>
            <p:nvPr/>
          </p:nvSpPr>
          <p:spPr>
            <a:xfrm>
              <a:off x="5966288" y="3326925"/>
              <a:ext cx="312400" cy="267700"/>
            </a:xfrm>
            <a:custGeom>
              <a:avLst/>
              <a:gdLst/>
              <a:ahLst/>
              <a:cxnLst/>
              <a:rect l="l" t="t" r="r" b="b"/>
              <a:pathLst>
                <a:path w="12496" h="10708" extrusionOk="0">
                  <a:moveTo>
                    <a:pt x="7149" y="1"/>
                  </a:moveTo>
                  <a:cubicBezTo>
                    <a:pt x="2389" y="1"/>
                    <a:pt x="0" y="5765"/>
                    <a:pt x="3375" y="9140"/>
                  </a:cubicBezTo>
                  <a:cubicBezTo>
                    <a:pt x="4458" y="10223"/>
                    <a:pt x="5792" y="10708"/>
                    <a:pt x="7102" y="10708"/>
                  </a:cubicBezTo>
                  <a:cubicBezTo>
                    <a:pt x="9851" y="10708"/>
                    <a:pt x="12496" y="8571"/>
                    <a:pt x="12496" y="5348"/>
                  </a:cubicBezTo>
                  <a:cubicBezTo>
                    <a:pt x="12496" y="2390"/>
                    <a:pt x="10107" y="1"/>
                    <a:pt x="71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110"/>
            <p:cNvSpPr/>
            <p:nvPr/>
          </p:nvSpPr>
          <p:spPr>
            <a:xfrm>
              <a:off x="6082888" y="3403175"/>
              <a:ext cx="22300" cy="19525"/>
            </a:xfrm>
            <a:custGeom>
              <a:avLst/>
              <a:gdLst/>
              <a:ahLst/>
              <a:cxnLst/>
              <a:rect l="l" t="t" r="r" b="b"/>
              <a:pathLst>
                <a:path w="892" h="781" extrusionOk="0">
                  <a:moveTo>
                    <a:pt x="382" y="0"/>
                  </a:moveTo>
                  <a:cubicBezTo>
                    <a:pt x="190" y="0"/>
                    <a:pt x="1" y="153"/>
                    <a:pt x="1" y="383"/>
                  </a:cubicBezTo>
                  <a:cubicBezTo>
                    <a:pt x="1" y="591"/>
                    <a:pt x="171" y="762"/>
                    <a:pt x="380" y="781"/>
                  </a:cubicBezTo>
                  <a:cubicBezTo>
                    <a:pt x="721" y="762"/>
                    <a:pt x="892" y="364"/>
                    <a:pt x="645" y="117"/>
                  </a:cubicBezTo>
                  <a:cubicBezTo>
                    <a:pt x="571" y="36"/>
                    <a:pt x="476" y="0"/>
                    <a:pt x="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110"/>
            <p:cNvSpPr/>
            <p:nvPr/>
          </p:nvSpPr>
          <p:spPr>
            <a:xfrm>
              <a:off x="5899913" y="3216125"/>
              <a:ext cx="491125" cy="488975"/>
            </a:xfrm>
            <a:custGeom>
              <a:avLst/>
              <a:gdLst/>
              <a:ahLst/>
              <a:cxnLst/>
              <a:rect l="l" t="t" r="r" b="b"/>
              <a:pathLst>
                <a:path w="19645" h="19559" extrusionOk="0">
                  <a:moveTo>
                    <a:pt x="9806" y="778"/>
                  </a:moveTo>
                  <a:cubicBezTo>
                    <a:pt x="10188" y="778"/>
                    <a:pt x="10571" y="801"/>
                    <a:pt x="10960" y="849"/>
                  </a:cubicBezTo>
                  <a:lnTo>
                    <a:pt x="10960" y="2309"/>
                  </a:lnTo>
                  <a:cubicBezTo>
                    <a:pt x="10960" y="2479"/>
                    <a:pt x="11074" y="2631"/>
                    <a:pt x="11264" y="2669"/>
                  </a:cubicBezTo>
                  <a:cubicBezTo>
                    <a:pt x="12155" y="2859"/>
                    <a:pt x="13008" y="3219"/>
                    <a:pt x="13785" y="3731"/>
                  </a:cubicBezTo>
                  <a:cubicBezTo>
                    <a:pt x="13843" y="3772"/>
                    <a:pt x="13914" y="3792"/>
                    <a:pt x="13988" y="3792"/>
                  </a:cubicBezTo>
                  <a:cubicBezTo>
                    <a:pt x="14084" y="3792"/>
                    <a:pt x="14184" y="3758"/>
                    <a:pt x="14260" y="3693"/>
                  </a:cubicBezTo>
                  <a:lnTo>
                    <a:pt x="15113" y="2821"/>
                  </a:lnTo>
                  <a:cubicBezTo>
                    <a:pt x="15720" y="3295"/>
                    <a:pt x="16269" y="3826"/>
                    <a:pt x="16743" y="4433"/>
                  </a:cubicBezTo>
                  <a:lnTo>
                    <a:pt x="15871" y="5305"/>
                  </a:lnTo>
                  <a:cubicBezTo>
                    <a:pt x="15739" y="5437"/>
                    <a:pt x="15720" y="5627"/>
                    <a:pt x="15814" y="5779"/>
                  </a:cubicBezTo>
                  <a:cubicBezTo>
                    <a:pt x="16345" y="6556"/>
                    <a:pt x="16706" y="7428"/>
                    <a:pt x="16895" y="8339"/>
                  </a:cubicBezTo>
                  <a:cubicBezTo>
                    <a:pt x="16914" y="8509"/>
                    <a:pt x="17085" y="8642"/>
                    <a:pt x="17255" y="8642"/>
                  </a:cubicBezTo>
                  <a:lnTo>
                    <a:pt x="18734" y="8642"/>
                  </a:lnTo>
                  <a:cubicBezTo>
                    <a:pt x="18829" y="9400"/>
                    <a:pt x="18829" y="10178"/>
                    <a:pt x="18734" y="10936"/>
                  </a:cubicBezTo>
                  <a:lnTo>
                    <a:pt x="17255" y="10936"/>
                  </a:lnTo>
                  <a:cubicBezTo>
                    <a:pt x="17243" y="10935"/>
                    <a:pt x="17231" y="10934"/>
                    <a:pt x="17220" y="10934"/>
                  </a:cubicBezTo>
                  <a:cubicBezTo>
                    <a:pt x="17047" y="10934"/>
                    <a:pt x="16912" y="11062"/>
                    <a:pt x="16876" y="11240"/>
                  </a:cubicBezTo>
                  <a:cubicBezTo>
                    <a:pt x="16687" y="12131"/>
                    <a:pt x="16326" y="13003"/>
                    <a:pt x="15814" y="13781"/>
                  </a:cubicBezTo>
                  <a:cubicBezTo>
                    <a:pt x="15720" y="13932"/>
                    <a:pt x="15739" y="14122"/>
                    <a:pt x="15871" y="14255"/>
                  </a:cubicBezTo>
                  <a:lnTo>
                    <a:pt x="16725" y="15108"/>
                  </a:lnTo>
                  <a:cubicBezTo>
                    <a:pt x="16269" y="15715"/>
                    <a:pt x="15720" y="16264"/>
                    <a:pt x="15113" y="16738"/>
                  </a:cubicBezTo>
                  <a:lnTo>
                    <a:pt x="14241" y="15866"/>
                  </a:lnTo>
                  <a:cubicBezTo>
                    <a:pt x="14176" y="15802"/>
                    <a:pt x="14081" y="15768"/>
                    <a:pt x="13983" y="15768"/>
                  </a:cubicBezTo>
                  <a:cubicBezTo>
                    <a:pt x="13908" y="15768"/>
                    <a:pt x="13832" y="15787"/>
                    <a:pt x="13767" y="15828"/>
                  </a:cubicBezTo>
                  <a:cubicBezTo>
                    <a:pt x="12989" y="16340"/>
                    <a:pt x="12136" y="16701"/>
                    <a:pt x="11226" y="16871"/>
                  </a:cubicBezTo>
                  <a:cubicBezTo>
                    <a:pt x="11036" y="16909"/>
                    <a:pt x="10922" y="17080"/>
                    <a:pt x="10922" y="17250"/>
                  </a:cubicBezTo>
                  <a:lnTo>
                    <a:pt x="10922" y="18710"/>
                  </a:lnTo>
                  <a:cubicBezTo>
                    <a:pt x="10534" y="18758"/>
                    <a:pt x="10150" y="18782"/>
                    <a:pt x="9768" y="18782"/>
                  </a:cubicBezTo>
                  <a:cubicBezTo>
                    <a:pt x="9386" y="18782"/>
                    <a:pt x="9007" y="18758"/>
                    <a:pt x="8628" y="18710"/>
                  </a:cubicBezTo>
                  <a:lnTo>
                    <a:pt x="8628" y="17250"/>
                  </a:lnTo>
                  <a:cubicBezTo>
                    <a:pt x="8628" y="17080"/>
                    <a:pt x="8495" y="16909"/>
                    <a:pt x="8325" y="16871"/>
                  </a:cubicBezTo>
                  <a:cubicBezTo>
                    <a:pt x="7414" y="16701"/>
                    <a:pt x="6542" y="16340"/>
                    <a:pt x="5784" y="15828"/>
                  </a:cubicBezTo>
                  <a:cubicBezTo>
                    <a:pt x="5718" y="15787"/>
                    <a:pt x="5642" y="15768"/>
                    <a:pt x="5567" y="15768"/>
                  </a:cubicBezTo>
                  <a:cubicBezTo>
                    <a:pt x="5469" y="15768"/>
                    <a:pt x="5374" y="15802"/>
                    <a:pt x="5310" y="15866"/>
                  </a:cubicBezTo>
                  <a:lnTo>
                    <a:pt x="4437" y="16738"/>
                  </a:lnTo>
                  <a:cubicBezTo>
                    <a:pt x="3831" y="16264"/>
                    <a:pt x="3281" y="15715"/>
                    <a:pt x="2826" y="15108"/>
                  </a:cubicBezTo>
                  <a:lnTo>
                    <a:pt x="3679" y="14255"/>
                  </a:lnTo>
                  <a:cubicBezTo>
                    <a:pt x="3812" y="14122"/>
                    <a:pt x="3831" y="13932"/>
                    <a:pt x="3736" y="13781"/>
                  </a:cubicBezTo>
                  <a:cubicBezTo>
                    <a:pt x="3224" y="13003"/>
                    <a:pt x="2864" y="12131"/>
                    <a:pt x="2674" y="11240"/>
                  </a:cubicBezTo>
                  <a:cubicBezTo>
                    <a:pt x="2636" y="11050"/>
                    <a:pt x="2484" y="10936"/>
                    <a:pt x="2295" y="10936"/>
                  </a:cubicBezTo>
                  <a:lnTo>
                    <a:pt x="873" y="10936"/>
                  </a:lnTo>
                  <a:cubicBezTo>
                    <a:pt x="778" y="10159"/>
                    <a:pt x="778" y="9400"/>
                    <a:pt x="873" y="8642"/>
                  </a:cubicBezTo>
                  <a:lnTo>
                    <a:pt x="2295" y="8642"/>
                  </a:lnTo>
                  <a:cubicBezTo>
                    <a:pt x="2484" y="8642"/>
                    <a:pt x="2636" y="8509"/>
                    <a:pt x="2674" y="8339"/>
                  </a:cubicBezTo>
                  <a:cubicBezTo>
                    <a:pt x="2864" y="7409"/>
                    <a:pt x="3224" y="6556"/>
                    <a:pt x="3736" y="5779"/>
                  </a:cubicBezTo>
                  <a:cubicBezTo>
                    <a:pt x="3831" y="5627"/>
                    <a:pt x="3812" y="5437"/>
                    <a:pt x="3679" y="5305"/>
                  </a:cubicBezTo>
                  <a:lnTo>
                    <a:pt x="2826" y="4433"/>
                  </a:lnTo>
                  <a:cubicBezTo>
                    <a:pt x="3281" y="3826"/>
                    <a:pt x="3831" y="3276"/>
                    <a:pt x="4437" y="2821"/>
                  </a:cubicBezTo>
                  <a:lnTo>
                    <a:pt x="5310" y="3693"/>
                  </a:lnTo>
                  <a:cubicBezTo>
                    <a:pt x="5374" y="3758"/>
                    <a:pt x="5469" y="3792"/>
                    <a:pt x="5567" y="3792"/>
                  </a:cubicBezTo>
                  <a:cubicBezTo>
                    <a:pt x="5642" y="3792"/>
                    <a:pt x="5718" y="3772"/>
                    <a:pt x="5784" y="3731"/>
                  </a:cubicBezTo>
                  <a:cubicBezTo>
                    <a:pt x="6561" y="3219"/>
                    <a:pt x="7433" y="2859"/>
                    <a:pt x="8362" y="2669"/>
                  </a:cubicBezTo>
                  <a:cubicBezTo>
                    <a:pt x="8533" y="2631"/>
                    <a:pt x="8666" y="2479"/>
                    <a:pt x="8666" y="2309"/>
                  </a:cubicBezTo>
                  <a:lnTo>
                    <a:pt x="8666" y="849"/>
                  </a:lnTo>
                  <a:cubicBezTo>
                    <a:pt x="9045" y="801"/>
                    <a:pt x="9424" y="778"/>
                    <a:pt x="9806" y="778"/>
                  </a:cubicBezTo>
                  <a:close/>
                  <a:moveTo>
                    <a:pt x="9796" y="0"/>
                  </a:moveTo>
                  <a:cubicBezTo>
                    <a:pt x="9263" y="0"/>
                    <a:pt x="8732" y="43"/>
                    <a:pt x="8211" y="128"/>
                  </a:cubicBezTo>
                  <a:cubicBezTo>
                    <a:pt x="8021" y="166"/>
                    <a:pt x="7888" y="318"/>
                    <a:pt x="7888" y="507"/>
                  </a:cubicBezTo>
                  <a:lnTo>
                    <a:pt x="7888" y="1986"/>
                  </a:lnTo>
                  <a:cubicBezTo>
                    <a:pt x="7092" y="2176"/>
                    <a:pt x="6315" y="2498"/>
                    <a:pt x="5613" y="2916"/>
                  </a:cubicBezTo>
                  <a:lnTo>
                    <a:pt x="4760" y="2043"/>
                  </a:lnTo>
                  <a:cubicBezTo>
                    <a:pt x="4686" y="1969"/>
                    <a:pt x="4588" y="1931"/>
                    <a:pt x="4490" y="1931"/>
                  </a:cubicBezTo>
                  <a:cubicBezTo>
                    <a:pt x="4412" y="1931"/>
                    <a:pt x="4334" y="1955"/>
                    <a:pt x="4267" y="2005"/>
                  </a:cubicBezTo>
                  <a:cubicBezTo>
                    <a:pt x="3395" y="2612"/>
                    <a:pt x="2636" y="3371"/>
                    <a:pt x="2010" y="4243"/>
                  </a:cubicBezTo>
                  <a:cubicBezTo>
                    <a:pt x="1897" y="4395"/>
                    <a:pt x="1916" y="4603"/>
                    <a:pt x="2048" y="4736"/>
                  </a:cubicBezTo>
                  <a:lnTo>
                    <a:pt x="2939" y="5627"/>
                  </a:lnTo>
                  <a:cubicBezTo>
                    <a:pt x="2503" y="6310"/>
                    <a:pt x="2200" y="7068"/>
                    <a:pt x="1991" y="7865"/>
                  </a:cubicBezTo>
                  <a:lnTo>
                    <a:pt x="550" y="7865"/>
                  </a:lnTo>
                  <a:cubicBezTo>
                    <a:pt x="361" y="7865"/>
                    <a:pt x="209" y="7997"/>
                    <a:pt x="171" y="8187"/>
                  </a:cubicBezTo>
                  <a:cubicBezTo>
                    <a:pt x="0" y="9249"/>
                    <a:pt x="0" y="10311"/>
                    <a:pt x="171" y="11372"/>
                  </a:cubicBezTo>
                  <a:cubicBezTo>
                    <a:pt x="209" y="11562"/>
                    <a:pt x="361" y="11695"/>
                    <a:pt x="550" y="11695"/>
                  </a:cubicBezTo>
                  <a:lnTo>
                    <a:pt x="1991" y="11695"/>
                  </a:lnTo>
                  <a:cubicBezTo>
                    <a:pt x="2200" y="12472"/>
                    <a:pt x="2503" y="13231"/>
                    <a:pt x="2939" y="13932"/>
                  </a:cubicBezTo>
                  <a:lnTo>
                    <a:pt x="2048" y="14823"/>
                  </a:lnTo>
                  <a:cubicBezTo>
                    <a:pt x="1916" y="14937"/>
                    <a:pt x="1897" y="15146"/>
                    <a:pt x="2010" y="15297"/>
                  </a:cubicBezTo>
                  <a:cubicBezTo>
                    <a:pt x="2636" y="16170"/>
                    <a:pt x="3395" y="16928"/>
                    <a:pt x="4267" y="17554"/>
                  </a:cubicBezTo>
                  <a:cubicBezTo>
                    <a:pt x="4334" y="17604"/>
                    <a:pt x="4412" y="17629"/>
                    <a:pt x="4490" y="17629"/>
                  </a:cubicBezTo>
                  <a:cubicBezTo>
                    <a:pt x="4588" y="17629"/>
                    <a:pt x="4686" y="17590"/>
                    <a:pt x="4760" y="17516"/>
                  </a:cubicBezTo>
                  <a:lnTo>
                    <a:pt x="5632" y="16625"/>
                  </a:lnTo>
                  <a:cubicBezTo>
                    <a:pt x="6334" y="17061"/>
                    <a:pt x="7073" y="17364"/>
                    <a:pt x="7869" y="17573"/>
                  </a:cubicBezTo>
                  <a:lnTo>
                    <a:pt x="7869" y="19052"/>
                  </a:lnTo>
                  <a:cubicBezTo>
                    <a:pt x="7869" y="19241"/>
                    <a:pt x="8002" y="19393"/>
                    <a:pt x="8192" y="19431"/>
                  </a:cubicBezTo>
                  <a:cubicBezTo>
                    <a:pt x="8713" y="19516"/>
                    <a:pt x="9244" y="19559"/>
                    <a:pt x="9777" y="19559"/>
                  </a:cubicBezTo>
                  <a:cubicBezTo>
                    <a:pt x="10311" y="19559"/>
                    <a:pt x="10846" y="19516"/>
                    <a:pt x="11377" y="19431"/>
                  </a:cubicBezTo>
                  <a:cubicBezTo>
                    <a:pt x="11548" y="19393"/>
                    <a:pt x="11681" y="19241"/>
                    <a:pt x="11681" y="19052"/>
                  </a:cubicBezTo>
                  <a:lnTo>
                    <a:pt x="11681" y="17573"/>
                  </a:lnTo>
                  <a:cubicBezTo>
                    <a:pt x="12477" y="17364"/>
                    <a:pt x="13255" y="17061"/>
                    <a:pt x="13937" y="16625"/>
                  </a:cubicBezTo>
                  <a:lnTo>
                    <a:pt x="14828" y="17516"/>
                  </a:lnTo>
                  <a:cubicBezTo>
                    <a:pt x="14902" y="17590"/>
                    <a:pt x="15000" y="17629"/>
                    <a:pt x="15098" y="17629"/>
                  </a:cubicBezTo>
                  <a:cubicBezTo>
                    <a:pt x="15176" y="17629"/>
                    <a:pt x="15254" y="17604"/>
                    <a:pt x="15321" y="17554"/>
                  </a:cubicBezTo>
                  <a:cubicBezTo>
                    <a:pt x="16194" y="16928"/>
                    <a:pt x="16952" y="16170"/>
                    <a:pt x="17559" y="15297"/>
                  </a:cubicBezTo>
                  <a:cubicBezTo>
                    <a:pt x="17673" y="15146"/>
                    <a:pt x="17654" y="14937"/>
                    <a:pt x="17521" y="14823"/>
                  </a:cubicBezTo>
                  <a:lnTo>
                    <a:pt x="16649" y="13932"/>
                  </a:lnTo>
                  <a:cubicBezTo>
                    <a:pt x="17066" y="13231"/>
                    <a:pt x="17388" y="12472"/>
                    <a:pt x="17578" y="11695"/>
                  </a:cubicBezTo>
                  <a:lnTo>
                    <a:pt x="19095" y="11695"/>
                  </a:lnTo>
                  <a:cubicBezTo>
                    <a:pt x="19265" y="11695"/>
                    <a:pt x="19436" y="11562"/>
                    <a:pt x="19455" y="11372"/>
                  </a:cubicBezTo>
                  <a:cubicBezTo>
                    <a:pt x="19645" y="10311"/>
                    <a:pt x="19645" y="9249"/>
                    <a:pt x="19455" y="8187"/>
                  </a:cubicBezTo>
                  <a:cubicBezTo>
                    <a:pt x="19436" y="7997"/>
                    <a:pt x="19265" y="7865"/>
                    <a:pt x="19095" y="7865"/>
                  </a:cubicBezTo>
                  <a:lnTo>
                    <a:pt x="17559" y="7865"/>
                  </a:lnTo>
                  <a:cubicBezTo>
                    <a:pt x="17369" y="7068"/>
                    <a:pt x="17066" y="6310"/>
                    <a:pt x="16630" y="5608"/>
                  </a:cubicBezTo>
                  <a:lnTo>
                    <a:pt x="17521" y="4736"/>
                  </a:lnTo>
                  <a:cubicBezTo>
                    <a:pt x="17654" y="4603"/>
                    <a:pt x="17654" y="4395"/>
                    <a:pt x="17559" y="4243"/>
                  </a:cubicBezTo>
                  <a:cubicBezTo>
                    <a:pt x="16933" y="3371"/>
                    <a:pt x="16175" y="2612"/>
                    <a:pt x="15302" y="1986"/>
                  </a:cubicBezTo>
                  <a:cubicBezTo>
                    <a:pt x="15233" y="1943"/>
                    <a:pt x="15151" y="1920"/>
                    <a:pt x="15071" y="1920"/>
                  </a:cubicBezTo>
                  <a:cubicBezTo>
                    <a:pt x="14976" y="1920"/>
                    <a:pt x="14881" y="1952"/>
                    <a:pt x="14809" y="2024"/>
                  </a:cubicBezTo>
                  <a:lnTo>
                    <a:pt x="13937" y="2916"/>
                  </a:lnTo>
                  <a:cubicBezTo>
                    <a:pt x="13255" y="2498"/>
                    <a:pt x="12496" y="2176"/>
                    <a:pt x="11719" y="1986"/>
                  </a:cubicBezTo>
                  <a:lnTo>
                    <a:pt x="11719" y="526"/>
                  </a:lnTo>
                  <a:cubicBezTo>
                    <a:pt x="11719" y="318"/>
                    <a:pt x="11567" y="166"/>
                    <a:pt x="11396" y="128"/>
                  </a:cubicBezTo>
                  <a:cubicBezTo>
                    <a:pt x="10865" y="43"/>
                    <a:pt x="10330" y="0"/>
                    <a:pt x="97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110"/>
            <p:cNvSpPr/>
            <p:nvPr/>
          </p:nvSpPr>
          <p:spPr>
            <a:xfrm>
              <a:off x="5953488" y="3317450"/>
              <a:ext cx="334675" cy="286725"/>
            </a:xfrm>
            <a:custGeom>
              <a:avLst/>
              <a:gdLst/>
              <a:ahLst/>
              <a:cxnLst/>
              <a:rect l="l" t="t" r="r" b="b"/>
              <a:pathLst>
                <a:path w="13387" h="11469" extrusionOk="0">
                  <a:moveTo>
                    <a:pt x="9234" y="1024"/>
                  </a:moveTo>
                  <a:lnTo>
                    <a:pt x="9234" y="1024"/>
                  </a:lnTo>
                  <a:cubicBezTo>
                    <a:pt x="10429" y="1422"/>
                    <a:pt x="11434" y="2276"/>
                    <a:pt x="12041" y="3394"/>
                  </a:cubicBezTo>
                  <a:lnTo>
                    <a:pt x="10107" y="3394"/>
                  </a:lnTo>
                  <a:cubicBezTo>
                    <a:pt x="9974" y="2560"/>
                    <a:pt x="9670" y="1745"/>
                    <a:pt x="9234" y="1024"/>
                  </a:cubicBezTo>
                  <a:close/>
                  <a:moveTo>
                    <a:pt x="7661" y="759"/>
                  </a:moveTo>
                  <a:cubicBezTo>
                    <a:pt x="8324" y="759"/>
                    <a:pt x="8988" y="1840"/>
                    <a:pt x="9310" y="3394"/>
                  </a:cubicBezTo>
                  <a:lnTo>
                    <a:pt x="7073" y="3394"/>
                  </a:lnTo>
                  <a:cubicBezTo>
                    <a:pt x="6599" y="3432"/>
                    <a:pt x="6599" y="4115"/>
                    <a:pt x="7073" y="4153"/>
                  </a:cubicBezTo>
                  <a:lnTo>
                    <a:pt x="9443" y="4153"/>
                  </a:lnTo>
                  <a:cubicBezTo>
                    <a:pt x="9519" y="4684"/>
                    <a:pt x="9557" y="5196"/>
                    <a:pt x="9557" y="5727"/>
                  </a:cubicBezTo>
                  <a:cubicBezTo>
                    <a:pt x="9557" y="6220"/>
                    <a:pt x="9519" y="6713"/>
                    <a:pt x="9462" y="7206"/>
                  </a:cubicBezTo>
                  <a:lnTo>
                    <a:pt x="5840" y="7206"/>
                  </a:lnTo>
                  <a:cubicBezTo>
                    <a:pt x="5783" y="6713"/>
                    <a:pt x="5745" y="6220"/>
                    <a:pt x="5745" y="5727"/>
                  </a:cubicBezTo>
                  <a:lnTo>
                    <a:pt x="5745" y="5347"/>
                  </a:lnTo>
                  <a:cubicBezTo>
                    <a:pt x="5755" y="5084"/>
                    <a:pt x="5559" y="4951"/>
                    <a:pt x="5364" y="4951"/>
                  </a:cubicBezTo>
                  <a:cubicBezTo>
                    <a:pt x="5180" y="4951"/>
                    <a:pt x="4996" y="5070"/>
                    <a:pt x="4987" y="5309"/>
                  </a:cubicBezTo>
                  <a:lnTo>
                    <a:pt x="4987" y="5727"/>
                  </a:lnTo>
                  <a:cubicBezTo>
                    <a:pt x="4987" y="6220"/>
                    <a:pt x="5025" y="6713"/>
                    <a:pt x="5082" y="7206"/>
                  </a:cubicBezTo>
                  <a:lnTo>
                    <a:pt x="2920" y="7206"/>
                  </a:lnTo>
                  <a:cubicBezTo>
                    <a:pt x="2768" y="6732"/>
                    <a:pt x="2693" y="6220"/>
                    <a:pt x="2693" y="5727"/>
                  </a:cubicBezTo>
                  <a:cubicBezTo>
                    <a:pt x="2693" y="5196"/>
                    <a:pt x="2787" y="4665"/>
                    <a:pt x="2958" y="4153"/>
                  </a:cubicBezTo>
                  <a:lnTo>
                    <a:pt x="4039" y="4153"/>
                  </a:lnTo>
                  <a:cubicBezTo>
                    <a:pt x="4494" y="4134"/>
                    <a:pt x="4494" y="3432"/>
                    <a:pt x="4039" y="3394"/>
                  </a:cubicBezTo>
                  <a:lnTo>
                    <a:pt x="3280" y="3394"/>
                  </a:lnTo>
                  <a:cubicBezTo>
                    <a:pt x="3887" y="2257"/>
                    <a:pt x="4892" y="1403"/>
                    <a:pt x="6125" y="1005"/>
                  </a:cubicBezTo>
                  <a:lnTo>
                    <a:pt x="6125" y="1005"/>
                  </a:lnTo>
                  <a:cubicBezTo>
                    <a:pt x="5878" y="1384"/>
                    <a:pt x="5689" y="1783"/>
                    <a:pt x="5537" y="2200"/>
                  </a:cubicBezTo>
                  <a:cubicBezTo>
                    <a:pt x="5489" y="2465"/>
                    <a:pt x="5709" y="2653"/>
                    <a:pt x="5929" y="2653"/>
                  </a:cubicBezTo>
                  <a:cubicBezTo>
                    <a:pt x="6055" y="2653"/>
                    <a:pt x="6181" y="2591"/>
                    <a:pt x="6257" y="2446"/>
                  </a:cubicBezTo>
                  <a:cubicBezTo>
                    <a:pt x="6618" y="1403"/>
                    <a:pt x="7168" y="759"/>
                    <a:pt x="7661" y="759"/>
                  </a:cubicBezTo>
                  <a:close/>
                  <a:moveTo>
                    <a:pt x="12382" y="4153"/>
                  </a:moveTo>
                  <a:cubicBezTo>
                    <a:pt x="12704" y="5139"/>
                    <a:pt x="12704" y="6220"/>
                    <a:pt x="12401" y="7206"/>
                  </a:cubicBezTo>
                  <a:lnTo>
                    <a:pt x="10239" y="7206"/>
                  </a:lnTo>
                  <a:cubicBezTo>
                    <a:pt x="10315" y="6713"/>
                    <a:pt x="10334" y="6220"/>
                    <a:pt x="10334" y="5727"/>
                  </a:cubicBezTo>
                  <a:cubicBezTo>
                    <a:pt x="10334" y="5196"/>
                    <a:pt x="10296" y="4665"/>
                    <a:pt x="10239" y="4153"/>
                  </a:cubicBezTo>
                  <a:close/>
                  <a:moveTo>
                    <a:pt x="5196" y="7983"/>
                  </a:moveTo>
                  <a:cubicBezTo>
                    <a:pt x="5328" y="8798"/>
                    <a:pt x="5613" y="9576"/>
                    <a:pt x="6011" y="10296"/>
                  </a:cubicBezTo>
                  <a:lnTo>
                    <a:pt x="6106" y="10448"/>
                  </a:lnTo>
                  <a:cubicBezTo>
                    <a:pt x="4873" y="10031"/>
                    <a:pt x="3830" y="9140"/>
                    <a:pt x="3243" y="7983"/>
                  </a:cubicBezTo>
                  <a:close/>
                  <a:moveTo>
                    <a:pt x="12098" y="7983"/>
                  </a:moveTo>
                  <a:cubicBezTo>
                    <a:pt x="11491" y="9140"/>
                    <a:pt x="10467" y="10031"/>
                    <a:pt x="9215" y="10448"/>
                  </a:cubicBezTo>
                  <a:lnTo>
                    <a:pt x="9215" y="10429"/>
                  </a:lnTo>
                  <a:cubicBezTo>
                    <a:pt x="9253" y="10391"/>
                    <a:pt x="9272" y="10334"/>
                    <a:pt x="9310" y="10296"/>
                  </a:cubicBezTo>
                  <a:cubicBezTo>
                    <a:pt x="9708" y="9576"/>
                    <a:pt x="9993" y="8779"/>
                    <a:pt x="10126" y="7983"/>
                  </a:cubicBezTo>
                  <a:close/>
                  <a:moveTo>
                    <a:pt x="9348" y="7983"/>
                  </a:moveTo>
                  <a:cubicBezTo>
                    <a:pt x="9007" y="9576"/>
                    <a:pt x="8343" y="10695"/>
                    <a:pt x="7661" y="10695"/>
                  </a:cubicBezTo>
                  <a:cubicBezTo>
                    <a:pt x="6997" y="10695"/>
                    <a:pt x="6314" y="9576"/>
                    <a:pt x="5973" y="7983"/>
                  </a:cubicBezTo>
                  <a:close/>
                  <a:moveTo>
                    <a:pt x="7661" y="0"/>
                  </a:moveTo>
                  <a:cubicBezTo>
                    <a:pt x="2560" y="0"/>
                    <a:pt x="0" y="6163"/>
                    <a:pt x="3603" y="9784"/>
                  </a:cubicBezTo>
                  <a:cubicBezTo>
                    <a:pt x="4772" y="10948"/>
                    <a:pt x="6207" y="11469"/>
                    <a:pt x="7614" y="11469"/>
                  </a:cubicBezTo>
                  <a:cubicBezTo>
                    <a:pt x="10562" y="11469"/>
                    <a:pt x="13387" y="9180"/>
                    <a:pt x="13387" y="5727"/>
                  </a:cubicBezTo>
                  <a:cubicBezTo>
                    <a:pt x="13387" y="2560"/>
                    <a:pt x="10827" y="0"/>
                    <a:pt x="76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8" name="Google Shape;3248;p110"/>
          <p:cNvGrpSpPr/>
          <p:nvPr/>
        </p:nvGrpSpPr>
        <p:grpSpPr>
          <a:xfrm>
            <a:off x="7411178" y="2684896"/>
            <a:ext cx="365780" cy="365760"/>
            <a:chOff x="6564038" y="3306475"/>
            <a:chExt cx="402000" cy="400175"/>
          </a:xfrm>
        </p:grpSpPr>
        <p:sp>
          <p:nvSpPr>
            <p:cNvPr id="3249" name="Google Shape;3249;p110"/>
            <p:cNvSpPr/>
            <p:nvPr/>
          </p:nvSpPr>
          <p:spPr>
            <a:xfrm>
              <a:off x="6571613" y="3314125"/>
              <a:ext cx="384475" cy="384475"/>
            </a:xfrm>
            <a:custGeom>
              <a:avLst/>
              <a:gdLst/>
              <a:ahLst/>
              <a:cxnLst/>
              <a:rect l="l" t="t" r="r" b="b"/>
              <a:pathLst>
                <a:path w="15379" h="15379" extrusionOk="0">
                  <a:moveTo>
                    <a:pt x="2693" y="6410"/>
                  </a:moveTo>
                  <a:lnTo>
                    <a:pt x="8970" y="12686"/>
                  </a:lnTo>
                  <a:lnTo>
                    <a:pt x="2693" y="12686"/>
                  </a:lnTo>
                  <a:lnTo>
                    <a:pt x="2693" y="6410"/>
                  </a:lnTo>
                  <a:close/>
                  <a:moveTo>
                    <a:pt x="1" y="1"/>
                  </a:moveTo>
                  <a:lnTo>
                    <a:pt x="1" y="15378"/>
                  </a:lnTo>
                  <a:lnTo>
                    <a:pt x="15379" y="15378"/>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110"/>
            <p:cNvSpPr/>
            <p:nvPr/>
          </p:nvSpPr>
          <p:spPr>
            <a:xfrm>
              <a:off x="6884963" y="3533600"/>
              <a:ext cx="72550" cy="70650"/>
            </a:xfrm>
            <a:custGeom>
              <a:avLst/>
              <a:gdLst/>
              <a:ahLst/>
              <a:cxnLst/>
              <a:rect l="l" t="t" r="r" b="b"/>
              <a:pathLst>
                <a:path w="2902" h="2826" extrusionOk="0">
                  <a:moveTo>
                    <a:pt x="1745" y="1"/>
                  </a:moveTo>
                  <a:lnTo>
                    <a:pt x="0" y="1745"/>
                  </a:lnTo>
                  <a:lnTo>
                    <a:pt x="892" y="2655"/>
                  </a:lnTo>
                  <a:cubicBezTo>
                    <a:pt x="1015" y="2769"/>
                    <a:pt x="1176" y="2826"/>
                    <a:pt x="1337" y="2826"/>
                  </a:cubicBezTo>
                  <a:cubicBezTo>
                    <a:pt x="1498" y="2826"/>
                    <a:pt x="1660" y="2769"/>
                    <a:pt x="1783" y="2655"/>
                  </a:cubicBezTo>
                  <a:lnTo>
                    <a:pt x="2655" y="1764"/>
                  </a:lnTo>
                  <a:cubicBezTo>
                    <a:pt x="2902" y="1518"/>
                    <a:pt x="2902" y="1119"/>
                    <a:pt x="2655" y="873"/>
                  </a:cubicBezTo>
                  <a:lnTo>
                    <a:pt x="174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110"/>
            <p:cNvSpPr/>
            <p:nvPr/>
          </p:nvSpPr>
          <p:spPr>
            <a:xfrm>
              <a:off x="6862688" y="3510850"/>
              <a:ext cx="66375" cy="66400"/>
            </a:xfrm>
            <a:custGeom>
              <a:avLst/>
              <a:gdLst/>
              <a:ahLst/>
              <a:cxnLst/>
              <a:rect l="l" t="t" r="r" b="b"/>
              <a:pathLst>
                <a:path w="2655" h="2656" extrusionOk="0">
                  <a:moveTo>
                    <a:pt x="1764" y="1"/>
                  </a:moveTo>
                  <a:lnTo>
                    <a:pt x="0" y="1764"/>
                  </a:lnTo>
                  <a:lnTo>
                    <a:pt x="891" y="2655"/>
                  </a:lnTo>
                  <a:lnTo>
                    <a:pt x="2655" y="892"/>
                  </a:lnTo>
                  <a:lnTo>
                    <a:pt x="1764"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110"/>
            <p:cNvSpPr/>
            <p:nvPr/>
          </p:nvSpPr>
          <p:spPr>
            <a:xfrm>
              <a:off x="6693463" y="3341625"/>
              <a:ext cx="213325" cy="213800"/>
            </a:xfrm>
            <a:custGeom>
              <a:avLst/>
              <a:gdLst/>
              <a:ahLst/>
              <a:cxnLst/>
              <a:rect l="l" t="t" r="r" b="b"/>
              <a:pathLst>
                <a:path w="8533" h="8552" extrusionOk="0">
                  <a:moveTo>
                    <a:pt x="1744" y="0"/>
                  </a:moveTo>
                  <a:lnTo>
                    <a:pt x="0" y="1764"/>
                  </a:lnTo>
                  <a:lnTo>
                    <a:pt x="6769" y="8552"/>
                  </a:lnTo>
                  <a:lnTo>
                    <a:pt x="6769" y="8533"/>
                  </a:lnTo>
                  <a:lnTo>
                    <a:pt x="8533" y="6789"/>
                  </a:lnTo>
                  <a:lnTo>
                    <a:pt x="174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110"/>
            <p:cNvSpPr/>
            <p:nvPr/>
          </p:nvSpPr>
          <p:spPr>
            <a:xfrm>
              <a:off x="6665963" y="3314125"/>
              <a:ext cx="71125" cy="71600"/>
            </a:xfrm>
            <a:custGeom>
              <a:avLst/>
              <a:gdLst/>
              <a:ahLst/>
              <a:cxnLst/>
              <a:rect l="l" t="t" r="r" b="b"/>
              <a:pathLst>
                <a:path w="2845" h="2864" extrusionOk="0">
                  <a:moveTo>
                    <a:pt x="0" y="1"/>
                  </a:moveTo>
                  <a:lnTo>
                    <a:pt x="891" y="2655"/>
                  </a:lnTo>
                  <a:lnTo>
                    <a:pt x="1100" y="2864"/>
                  </a:lnTo>
                  <a:lnTo>
                    <a:pt x="2844" y="1100"/>
                  </a:lnTo>
                  <a:lnTo>
                    <a:pt x="2655" y="892"/>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110"/>
            <p:cNvSpPr/>
            <p:nvPr/>
          </p:nvSpPr>
          <p:spPr>
            <a:xfrm>
              <a:off x="6825713" y="3476250"/>
              <a:ext cx="20875" cy="15900"/>
            </a:xfrm>
            <a:custGeom>
              <a:avLst/>
              <a:gdLst/>
              <a:ahLst/>
              <a:cxnLst/>
              <a:rect l="l" t="t" r="r" b="b"/>
              <a:pathLst>
                <a:path w="835" h="636" extrusionOk="0">
                  <a:moveTo>
                    <a:pt x="417" y="0"/>
                  </a:moveTo>
                  <a:cubicBezTo>
                    <a:pt x="133" y="0"/>
                    <a:pt x="0" y="342"/>
                    <a:pt x="190" y="550"/>
                  </a:cubicBezTo>
                  <a:cubicBezTo>
                    <a:pt x="256" y="607"/>
                    <a:pt x="337" y="636"/>
                    <a:pt x="417" y="636"/>
                  </a:cubicBezTo>
                  <a:cubicBezTo>
                    <a:pt x="498" y="636"/>
                    <a:pt x="579" y="607"/>
                    <a:pt x="645" y="550"/>
                  </a:cubicBezTo>
                  <a:cubicBezTo>
                    <a:pt x="835" y="342"/>
                    <a:pt x="702" y="0"/>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110"/>
            <p:cNvSpPr/>
            <p:nvPr/>
          </p:nvSpPr>
          <p:spPr>
            <a:xfrm>
              <a:off x="6564038" y="3306475"/>
              <a:ext cx="400125" cy="400175"/>
            </a:xfrm>
            <a:custGeom>
              <a:avLst/>
              <a:gdLst/>
              <a:ahLst/>
              <a:cxnLst/>
              <a:rect l="l" t="t" r="r" b="b"/>
              <a:pathLst>
                <a:path w="16005" h="16007" extrusionOk="0">
                  <a:moveTo>
                    <a:pt x="626" y="1065"/>
                  </a:moveTo>
                  <a:lnTo>
                    <a:pt x="3129" y="3587"/>
                  </a:lnTo>
                  <a:lnTo>
                    <a:pt x="2466" y="4251"/>
                  </a:lnTo>
                  <a:cubicBezTo>
                    <a:pt x="2260" y="4471"/>
                    <a:pt x="2464" y="4771"/>
                    <a:pt x="2699" y="4771"/>
                  </a:cubicBezTo>
                  <a:cubicBezTo>
                    <a:pt x="2767" y="4771"/>
                    <a:pt x="2838" y="4746"/>
                    <a:pt x="2902" y="4687"/>
                  </a:cubicBezTo>
                  <a:lnTo>
                    <a:pt x="3565" y="4023"/>
                  </a:lnTo>
                  <a:lnTo>
                    <a:pt x="4893" y="5350"/>
                  </a:lnTo>
                  <a:lnTo>
                    <a:pt x="4229" y="6014"/>
                  </a:lnTo>
                  <a:cubicBezTo>
                    <a:pt x="3983" y="6231"/>
                    <a:pt x="4201" y="6558"/>
                    <a:pt x="4452" y="6558"/>
                  </a:cubicBezTo>
                  <a:cubicBezTo>
                    <a:pt x="4530" y="6558"/>
                    <a:pt x="4612" y="6527"/>
                    <a:pt x="4684" y="6450"/>
                  </a:cubicBezTo>
                  <a:lnTo>
                    <a:pt x="5348" y="5786"/>
                  </a:lnTo>
                  <a:lnTo>
                    <a:pt x="6656" y="7114"/>
                  </a:lnTo>
                  <a:lnTo>
                    <a:pt x="6011" y="7777"/>
                  </a:lnTo>
                  <a:cubicBezTo>
                    <a:pt x="5738" y="7993"/>
                    <a:pt x="5956" y="8329"/>
                    <a:pt x="6210" y="8329"/>
                  </a:cubicBezTo>
                  <a:cubicBezTo>
                    <a:pt x="6290" y="8329"/>
                    <a:pt x="6374" y="8296"/>
                    <a:pt x="6447" y="8213"/>
                  </a:cubicBezTo>
                  <a:lnTo>
                    <a:pt x="7111" y="7569"/>
                  </a:lnTo>
                  <a:lnTo>
                    <a:pt x="8419" y="8896"/>
                  </a:lnTo>
                  <a:lnTo>
                    <a:pt x="7775" y="9560"/>
                  </a:lnTo>
                  <a:cubicBezTo>
                    <a:pt x="7568" y="9782"/>
                    <a:pt x="7765" y="10073"/>
                    <a:pt x="8005" y="10073"/>
                  </a:cubicBezTo>
                  <a:cubicBezTo>
                    <a:pt x="8073" y="10073"/>
                    <a:pt x="8144" y="10050"/>
                    <a:pt x="8211" y="9996"/>
                  </a:cubicBezTo>
                  <a:lnTo>
                    <a:pt x="8875" y="9332"/>
                  </a:lnTo>
                  <a:lnTo>
                    <a:pt x="10202" y="10660"/>
                  </a:lnTo>
                  <a:lnTo>
                    <a:pt x="9538" y="11323"/>
                  </a:lnTo>
                  <a:cubicBezTo>
                    <a:pt x="9294" y="11553"/>
                    <a:pt x="9507" y="11870"/>
                    <a:pt x="9748" y="11870"/>
                  </a:cubicBezTo>
                  <a:cubicBezTo>
                    <a:pt x="9825" y="11870"/>
                    <a:pt x="9905" y="11837"/>
                    <a:pt x="9974" y="11759"/>
                  </a:cubicBezTo>
                  <a:lnTo>
                    <a:pt x="10638" y="11096"/>
                  </a:lnTo>
                  <a:lnTo>
                    <a:pt x="11965" y="12423"/>
                  </a:lnTo>
                  <a:lnTo>
                    <a:pt x="11302" y="13087"/>
                  </a:lnTo>
                  <a:cubicBezTo>
                    <a:pt x="11095" y="13322"/>
                    <a:pt x="11301" y="13626"/>
                    <a:pt x="11536" y="13626"/>
                  </a:cubicBezTo>
                  <a:cubicBezTo>
                    <a:pt x="11604" y="13626"/>
                    <a:pt x="11674" y="13601"/>
                    <a:pt x="11738" y="13542"/>
                  </a:cubicBezTo>
                  <a:lnTo>
                    <a:pt x="12401" y="12878"/>
                  </a:lnTo>
                  <a:lnTo>
                    <a:pt x="14923" y="15381"/>
                  </a:lnTo>
                  <a:lnTo>
                    <a:pt x="626" y="15381"/>
                  </a:lnTo>
                  <a:lnTo>
                    <a:pt x="626" y="1065"/>
                  </a:lnTo>
                  <a:close/>
                  <a:moveTo>
                    <a:pt x="306" y="0"/>
                  </a:moveTo>
                  <a:cubicBezTo>
                    <a:pt x="147" y="0"/>
                    <a:pt x="1" y="128"/>
                    <a:pt x="1" y="307"/>
                  </a:cubicBezTo>
                  <a:lnTo>
                    <a:pt x="1" y="15684"/>
                  </a:lnTo>
                  <a:cubicBezTo>
                    <a:pt x="1" y="15855"/>
                    <a:pt x="133" y="15988"/>
                    <a:pt x="304" y="16007"/>
                  </a:cubicBezTo>
                  <a:lnTo>
                    <a:pt x="15682" y="16007"/>
                  </a:lnTo>
                  <a:cubicBezTo>
                    <a:pt x="15795" y="15988"/>
                    <a:pt x="15909" y="15912"/>
                    <a:pt x="15966" y="15798"/>
                  </a:cubicBezTo>
                  <a:cubicBezTo>
                    <a:pt x="16004" y="15684"/>
                    <a:pt x="15985" y="15552"/>
                    <a:pt x="15890" y="15457"/>
                  </a:cubicBezTo>
                  <a:lnTo>
                    <a:pt x="531" y="98"/>
                  </a:lnTo>
                  <a:cubicBezTo>
                    <a:pt x="463" y="30"/>
                    <a:pt x="383" y="0"/>
                    <a:pt x="3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110"/>
            <p:cNvSpPr/>
            <p:nvPr/>
          </p:nvSpPr>
          <p:spPr>
            <a:xfrm>
              <a:off x="6630888" y="3466550"/>
              <a:ext cx="173500" cy="172800"/>
            </a:xfrm>
            <a:custGeom>
              <a:avLst/>
              <a:gdLst/>
              <a:ahLst/>
              <a:cxnLst/>
              <a:rect l="l" t="t" r="r" b="b"/>
              <a:pathLst>
                <a:path w="6940" h="6912" extrusionOk="0">
                  <a:moveTo>
                    <a:pt x="626" y="1071"/>
                  </a:moveTo>
                  <a:lnTo>
                    <a:pt x="5840" y="6285"/>
                  </a:lnTo>
                  <a:lnTo>
                    <a:pt x="626" y="6285"/>
                  </a:lnTo>
                  <a:lnTo>
                    <a:pt x="626" y="1071"/>
                  </a:lnTo>
                  <a:close/>
                  <a:moveTo>
                    <a:pt x="320" y="1"/>
                  </a:moveTo>
                  <a:cubicBezTo>
                    <a:pt x="278" y="1"/>
                    <a:pt x="234" y="9"/>
                    <a:pt x="190" y="28"/>
                  </a:cubicBezTo>
                  <a:cubicBezTo>
                    <a:pt x="76" y="66"/>
                    <a:pt x="0" y="180"/>
                    <a:pt x="0" y="313"/>
                  </a:cubicBezTo>
                  <a:lnTo>
                    <a:pt x="0" y="6589"/>
                  </a:lnTo>
                  <a:cubicBezTo>
                    <a:pt x="0" y="6759"/>
                    <a:pt x="152" y="6911"/>
                    <a:pt x="322" y="6911"/>
                  </a:cubicBezTo>
                  <a:lnTo>
                    <a:pt x="6599" y="6911"/>
                  </a:lnTo>
                  <a:cubicBezTo>
                    <a:pt x="6731" y="6911"/>
                    <a:pt x="6845" y="6835"/>
                    <a:pt x="6883" y="6721"/>
                  </a:cubicBezTo>
                  <a:cubicBezTo>
                    <a:pt x="6940" y="6589"/>
                    <a:pt x="6902" y="6456"/>
                    <a:pt x="6826" y="6380"/>
                  </a:cubicBezTo>
                  <a:lnTo>
                    <a:pt x="531" y="85"/>
                  </a:lnTo>
                  <a:cubicBezTo>
                    <a:pt x="480" y="34"/>
                    <a:pt x="405" y="1"/>
                    <a:pt x="3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110"/>
            <p:cNvSpPr/>
            <p:nvPr/>
          </p:nvSpPr>
          <p:spPr>
            <a:xfrm>
              <a:off x="6769938" y="3421050"/>
              <a:ext cx="56125" cy="49575"/>
            </a:xfrm>
            <a:custGeom>
              <a:avLst/>
              <a:gdLst/>
              <a:ahLst/>
              <a:cxnLst/>
              <a:rect l="l" t="t" r="r" b="b"/>
              <a:pathLst>
                <a:path w="2245" h="1983" extrusionOk="0">
                  <a:moveTo>
                    <a:pt x="446" y="0"/>
                  </a:moveTo>
                  <a:cubicBezTo>
                    <a:pt x="203" y="0"/>
                    <a:pt x="1" y="304"/>
                    <a:pt x="221" y="540"/>
                  </a:cubicBezTo>
                  <a:lnTo>
                    <a:pt x="1549" y="1867"/>
                  </a:lnTo>
                  <a:cubicBezTo>
                    <a:pt x="1617" y="1949"/>
                    <a:pt x="1697" y="1983"/>
                    <a:pt x="1775" y="1983"/>
                  </a:cubicBezTo>
                  <a:cubicBezTo>
                    <a:pt x="2022" y="1983"/>
                    <a:pt x="2244" y="1643"/>
                    <a:pt x="1985" y="1412"/>
                  </a:cubicBezTo>
                  <a:lnTo>
                    <a:pt x="657" y="85"/>
                  </a:lnTo>
                  <a:cubicBezTo>
                    <a:pt x="590" y="25"/>
                    <a:pt x="516" y="0"/>
                    <a:pt x="4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110"/>
            <p:cNvSpPr/>
            <p:nvPr/>
          </p:nvSpPr>
          <p:spPr>
            <a:xfrm>
              <a:off x="6656788" y="3306650"/>
              <a:ext cx="309250" cy="305325"/>
            </a:xfrm>
            <a:custGeom>
              <a:avLst/>
              <a:gdLst/>
              <a:ahLst/>
              <a:cxnLst/>
              <a:rect l="l" t="t" r="r" b="b"/>
              <a:pathLst>
                <a:path w="12370" h="12213" extrusionOk="0">
                  <a:moveTo>
                    <a:pt x="860" y="793"/>
                  </a:moveTo>
                  <a:lnTo>
                    <a:pt x="2737" y="1418"/>
                  </a:lnTo>
                  <a:lnTo>
                    <a:pt x="1505" y="2689"/>
                  </a:lnTo>
                  <a:lnTo>
                    <a:pt x="860" y="793"/>
                  </a:lnTo>
                  <a:close/>
                  <a:moveTo>
                    <a:pt x="3211" y="1835"/>
                  </a:moveTo>
                  <a:lnTo>
                    <a:pt x="9564" y="8188"/>
                  </a:lnTo>
                  <a:lnTo>
                    <a:pt x="8236" y="9496"/>
                  </a:lnTo>
                  <a:lnTo>
                    <a:pt x="1884" y="3163"/>
                  </a:lnTo>
                  <a:lnTo>
                    <a:pt x="3211" y="1835"/>
                  </a:lnTo>
                  <a:close/>
                  <a:moveTo>
                    <a:pt x="10000" y="8624"/>
                  </a:moveTo>
                  <a:lnTo>
                    <a:pt x="10436" y="9060"/>
                  </a:lnTo>
                  <a:lnTo>
                    <a:pt x="9109" y="10387"/>
                  </a:lnTo>
                  <a:lnTo>
                    <a:pt x="8672" y="9951"/>
                  </a:lnTo>
                  <a:lnTo>
                    <a:pt x="10000" y="8624"/>
                  </a:lnTo>
                  <a:close/>
                  <a:moveTo>
                    <a:pt x="10872" y="9496"/>
                  </a:moveTo>
                  <a:lnTo>
                    <a:pt x="11555" y="10178"/>
                  </a:lnTo>
                  <a:cubicBezTo>
                    <a:pt x="11687" y="10311"/>
                    <a:pt x="11687" y="10501"/>
                    <a:pt x="11555" y="10615"/>
                  </a:cubicBezTo>
                  <a:lnTo>
                    <a:pt x="10682" y="11506"/>
                  </a:lnTo>
                  <a:cubicBezTo>
                    <a:pt x="10616" y="11563"/>
                    <a:pt x="10535" y="11591"/>
                    <a:pt x="10455" y="11591"/>
                  </a:cubicBezTo>
                  <a:cubicBezTo>
                    <a:pt x="10374" y="11591"/>
                    <a:pt x="10294" y="11563"/>
                    <a:pt x="10227" y="11506"/>
                  </a:cubicBezTo>
                  <a:lnTo>
                    <a:pt x="9564" y="10823"/>
                  </a:lnTo>
                  <a:lnTo>
                    <a:pt x="10872" y="9496"/>
                  </a:lnTo>
                  <a:close/>
                  <a:moveTo>
                    <a:pt x="365" y="0"/>
                  </a:moveTo>
                  <a:cubicBezTo>
                    <a:pt x="161" y="0"/>
                    <a:pt x="1" y="200"/>
                    <a:pt x="83" y="413"/>
                  </a:cubicBezTo>
                  <a:lnTo>
                    <a:pt x="955" y="3068"/>
                  </a:lnTo>
                  <a:cubicBezTo>
                    <a:pt x="955" y="3106"/>
                    <a:pt x="993" y="3144"/>
                    <a:pt x="1031" y="3182"/>
                  </a:cubicBezTo>
                  <a:lnTo>
                    <a:pt x="9791" y="11942"/>
                  </a:lnTo>
                  <a:cubicBezTo>
                    <a:pt x="9971" y="12122"/>
                    <a:pt x="10213" y="12212"/>
                    <a:pt x="10455" y="12212"/>
                  </a:cubicBezTo>
                  <a:cubicBezTo>
                    <a:pt x="10697" y="12212"/>
                    <a:pt x="10938" y="12122"/>
                    <a:pt x="11118" y="11942"/>
                  </a:cubicBezTo>
                  <a:lnTo>
                    <a:pt x="12010" y="11070"/>
                  </a:lnTo>
                  <a:cubicBezTo>
                    <a:pt x="12370" y="10690"/>
                    <a:pt x="12370" y="10103"/>
                    <a:pt x="12010" y="9742"/>
                  </a:cubicBezTo>
                  <a:lnTo>
                    <a:pt x="3230" y="963"/>
                  </a:lnTo>
                  <a:cubicBezTo>
                    <a:pt x="3193" y="925"/>
                    <a:pt x="3155" y="906"/>
                    <a:pt x="3117" y="887"/>
                  </a:cubicBezTo>
                  <a:lnTo>
                    <a:pt x="462" y="15"/>
                  </a:lnTo>
                  <a:cubicBezTo>
                    <a:pt x="429" y="5"/>
                    <a:pt x="397" y="0"/>
                    <a:pt x="3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9" name="Google Shape;3259;p110"/>
          <p:cNvGrpSpPr/>
          <p:nvPr/>
        </p:nvGrpSpPr>
        <p:grpSpPr>
          <a:xfrm>
            <a:off x="8204581" y="2684907"/>
            <a:ext cx="215157" cy="365738"/>
            <a:chOff x="7382238" y="3252975"/>
            <a:chExt cx="364550" cy="621475"/>
          </a:xfrm>
        </p:grpSpPr>
        <p:sp>
          <p:nvSpPr>
            <p:cNvPr id="3260" name="Google Shape;3260;p110"/>
            <p:cNvSpPr/>
            <p:nvPr/>
          </p:nvSpPr>
          <p:spPr>
            <a:xfrm>
              <a:off x="7394563" y="3757825"/>
              <a:ext cx="339900" cy="104775"/>
            </a:xfrm>
            <a:custGeom>
              <a:avLst/>
              <a:gdLst/>
              <a:ahLst/>
              <a:cxnLst/>
              <a:rect l="l" t="t" r="r" b="b"/>
              <a:pathLst>
                <a:path w="13596" h="4191" extrusionOk="0">
                  <a:moveTo>
                    <a:pt x="0" y="0"/>
                  </a:moveTo>
                  <a:lnTo>
                    <a:pt x="0" y="3205"/>
                  </a:lnTo>
                  <a:cubicBezTo>
                    <a:pt x="0" y="3755"/>
                    <a:pt x="436" y="4191"/>
                    <a:pt x="967" y="4191"/>
                  </a:cubicBezTo>
                  <a:lnTo>
                    <a:pt x="12628" y="4191"/>
                  </a:lnTo>
                  <a:cubicBezTo>
                    <a:pt x="13159" y="4191"/>
                    <a:pt x="13596" y="3755"/>
                    <a:pt x="13596" y="3205"/>
                  </a:cubicBezTo>
                  <a:lnTo>
                    <a:pt x="1359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110"/>
            <p:cNvSpPr/>
            <p:nvPr/>
          </p:nvSpPr>
          <p:spPr>
            <a:xfrm>
              <a:off x="7394563" y="3344950"/>
              <a:ext cx="339900" cy="412900"/>
            </a:xfrm>
            <a:custGeom>
              <a:avLst/>
              <a:gdLst/>
              <a:ahLst/>
              <a:cxnLst/>
              <a:rect l="l" t="t" r="r" b="b"/>
              <a:pathLst>
                <a:path w="13596" h="16516" extrusionOk="0">
                  <a:moveTo>
                    <a:pt x="0" y="0"/>
                  </a:moveTo>
                  <a:lnTo>
                    <a:pt x="0" y="16515"/>
                  </a:lnTo>
                  <a:lnTo>
                    <a:pt x="13596" y="16515"/>
                  </a:lnTo>
                  <a:lnTo>
                    <a:pt x="135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110"/>
            <p:cNvSpPr/>
            <p:nvPr/>
          </p:nvSpPr>
          <p:spPr>
            <a:xfrm>
              <a:off x="7394563" y="3264825"/>
              <a:ext cx="339900" cy="80150"/>
            </a:xfrm>
            <a:custGeom>
              <a:avLst/>
              <a:gdLst/>
              <a:ahLst/>
              <a:cxnLst/>
              <a:rect l="l" t="t" r="r" b="b"/>
              <a:pathLst>
                <a:path w="13596" h="3206" extrusionOk="0">
                  <a:moveTo>
                    <a:pt x="967" y="1"/>
                  </a:moveTo>
                  <a:cubicBezTo>
                    <a:pt x="436" y="1"/>
                    <a:pt x="0" y="437"/>
                    <a:pt x="0" y="968"/>
                  </a:cubicBezTo>
                  <a:lnTo>
                    <a:pt x="0" y="3205"/>
                  </a:lnTo>
                  <a:lnTo>
                    <a:pt x="13596" y="3205"/>
                  </a:lnTo>
                  <a:lnTo>
                    <a:pt x="13596" y="968"/>
                  </a:lnTo>
                  <a:cubicBezTo>
                    <a:pt x="13596" y="437"/>
                    <a:pt x="13159" y="1"/>
                    <a:pt x="126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110"/>
            <p:cNvSpPr/>
            <p:nvPr/>
          </p:nvSpPr>
          <p:spPr>
            <a:xfrm>
              <a:off x="7467088" y="363647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110"/>
            <p:cNvSpPr/>
            <p:nvPr/>
          </p:nvSpPr>
          <p:spPr>
            <a:xfrm>
              <a:off x="7467088" y="351512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110"/>
            <p:cNvSpPr/>
            <p:nvPr/>
          </p:nvSpPr>
          <p:spPr>
            <a:xfrm>
              <a:off x="7467088" y="3393775"/>
              <a:ext cx="73025" cy="72550"/>
            </a:xfrm>
            <a:custGeom>
              <a:avLst/>
              <a:gdLst/>
              <a:ahLst/>
              <a:cxnLst/>
              <a:rect l="l" t="t" r="r" b="b"/>
              <a:pathLst>
                <a:path w="2921" h="2902" extrusionOk="0">
                  <a:moveTo>
                    <a:pt x="0" y="0"/>
                  </a:moveTo>
                  <a:lnTo>
                    <a:pt x="0" y="2901"/>
                  </a:lnTo>
                  <a:lnTo>
                    <a:pt x="2920" y="2901"/>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110"/>
            <p:cNvSpPr/>
            <p:nvPr/>
          </p:nvSpPr>
          <p:spPr>
            <a:xfrm>
              <a:off x="7601238" y="3798125"/>
              <a:ext cx="28325" cy="24200"/>
            </a:xfrm>
            <a:custGeom>
              <a:avLst/>
              <a:gdLst/>
              <a:ahLst/>
              <a:cxnLst/>
              <a:rect l="l" t="t" r="r" b="b"/>
              <a:pathLst>
                <a:path w="1133" h="968" extrusionOk="0">
                  <a:moveTo>
                    <a:pt x="492" y="0"/>
                  </a:moveTo>
                  <a:cubicBezTo>
                    <a:pt x="241" y="0"/>
                    <a:pt x="0" y="199"/>
                    <a:pt x="0" y="493"/>
                  </a:cubicBezTo>
                  <a:cubicBezTo>
                    <a:pt x="0" y="740"/>
                    <a:pt x="209" y="967"/>
                    <a:pt x="474" y="967"/>
                  </a:cubicBezTo>
                  <a:cubicBezTo>
                    <a:pt x="482" y="968"/>
                    <a:pt x="490" y="968"/>
                    <a:pt x="497" y="968"/>
                  </a:cubicBezTo>
                  <a:cubicBezTo>
                    <a:pt x="918" y="968"/>
                    <a:pt x="1133" y="450"/>
                    <a:pt x="835" y="152"/>
                  </a:cubicBezTo>
                  <a:cubicBezTo>
                    <a:pt x="736" y="47"/>
                    <a:pt x="613" y="0"/>
                    <a:pt x="4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110"/>
            <p:cNvSpPr/>
            <p:nvPr/>
          </p:nvSpPr>
          <p:spPr>
            <a:xfrm>
              <a:off x="7382238" y="3252975"/>
              <a:ext cx="364550" cy="621475"/>
            </a:xfrm>
            <a:custGeom>
              <a:avLst/>
              <a:gdLst/>
              <a:ahLst/>
              <a:cxnLst/>
              <a:rect l="l" t="t" r="r" b="b"/>
              <a:pathLst>
                <a:path w="14582" h="24859" extrusionOk="0">
                  <a:moveTo>
                    <a:pt x="13103" y="968"/>
                  </a:moveTo>
                  <a:cubicBezTo>
                    <a:pt x="13368" y="968"/>
                    <a:pt x="13577" y="1195"/>
                    <a:pt x="13577" y="1442"/>
                  </a:cubicBezTo>
                  <a:lnTo>
                    <a:pt x="13577" y="3205"/>
                  </a:lnTo>
                  <a:lnTo>
                    <a:pt x="948" y="3205"/>
                  </a:lnTo>
                  <a:lnTo>
                    <a:pt x="986" y="1442"/>
                  </a:lnTo>
                  <a:cubicBezTo>
                    <a:pt x="986" y="1195"/>
                    <a:pt x="1195" y="968"/>
                    <a:pt x="1460" y="968"/>
                  </a:cubicBezTo>
                  <a:close/>
                  <a:moveTo>
                    <a:pt x="13614" y="4172"/>
                  </a:moveTo>
                  <a:lnTo>
                    <a:pt x="13614" y="19720"/>
                  </a:lnTo>
                  <a:lnTo>
                    <a:pt x="986" y="19720"/>
                  </a:lnTo>
                  <a:lnTo>
                    <a:pt x="986" y="4172"/>
                  </a:lnTo>
                  <a:close/>
                  <a:moveTo>
                    <a:pt x="13614" y="20687"/>
                  </a:moveTo>
                  <a:lnTo>
                    <a:pt x="13614" y="23399"/>
                  </a:lnTo>
                  <a:cubicBezTo>
                    <a:pt x="13614" y="23664"/>
                    <a:pt x="13387" y="23873"/>
                    <a:pt x="13140" y="23873"/>
                  </a:cubicBezTo>
                  <a:lnTo>
                    <a:pt x="1479" y="23873"/>
                  </a:lnTo>
                  <a:cubicBezTo>
                    <a:pt x="1214" y="23873"/>
                    <a:pt x="1005" y="23664"/>
                    <a:pt x="1005" y="23399"/>
                  </a:cubicBezTo>
                  <a:lnTo>
                    <a:pt x="986" y="23399"/>
                  </a:lnTo>
                  <a:lnTo>
                    <a:pt x="986" y="20687"/>
                  </a:lnTo>
                  <a:close/>
                  <a:moveTo>
                    <a:pt x="1460" y="1"/>
                  </a:moveTo>
                  <a:cubicBezTo>
                    <a:pt x="664" y="1"/>
                    <a:pt x="0" y="645"/>
                    <a:pt x="0" y="1442"/>
                  </a:cubicBezTo>
                  <a:lnTo>
                    <a:pt x="0" y="23399"/>
                  </a:lnTo>
                  <a:cubicBezTo>
                    <a:pt x="0" y="24214"/>
                    <a:pt x="664" y="24859"/>
                    <a:pt x="1460" y="24859"/>
                  </a:cubicBezTo>
                  <a:lnTo>
                    <a:pt x="13121" y="24859"/>
                  </a:lnTo>
                  <a:cubicBezTo>
                    <a:pt x="13918" y="24859"/>
                    <a:pt x="14582" y="24214"/>
                    <a:pt x="14582" y="23399"/>
                  </a:cubicBezTo>
                  <a:lnTo>
                    <a:pt x="14582" y="1442"/>
                  </a:lnTo>
                  <a:cubicBezTo>
                    <a:pt x="14582" y="645"/>
                    <a:pt x="13918" y="1"/>
                    <a:pt x="131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110"/>
            <p:cNvSpPr/>
            <p:nvPr/>
          </p:nvSpPr>
          <p:spPr>
            <a:xfrm>
              <a:off x="7499788" y="3798125"/>
              <a:ext cx="81075" cy="24200"/>
            </a:xfrm>
            <a:custGeom>
              <a:avLst/>
              <a:gdLst/>
              <a:ahLst/>
              <a:cxnLst/>
              <a:rect l="l" t="t" r="r" b="b"/>
              <a:pathLst>
                <a:path w="3243"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110"/>
            <p:cNvSpPr/>
            <p:nvPr/>
          </p:nvSpPr>
          <p:spPr>
            <a:xfrm>
              <a:off x="7455238" y="3381450"/>
              <a:ext cx="97200" cy="96725"/>
            </a:xfrm>
            <a:custGeom>
              <a:avLst/>
              <a:gdLst/>
              <a:ahLst/>
              <a:cxnLst/>
              <a:rect l="l" t="t" r="r" b="b"/>
              <a:pathLst>
                <a:path w="3888" h="3869" extrusionOk="0">
                  <a:moveTo>
                    <a:pt x="2920" y="967"/>
                  </a:moveTo>
                  <a:lnTo>
                    <a:pt x="2920" y="2920"/>
                  </a:lnTo>
                  <a:lnTo>
                    <a:pt x="986" y="2920"/>
                  </a:lnTo>
                  <a:lnTo>
                    <a:pt x="986" y="967"/>
                  </a:lnTo>
                  <a:close/>
                  <a:moveTo>
                    <a:pt x="493" y="0"/>
                  </a:moveTo>
                  <a:cubicBezTo>
                    <a:pt x="228" y="0"/>
                    <a:pt x="19" y="209"/>
                    <a:pt x="19" y="474"/>
                  </a:cubicBezTo>
                  <a:lnTo>
                    <a:pt x="19" y="3394"/>
                  </a:lnTo>
                  <a:cubicBezTo>
                    <a:pt x="0" y="3660"/>
                    <a:pt x="209" y="3868"/>
                    <a:pt x="493" y="3868"/>
                  </a:cubicBezTo>
                  <a:lnTo>
                    <a:pt x="3394" y="3868"/>
                  </a:lnTo>
                  <a:cubicBezTo>
                    <a:pt x="3660" y="3868"/>
                    <a:pt x="3887" y="3660"/>
                    <a:pt x="3868" y="3394"/>
                  </a:cubicBezTo>
                  <a:lnTo>
                    <a:pt x="3868" y="493"/>
                  </a:lnTo>
                  <a:cubicBezTo>
                    <a:pt x="3868" y="228"/>
                    <a:pt x="3660" y="19"/>
                    <a:pt x="3394" y="19"/>
                  </a:cubicBezTo>
                  <a:lnTo>
                    <a:pt x="339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110"/>
            <p:cNvSpPr/>
            <p:nvPr/>
          </p:nvSpPr>
          <p:spPr>
            <a:xfrm>
              <a:off x="7455238" y="3502800"/>
              <a:ext cx="96725" cy="97200"/>
            </a:xfrm>
            <a:custGeom>
              <a:avLst/>
              <a:gdLst/>
              <a:ahLst/>
              <a:cxnLst/>
              <a:rect l="l" t="t" r="r" b="b"/>
              <a:pathLst>
                <a:path w="3869" h="3888" extrusionOk="0">
                  <a:moveTo>
                    <a:pt x="2920" y="986"/>
                  </a:moveTo>
                  <a:lnTo>
                    <a:pt x="2920" y="2920"/>
                  </a:lnTo>
                  <a:lnTo>
                    <a:pt x="986" y="2920"/>
                  </a:lnTo>
                  <a:lnTo>
                    <a:pt x="986" y="986"/>
                  </a:lnTo>
                  <a:close/>
                  <a:moveTo>
                    <a:pt x="493" y="0"/>
                  </a:moveTo>
                  <a:cubicBezTo>
                    <a:pt x="228" y="19"/>
                    <a:pt x="19" y="228"/>
                    <a:pt x="19" y="474"/>
                  </a:cubicBezTo>
                  <a:lnTo>
                    <a:pt x="19" y="3394"/>
                  </a:lnTo>
                  <a:cubicBezTo>
                    <a:pt x="0" y="3660"/>
                    <a:pt x="228" y="3868"/>
                    <a:pt x="493" y="3887"/>
                  </a:cubicBezTo>
                  <a:lnTo>
                    <a:pt x="3394" y="3887"/>
                  </a:lnTo>
                  <a:cubicBezTo>
                    <a:pt x="3660" y="3868"/>
                    <a:pt x="3868" y="3660"/>
                    <a:pt x="3868" y="3394"/>
                  </a:cubicBezTo>
                  <a:lnTo>
                    <a:pt x="3868" y="474"/>
                  </a:lnTo>
                  <a:cubicBezTo>
                    <a:pt x="3868" y="228"/>
                    <a:pt x="3660" y="19"/>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110"/>
            <p:cNvSpPr/>
            <p:nvPr/>
          </p:nvSpPr>
          <p:spPr>
            <a:xfrm>
              <a:off x="7455238" y="3624625"/>
              <a:ext cx="97200" cy="96725"/>
            </a:xfrm>
            <a:custGeom>
              <a:avLst/>
              <a:gdLst/>
              <a:ahLst/>
              <a:cxnLst/>
              <a:rect l="l" t="t" r="r" b="b"/>
              <a:pathLst>
                <a:path w="3888" h="3869" extrusionOk="0">
                  <a:moveTo>
                    <a:pt x="2920" y="967"/>
                  </a:moveTo>
                  <a:lnTo>
                    <a:pt x="2920" y="2901"/>
                  </a:lnTo>
                  <a:lnTo>
                    <a:pt x="986" y="2901"/>
                  </a:lnTo>
                  <a:lnTo>
                    <a:pt x="986" y="967"/>
                  </a:lnTo>
                  <a:close/>
                  <a:moveTo>
                    <a:pt x="493" y="0"/>
                  </a:moveTo>
                  <a:cubicBezTo>
                    <a:pt x="228" y="0"/>
                    <a:pt x="19" y="209"/>
                    <a:pt x="19" y="474"/>
                  </a:cubicBezTo>
                  <a:lnTo>
                    <a:pt x="19" y="3375"/>
                  </a:lnTo>
                  <a:cubicBezTo>
                    <a:pt x="0" y="3641"/>
                    <a:pt x="209" y="3868"/>
                    <a:pt x="493" y="3868"/>
                  </a:cubicBezTo>
                  <a:lnTo>
                    <a:pt x="3394" y="3868"/>
                  </a:lnTo>
                  <a:cubicBezTo>
                    <a:pt x="3660" y="3868"/>
                    <a:pt x="3887" y="3641"/>
                    <a:pt x="3868" y="3375"/>
                  </a:cubicBezTo>
                  <a:lnTo>
                    <a:pt x="3868" y="474"/>
                  </a:lnTo>
                  <a:cubicBezTo>
                    <a:pt x="3868" y="209"/>
                    <a:pt x="3660" y="0"/>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110"/>
            <p:cNvSpPr/>
            <p:nvPr/>
          </p:nvSpPr>
          <p:spPr>
            <a:xfrm>
              <a:off x="7572788" y="33937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110"/>
            <p:cNvSpPr/>
            <p:nvPr/>
          </p:nvSpPr>
          <p:spPr>
            <a:xfrm>
              <a:off x="7572788" y="3442125"/>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110"/>
            <p:cNvSpPr/>
            <p:nvPr/>
          </p:nvSpPr>
          <p:spPr>
            <a:xfrm>
              <a:off x="7572788" y="3563475"/>
              <a:ext cx="81100" cy="24675"/>
            </a:xfrm>
            <a:custGeom>
              <a:avLst/>
              <a:gdLst/>
              <a:ahLst/>
              <a:cxnLst/>
              <a:rect l="l" t="t" r="r" b="b"/>
              <a:pathLst>
                <a:path w="3244" h="987" extrusionOk="0">
                  <a:moveTo>
                    <a:pt x="645" y="0"/>
                  </a:moveTo>
                  <a:cubicBezTo>
                    <a:pt x="1" y="0"/>
                    <a:pt x="1" y="986"/>
                    <a:pt x="645" y="986"/>
                  </a:cubicBezTo>
                  <a:lnTo>
                    <a:pt x="2598" y="986"/>
                  </a:lnTo>
                  <a:cubicBezTo>
                    <a:pt x="3243" y="986"/>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110"/>
            <p:cNvSpPr/>
            <p:nvPr/>
          </p:nvSpPr>
          <p:spPr>
            <a:xfrm>
              <a:off x="7572788" y="3685300"/>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110"/>
            <p:cNvSpPr/>
            <p:nvPr/>
          </p:nvSpPr>
          <p:spPr>
            <a:xfrm>
              <a:off x="7572788" y="351512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110"/>
            <p:cNvSpPr/>
            <p:nvPr/>
          </p:nvSpPr>
          <p:spPr>
            <a:xfrm>
              <a:off x="7572788" y="36364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8" name="Google Shape;3278;p110"/>
          <p:cNvGrpSpPr/>
          <p:nvPr/>
        </p:nvGrpSpPr>
        <p:grpSpPr>
          <a:xfrm>
            <a:off x="1685090" y="3378283"/>
            <a:ext cx="365768" cy="365768"/>
            <a:chOff x="1562938" y="4248450"/>
            <a:chExt cx="475950" cy="475950"/>
          </a:xfrm>
        </p:grpSpPr>
        <p:sp>
          <p:nvSpPr>
            <p:cNvPr id="3279" name="Google Shape;3279;p110"/>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110"/>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110"/>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110"/>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110"/>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110"/>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110"/>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110"/>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110"/>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110"/>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110"/>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110"/>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110"/>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110"/>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110"/>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4" name="Google Shape;3294;p110"/>
          <p:cNvGrpSpPr/>
          <p:nvPr/>
        </p:nvGrpSpPr>
        <p:grpSpPr>
          <a:xfrm>
            <a:off x="2398842" y="3378291"/>
            <a:ext cx="365747" cy="365752"/>
            <a:chOff x="2036988" y="4249875"/>
            <a:chExt cx="525725" cy="524300"/>
          </a:xfrm>
        </p:grpSpPr>
        <p:sp>
          <p:nvSpPr>
            <p:cNvPr id="3295" name="Google Shape;3295;p110"/>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110"/>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110"/>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110"/>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110"/>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110"/>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110"/>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110"/>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110"/>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110"/>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110"/>
          <p:cNvGrpSpPr/>
          <p:nvPr/>
        </p:nvGrpSpPr>
        <p:grpSpPr>
          <a:xfrm>
            <a:off x="3127937" y="3378276"/>
            <a:ext cx="346837" cy="365781"/>
            <a:chOff x="2617188" y="4248250"/>
            <a:chExt cx="506775" cy="525925"/>
          </a:xfrm>
        </p:grpSpPr>
        <p:sp>
          <p:nvSpPr>
            <p:cNvPr id="3306" name="Google Shape;3306;p110"/>
            <p:cNvSpPr/>
            <p:nvPr/>
          </p:nvSpPr>
          <p:spPr>
            <a:xfrm>
              <a:off x="2634738" y="4258400"/>
              <a:ext cx="478325" cy="211925"/>
            </a:xfrm>
            <a:custGeom>
              <a:avLst/>
              <a:gdLst/>
              <a:ahLst/>
              <a:cxnLst/>
              <a:rect l="l" t="t" r="r" b="b"/>
              <a:pathLst>
                <a:path w="19133" h="8477" extrusionOk="0">
                  <a:moveTo>
                    <a:pt x="19133" y="1"/>
                  </a:moveTo>
                  <a:lnTo>
                    <a:pt x="1" y="5993"/>
                  </a:lnTo>
                  <a:lnTo>
                    <a:pt x="6580" y="8477"/>
                  </a:lnTo>
                  <a:lnTo>
                    <a:pt x="191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110"/>
            <p:cNvSpPr/>
            <p:nvPr/>
          </p:nvSpPr>
          <p:spPr>
            <a:xfrm>
              <a:off x="2778363" y="4490675"/>
              <a:ext cx="128975" cy="123275"/>
            </a:xfrm>
            <a:custGeom>
              <a:avLst/>
              <a:gdLst/>
              <a:ahLst/>
              <a:cxnLst/>
              <a:rect l="l" t="t" r="r" b="b"/>
              <a:pathLst>
                <a:path w="5159" h="4931" extrusionOk="0">
                  <a:moveTo>
                    <a:pt x="3281" y="1"/>
                  </a:moveTo>
                  <a:lnTo>
                    <a:pt x="1" y="4931"/>
                  </a:lnTo>
                  <a:lnTo>
                    <a:pt x="5158" y="2352"/>
                  </a:lnTo>
                  <a:lnTo>
                    <a:pt x="328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110"/>
            <p:cNvSpPr/>
            <p:nvPr/>
          </p:nvSpPr>
          <p:spPr>
            <a:xfrm>
              <a:off x="2860388" y="4258400"/>
              <a:ext cx="252675" cy="437575"/>
            </a:xfrm>
            <a:custGeom>
              <a:avLst/>
              <a:gdLst/>
              <a:ahLst/>
              <a:cxnLst/>
              <a:rect l="l" t="t" r="r" b="b"/>
              <a:pathLst>
                <a:path w="10107" h="17503" extrusionOk="0">
                  <a:moveTo>
                    <a:pt x="10107" y="1"/>
                  </a:moveTo>
                  <a:lnTo>
                    <a:pt x="0" y="9292"/>
                  </a:lnTo>
                  <a:lnTo>
                    <a:pt x="6580" y="17502"/>
                  </a:lnTo>
                  <a:lnTo>
                    <a:pt x="101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110"/>
            <p:cNvSpPr/>
            <p:nvPr/>
          </p:nvSpPr>
          <p:spPr>
            <a:xfrm>
              <a:off x="2778363" y="4258400"/>
              <a:ext cx="334700" cy="355550"/>
            </a:xfrm>
            <a:custGeom>
              <a:avLst/>
              <a:gdLst/>
              <a:ahLst/>
              <a:cxnLst/>
              <a:rect l="l" t="t" r="r" b="b"/>
              <a:pathLst>
                <a:path w="13388" h="14222" extrusionOk="0">
                  <a:moveTo>
                    <a:pt x="13388" y="1"/>
                  </a:moveTo>
                  <a:lnTo>
                    <a:pt x="816" y="8458"/>
                  </a:lnTo>
                  <a:lnTo>
                    <a:pt x="1" y="14222"/>
                  </a:lnTo>
                  <a:lnTo>
                    <a:pt x="3281" y="9292"/>
                  </a:lnTo>
                  <a:lnTo>
                    <a:pt x="133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110"/>
            <p:cNvSpPr/>
            <p:nvPr/>
          </p:nvSpPr>
          <p:spPr>
            <a:xfrm>
              <a:off x="3014438" y="4418600"/>
              <a:ext cx="24200" cy="20925"/>
            </a:xfrm>
            <a:custGeom>
              <a:avLst/>
              <a:gdLst/>
              <a:ahLst/>
              <a:cxnLst/>
              <a:rect l="l" t="t" r="r" b="b"/>
              <a:pathLst>
                <a:path w="968" h="837" extrusionOk="0">
                  <a:moveTo>
                    <a:pt x="414" y="0"/>
                  </a:moveTo>
                  <a:cubicBezTo>
                    <a:pt x="202" y="0"/>
                    <a:pt x="1" y="161"/>
                    <a:pt x="1" y="419"/>
                  </a:cubicBezTo>
                  <a:cubicBezTo>
                    <a:pt x="1" y="646"/>
                    <a:pt x="190" y="817"/>
                    <a:pt x="418" y="836"/>
                  </a:cubicBezTo>
                  <a:cubicBezTo>
                    <a:pt x="778" y="817"/>
                    <a:pt x="968" y="381"/>
                    <a:pt x="702" y="116"/>
                  </a:cubicBezTo>
                  <a:cubicBezTo>
                    <a:pt x="617" y="36"/>
                    <a:pt x="514" y="0"/>
                    <a:pt x="4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110"/>
            <p:cNvSpPr/>
            <p:nvPr/>
          </p:nvSpPr>
          <p:spPr>
            <a:xfrm>
              <a:off x="2621938" y="4248250"/>
              <a:ext cx="502025" cy="458025"/>
            </a:xfrm>
            <a:custGeom>
              <a:avLst/>
              <a:gdLst/>
              <a:ahLst/>
              <a:cxnLst/>
              <a:rect l="l" t="t" r="r" b="b"/>
              <a:pathLst>
                <a:path w="20081" h="18321" extrusionOk="0">
                  <a:moveTo>
                    <a:pt x="17085" y="1658"/>
                  </a:moveTo>
                  <a:lnTo>
                    <a:pt x="7016" y="8409"/>
                  </a:lnTo>
                  <a:lnTo>
                    <a:pt x="1764" y="6437"/>
                  </a:lnTo>
                  <a:lnTo>
                    <a:pt x="17085" y="1658"/>
                  </a:lnTo>
                  <a:close/>
                  <a:moveTo>
                    <a:pt x="15359" y="3801"/>
                  </a:moveTo>
                  <a:lnTo>
                    <a:pt x="9273" y="9395"/>
                  </a:lnTo>
                  <a:lnTo>
                    <a:pt x="9254" y="9395"/>
                  </a:lnTo>
                  <a:cubicBezTo>
                    <a:pt x="9235" y="9413"/>
                    <a:pt x="9235" y="9413"/>
                    <a:pt x="9235" y="9413"/>
                  </a:cubicBezTo>
                  <a:cubicBezTo>
                    <a:pt x="9235" y="9432"/>
                    <a:pt x="9235" y="9432"/>
                    <a:pt x="9235" y="9432"/>
                  </a:cubicBezTo>
                  <a:lnTo>
                    <a:pt x="9216" y="9451"/>
                  </a:lnTo>
                  <a:lnTo>
                    <a:pt x="6940" y="12883"/>
                  </a:lnTo>
                  <a:lnTo>
                    <a:pt x="7452" y="9110"/>
                  </a:lnTo>
                  <a:lnTo>
                    <a:pt x="15359" y="3801"/>
                  </a:lnTo>
                  <a:close/>
                  <a:moveTo>
                    <a:pt x="9576" y="10399"/>
                  </a:moveTo>
                  <a:lnTo>
                    <a:pt x="10790" y="11897"/>
                  </a:lnTo>
                  <a:lnTo>
                    <a:pt x="7452" y="13566"/>
                  </a:lnTo>
                  <a:lnTo>
                    <a:pt x="9576" y="10399"/>
                  </a:lnTo>
                  <a:close/>
                  <a:moveTo>
                    <a:pt x="19000" y="1563"/>
                  </a:moveTo>
                  <a:lnTo>
                    <a:pt x="15890" y="16960"/>
                  </a:lnTo>
                  <a:lnTo>
                    <a:pt x="10107" y="9736"/>
                  </a:lnTo>
                  <a:lnTo>
                    <a:pt x="19000" y="1563"/>
                  </a:lnTo>
                  <a:close/>
                  <a:moveTo>
                    <a:pt x="19648" y="1"/>
                  </a:moveTo>
                  <a:cubicBezTo>
                    <a:pt x="19602" y="1"/>
                    <a:pt x="19552" y="14"/>
                    <a:pt x="19512" y="28"/>
                  </a:cubicBezTo>
                  <a:lnTo>
                    <a:pt x="380" y="6019"/>
                  </a:lnTo>
                  <a:cubicBezTo>
                    <a:pt x="20" y="6133"/>
                    <a:pt x="1" y="6645"/>
                    <a:pt x="361" y="6797"/>
                  </a:cubicBezTo>
                  <a:lnTo>
                    <a:pt x="6618" y="9148"/>
                  </a:lnTo>
                  <a:lnTo>
                    <a:pt x="5841" y="14571"/>
                  </a:lnTo>
                  <a:cubicBezTo>
                    <a:pt x="5811" y="14826"/>
                    <a:pt x="6019" y="15034"/>
                    <a:pt x="6257" y="15034"/>
                  </a:cubicBezTo>
                  <a:cubicBezTo>
                    <a:pt x="6320" y="15034"/>
                    <a:pt x="6384" y="15020"/>
                    <a:pt x="6447" y="14988"/>
                  </a:cubicBezTo>
                  <a:lnTo>
                    <a:pt x="11302" y="12561"/>
                  </a:lnTo>
                  <a:lnTo>
                    <a:pt x="15796" y="18174"/>
                  </a:lnTo>
                  <a:cubicBezTo>
                    <a:pt x="15875" y="18274"/>
                    <a:pt x="15989" y="18320"/>
                    <a:pt x="16104" y="18320"/>
                  </a:cubicBezTo>
                  <a:cubicBezTo>
                    <a:pt x="16292" y="18320"/>
                    <a:pt x="16481" y="18196"/>
                    <a:pt x="16516" y="17984"/>
                  </a:cubicBezTo>
                  <a:lnTo>
                    <a:pt x="20043" y="502"/>
                  </a:lnTo>
                  <a:cubicBezTo>
                    <a:pt x="20081" y="369"/>
                    <a:pt x="20043" y="236"/>
                    <a:pt x="19967" y="141"/>
                  </a:cubicBezTo>
                  <a:cubicBezTo>
                    <a:pt x="19891" y="65"/>
                    <a:pt x="19796" y="9"/>
                    <a:pt x="19702" y="9"/>
                  </a:cubicBezTo>
                  <a:cubicBezTo>
                    <a:pt x="19685" y="3"/>
                    <a:pt x="19667" y="1"/>
                    <a:pt x="19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110"/>
            <p:cNvSpPr/>
            <p:nvPr/>
          </p:nvSpPr>
          <p:spPr>
            <a:xfrm>
              <a:off x="2986463" y="4459100"/>
              <a:ext cx="42325" cy="154425"/>
            </a:xfrm>
            <a:custGeom>
              <a:avLst/>
              <a:gdLst/>
              <a:ahLst/>
              <a:cxnLst/>
              <a:rect l="l" t="t" r="r" b="b"/>
              <a:pathLst>
                <a:path w="1693" h="6177" extrusionOk="0">
                  <a:moveTo>
                    <a:pt x="1231" y="0"/>
                  </a:moveTo>
                  <a:cubicBezTo>
                    <a:pt x="1048" y="0"/>
                    <a:pt x="869" y="110"/>
                    <a:pt x="835" y="354"/>
                  </a:cubicBezTo>
                  <a:lnTo>
                    <a:pt x="39" y="5701"/>
                  </a:lnTo>
                  <a:cubicBezTo>
                    <a:pt x="1" y="5928"/>
                    <a:pt x="153" y="6137"/>
                    <a:pt x="380" y="6175"/>
                  </a:cubicBezTo>
                  <a:lnTo>
                    <a:pt x="361" y="6175"/>
                  </a:lnTo>
                  <a:cubicBezTo>
                    <a:pt x="374" y="6176"/>
                    <a:pt x="387" y="6177"/>
                    <a:pt x="400" y="6177"/>
                  </a:cubicBezTo>
                  <a:cubicBezTo>
                    <a:pt x="614" y="6177"/>
                    <a:pt x="817" y="6029"/>
                    <a:pt x="835" y="5815"/>
                  </a:cubicBezTo>
                  <a:lnTo>
                    <a:pt x="1651" y="468"/>
                  </a:lnTo>
                  <a:cubicBezTo>
                    <a:pt x="1693" y="172"/>
                    <a:pt x="1459" y="0"/>
                    <a:pt x="12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110"/>
            <p:cNvSpPr/>
            <p:nvPr/>
          </p:nvSpPr>
          <p:spPr>
            <a:xfrm>
              <a:off x="2617188" y="4685625"/>
              <a:ext cx="90100" cy="88450"/>
            </a:xfrm>
            <a:custGeom>
              <a:avLst/>
              <a:gdLst/>
              <a:ahLst/>
              <a:cxnLst/>
              <a:rect l="l" t="t" r="r" b="b"/>
              <a:pathLst>
                <a:path w="3604" h="3538" extrusionOk="0">
                  <a:moveTo>
                    <a:pt x="3158" y="1"/>
                  </a:moveTo>
                  <a:cubicBezTo>
                    <a:pt x="3054" y="1"/>
                    <a:pt x="2949" y="43"/>
                    <a:pt x="2864" y="129"/>
                  </a:cubicBezTo>
                  <a:lnTo>
                    <a:pt x="153" y="2840"/>
                  </a:lnTo>
                  <a:cubicBezTo>
                    <a:pt x="1" y="2992"/>
                    <a:pt x="1" y="3257"/>
                    <a:pt x="153" y="3409"/>
                  </a:cubicBezTo>
                  <a:cubicBezTo>
                    <a:pt x="238" y="3494"/>
                    <a:pt x="342" y="3537"/>
                    <a:pt x="447" y="3537"/>
                  </a:cubicBezTo>
                  <a:cubicBezTo>
                    <a:pt x="551" y="3537"/>
                    <a:pt x="655" y="3494"/>
                    <a:pt x="740" y="3409"/>
                  </a:cubicBezTo>
                  <a:lnTo>
                    <a:pt x="3452" y="698"/>
                  </a:lnTo>
                  <a:cubicBezTo>
                    <a:pt x="3604" y="546"/>
                    <a:pt x="3604" y="280"/>
                    <a:pt x="3452" y="129"/>
                  </a:cubicBezTo>
                  <a:cubicBezTo>
                    <a:pt x="3367" y="43"/>
                    <a:pt x="3262" y="1"/>
                    <a:pt x="31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110"/>
            <p:cNvSpPr/>
            <p:nvPr/>
          </p:nvSpPr>
          <p:spPr>
            <a:xfrm>
              <a:off x="2716713" y="4685500"/>
              <a:ext cx="97275" cy="88675"/>
            </a:xfrm>
            <a:custGeom>
              <a:avLst/>
              <a:gdLst/>
              <a:ahLst/>
              <a:cxnLst/>
              <a:rect l="l" t="t" r="r" b="b"/>
              <a:pathLst>
                <a:path w="3891" h="3547" extrusionOk="0">
                  <a:moveTo>
                    <a:pt x="3304" y="1"/>
                  </a:moveTo>
                  <a:cubicBezTo>
                    <a:pt x="3207" y="1"/>
                    <a:pt x="3106" y="40"/>
                    <a:pt x="3017" y="134"/>
                  </a:cubicBezTo>
                  <a:lnTo>
                    <a:pt x="2998" y="134"/>
                  </a:lnTo>
                  <a:lnTo>
                    <a:pt x="305" y="2845"/>
                  </a:lnTo>
                  <a:cubicBezTo>
                    <a:pt x="1" y="3135"/>
                    <a:pt x="273" y="3547"/>
                    <a:pt x="587" y="3547"/>
                  </a:cubicBezTo>
                  <a:cubicBezTo>
                    <a:pt x="684" y="3547"/>
                    <a:pt x="785" y="3508"/>
                    <a:pt x="874" y="3414"/>
                  </a:cubicBezTo>
                  <a:lnTo>
                    <a:pt x="3586" y="703"/>
                  </a:lnTo>
                  <a:cubicBezTo>
                    <a:pt x="3890" y="413"/>
                    <a:pt x="3618" y="1"/>
                    <a:pt x="33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110"/>
            <p:cNvSpPr/>
            <p:nvPr/>
          </p:nvSpPr>
          <p:spPr>
            <a:xfrm>
              <a:off x="2617188" y="4582850"/>
              <a:ext cx="93600" cy="88475"/>
            </a:xfrm>
            <a:custGeom>
              <a:avLst/>
              <a:gdLst/>
              <a:ahLst/>
              <a:cxnLst/>
              <a:rect l="l" t="t" r="r" b="b"/>
              <a:pathLst>
                <a:path w="3744" h="3539" extrusionOk="0">
                  <a:moveTo>
                    <a:pt x="3154" y="0"/>
                  </a:moveTo>
                  <a:cubicBezTo>
                    <a:pt x="3058" y="0"/>
                    <a:pt x="2956" y="37"/>
                    <a:pt x="2864" y="125"/>
                  </a:cubicBezTo>
                  <a:lnTo>
                    <a:pt x="153" y="2837"/>
                  </a:lnTo>
                  <a:cubicBezTo>
                    <a:pt x="1" y="3007"/>
                    <a:pt x="1" y="3254"/>
                    <a:pt x="153" y="3424"/>
                  </a:cubicBezTo>
                  <a:cubicBezTo>
                    <a:pt x="238" y="3500"/>
                    <a:pt x="342" y="3538"/>
                    <a:pt x="447" y="3538"/>
                  </a:cubicBezTo>
                  <a:cubicBezTo>
                    <a:pt x="551" y="3538"/>
                    <a:pt x="655" y="3500"/>
                    <a:pt x="740" y="3424"/>
                  </a:cubicBezTo>
                  <a:lnTo>
                    <a:pt x="3452" y="713"/>
                  </a:lnTo>
                  <a:cubicBezTo>
                    <a:pt x="3743" y="407"/>
                    <a:pt x="3475" y="0"/>
                    <a:pt x="3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6" name="Google Shape;3316;p110"/>
          <p:cNvGrpSpPr/>
          <p:nvPr/>
        </p:nvGrpSpPr>
        <p:grpSpPr>
          <a:xfrm>
            <a:off x="3838140" y="3418052"/>
            <a:ext cx="365732" cy="286230"/>
            <a:chOff x="3340113" y="4284000"/>
            <a:chExt cx="627650" cy="489700"/>
          </a:xfrm>
        </p:grpSpPr>
        <p:sp>
          <p:nvSpPr>
            <p:cNvPr id="3317" name="Google Shape;3317;p110"/>
            <p:cNvSpPr/>
            <p:nvPr/>
          </p:nvSpPr>
          <p:spPr>
            <a:xfrm>
              <a:off x="3352438" y="4443275"/>
              <a:ext cx="603000" cy="269275"/>
            </a:xfrm>
            <a:custGeom>
              <a:avLst/>
              <a:gdLst/>
              <a:ahLst/>
              <a:cxnLst/>
              <a:rect l="l" t="t" r="r" b="b"/>
              <a:pathLst>
                <a:path w="24120" h="10771" extrusionOk="0">
                  <a:moveTo>
                    <a:pt x="0" y="1"/>
                  </a:moveTo>
                  <a:lnTo>
                    <a:pt x="0" y="10771"/>
                  </a:lnTo>
                  <a:lnTo>
                    <a:pt x="24119" y="10771"/>
                  </a:lnTo>
                  <a:lnTo>
                    <a:pt x="2411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110"/>
            <p:cNvSpPr/>
            <p:nvPr/>
          </p:nvSpPr>
          <p:spPr>
            <a:xfrm>
              <a:off x="3352438" y="4295850"/>
              <a:ext cx="603000" cy="147450"/>
            </a:xfrm>
            <a:custGeom>
              <a:avLst/>
              <a:gdLst/>
              <a:ahLst/>
              <a:cxnLst/>
              <a:rect l="l" t="t" r="r" b="b"/>
              <a:pathLst>
                <a:path w="24120" h="5898" extrusionOk="0">
                  <a:moveTo>
                    <a:pt x="2939" y="1"/>
                  </a:moveTo>
                  <a:cubicBezTo>
                    <a:pt x="2408" y="1"/>
                    <a:pt x="1953" y="437"/>
                    <a:pt x="1972" y="987"/>
                  </a:cubicBezTo>
                  <a:lnTo>
                    <a:pt x="1972" y="1973"/>
                  </a:lnTo>
                  <a:lnTo>
                    <a:pt x="986" y="1973"/>
                  </a:lnTo>
                  <a:cubicBezTo>
                    <a:pt x="436" y="1973"/>
                    <a:pt x="0" y="2409"/>
                    <a:pt x="0" y="2959"/>
                  </a:cubicBezTo>
                  <a:lnTo>
                    <a:pt x="0" y="5898"/>
                  </a:lnTo>
                  <a:lnTo>
                    <a:pt x="24119" y="5898"/>
                  </a:lnTo>
                  <a:lnTo>
                    <a:pt x="24119" y="2959"/>
                  </a:lnTo>
                  <a:cubicBezTo>
                    <a:pt x="24119" y="2409"/>
                    <a:pt x="23683" y="1973"/>
                    <a:pt x="23133" y="1973"/>
                  </a:cubicBezTo>
                  <a:lnTo>
                    <a:pt x="22166" y="1973"/>
                  </a:lnTo>
                  <a:lnTo>
                    <a:pt x="22166" y="987"/>
                  </a:lnTo>
                  <a:cubicBezTo>
                    <a:pt x="22166" y="437"/>
                    <a:pt x="21730" y="1"/>
                    <a:pt x="21180" y="1"/>
                  </a:cubicBezTo>
                  <a:lnTo>
                    <a:pt x="20194" y="1"/>
                  </a:lnTo>
                  <a:cubicBezTo>
                    <a:pt x="19663" y="1"/>
                    <a:pt x="19227" y="437"/>
                    <a:pt x="19227" y="987"/>
                  </a:cubicBezTo>
                  <a:lnTo>
                    <a:pt x="19227" y="1973"/>
                  </a:lnTo>
                  <a:lnTo>
                    <a:pt x="6864" y="1973"/>
                  </a:lnTo>
                  <a:lnTo>
                    <a:pt x="6864" y="987"/>
                  </a:lnTo>
                  <a:cubicBezTo>
                    <a:pt x="6864" y="437"/>
                    <a:pt x="6428" y="1"/>
                    <a:pt x="58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110"/>
            <p:cNvSpPr/>
            <p:nvPr/>
          </p:nvSpPr>
          <p:spPr>
            <a:xfrm>
              <a:off x="3426063" y="4418625"/>
              <a:ext cx="57225" cy="49125"/>
            </a:xfrm>
            <a:custGeom>
              <a:avLst/>
              <a:gdLst/>
              <a:ahLst/>
              <a:cxnLst/>
              <a:rect l="l" t="t" r="r" b="b"/>
              <a:pathLst>
                <a:path w="2289" h="1965" extrusionOk="0">
                  <a:moveTo>
                    <a:pt x="980" y="1"/>
                  </a:moveTo>
                  <a:cubicBezTo>
                    <a:pt x="449" y="1"/>
                    <a:pt x="13" y="437"/>
                    <a:pt x="13" y="987"/>
                  </a:cubicBezTo>
                  <a:cubicBezTo>
                    <a:pt x="0" y="1575"/>
                    <a:pt x="479" y="1964"/>
                    <a:pt x="984" y="1964"/>
                  </a:cubicBezTo>
                  <a:cubicBezTo>
                    <a:pt x="1228" y="1964"/>
                    <a:pt x="1478" y="1873"/>
                    <a:pt x="1682" y="1669"/>
                  </a:cubicBezTo>
                  <a:cubicBezTo>
                    <a:pt x="2289" y="1063"/>
                    <a:pt x="1853"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110"/>
            <p:cNvSpPr/>
            <p:nvPr/>
          </p:nvSpPr>
          <p:spPr>
            <a:xfrm>
              <a:off x="3556263" y="4467450"/>
              <a:ext cx="229000" cy="196225"/>
            </a:xfrm>
            <a:custGeom>
              <a:avLst/>
              <a:gdLst/>
              <a:ahLst/>
              <a:cxnLst/>
              <a:rect l="l" t="t" r="r" b="b"/>
              <a:pathLst>
                <a:path w="9160" h="7849" extrusionOk="0">
                  <a:moveTo>
                    <a:pt x="3907" y="1"/>
                  </a:moveTo>
                  <a:cubicBezTo>
                    <a:pt x="1745" y="1"/>
                    <a:pt x="1" y="1764"/>
                    <a:pt x="1" y="3926"/>
                  </a:cubicBezTo>
                  <a:cubicBezTo>
                    <a:pt x="1" y="6286"/>
                    <a:pt x="1928" y="7848"/>
                    <a:pt x="3938" y="7848"/>
                  </a:cubicBezTo>
                  <a:cubicBezTo>
                    <a:pt x="4898" y="7848"/>
                    <a:pt x="5878" y="7491"/>
                    <a:pt x="6675" y="6694"/>
                  </a:cubicBezTo>
                  <a:cubicBezTo>
                    <a:pt x="9159" y="4229"/>
                    <a:pt x="7396" y="1"/>
                    <a:pt x="3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110"/>
            <p:cNvSpPr/>
            <p:nvPr/>
          </p:nvSpPr>
          <p:spPr>
            <a:xfrm>
              <a:off x="3457188" y="4418625"/>
              <a:ext cx="343700" cy="294275"/>
            </a:xfrm>
            <a:custGeom>
              <a:avLst/>
              <a:gdLst/>
              <a:ahLst/>
              <a:cxnLst/>
              <a:rect l="l" t="t" r="r" b="b"/>
              <a:pathLst>
                <a:path w="13748" h="11771" extrusionOk="0">
                  <a:moveTo>
                    <a:pt x="7844" y="1956"/>
                  </a:moveTo>
                  <a:cubicBezTo>
                    <a:pt x="9859" y="1956"/>
                    <a:pt x="11795" y="3518"/>
                    <a:pt x="11795" y="5879"/>
                  </a:cubicBezTo>
                  <a:cubicBezTo>
                    <a:pt x="11795" y="8040"/>
                    <a:pt x="10031" y="9804"/>
                    <a:pt x="7870" y="9804"/>
                  </a:cubicBezTo>
                  <a:cubicBezTo>
                    <a:pt x="4381" y="9804"/>
                    <a:pt x="2636" y="5575"/>
                    <a:pt x="5101" y="3110"/>
                  </a:cubicBezTo>
                  <a:cubicBezTo>
                    <a:pt x="5899" y="2313"/>
                    <a:pt x="6880" y="1956"/>
                    <a:pt x="7844" y="1956"/>
                  </a:cubicBezTo>
                  <a:close/>
                  <a:moveTo>
                    <a:pt x="7870" y="1"/>
                  </a:moveTo>
                  <a:cubicBezTo>
                    <a:pt x="2636" y="1"/>
                    <a:pt x="1" y="6334"/>
                    <a:pt x="3717" y="10031"/>
                  </a:cubicBezTo>
                  <a:cubicBezTo>
                    <a:pt x="4913" y="11233"/>
                    <a:pt x="6385" y="11771"/>
                    <a:pt x="7829" y="11771"/>
                  </a:cubicBezTo>
                  <a:cubicBezTo>
                    <a:pt x="10849" y="11771"/>
                    <a:pt x="13748" y="9419"/>
                    <a:pt x="13748" y="5879"/>
                  </a:cubicBezTo>
                  <a:cubicBezTo>
                    <a:pt x="13748" y="2636"/>
                    <a:pt x="11112" y="1"/>
                    <a:pt x="78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110"/>
            <p:cNvSpPr/>
            <p:nvPr/>
          </p:nvSpPr>
          <p:spPr>
            <a:xfrm>
              <a:off x="3352438" y="4712525"/>
              <a:ext cx="603000" cy="49325"/>
            </a:xfrm>
            <a:custGeom>
              <a:avLst/>
              <a:gdLst/>
              <a:ahLst/>
              <a:cxnLst/>
              <a:rect l="l" t="t" r="r" b="b"/>
              <a:pathLst>
                <a:path w="24120" h="1973" extrusionOk="0">
                  <a:moveTo>
                    <a:pt x="0" y="1"/>
                  </a:moveTo>
                  <a:lnTo>
                    <a:pt x="0" y="987"/>
                  </a:lnTo>
                  <a:cubicBezTo>
                    <a:pt x="0" y="1518"/>
                    <a:pt x="436" y="1973"/>
                    <a:pt x="986" y="1973"/>
                  </a:cubicBezTo>
                  <a:lnTo>
                    <a:pt x="23133" y="1973"/>
                  </a:lnTo>
                  <a:cubicBezTo>
                    <a:pt x="23683" y="1973"/>
                    <a:pt x="24119" y="1518"/>
                    <a:pt x="24119" y="987"/>
                  </a:cubicBezTo>
                  <a:lnTo>
                    <a:pt x="2411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110"/>
            <p:cNvSpPr/>
            <p:nvPr/>
          </p:nvSpPr>
          <p:spPr>
            <a:xfrm>
              <a:off x="3767688" y="4381900"/>
              <a:ext cx="32725" cy="24425"/>
            </a:xfrm>
            <a:custGeom>
              <a:avLst/>
              <a:gdLst/>
              <a:ahLst/>
              <a:cxnLst/>
              <a:rect l="l" t="t" r="r" b="b"/>
              <a:pathLst>
                <a:path w="1309" h="977" extrusionOk="0">
                  <a:moveTo>
                    <a:pt x="648" y="0"/>
                  </a:moveTo>
                  <a:cubicBezTo>
                    <a:pt x="522" y="0"/>
                    <a:pt x="399" y="48"/>
                    <a:pt x="304" y="142"/>
                  </a:cubicBezTo>
                  <a:cubicBezTo>
                    <a:pt x="1" y="446"/>
                    <a:pt x="209" y="977"/>
                    <a:pt x="645" y="977"/>
                  </a:cubicBezTo>
                  <a:cubicBezTo>
                    <a:pt x="1081" y="977"/>
                    <a:pt x="1309" y="446"/>
                    <a:pt x="1006" y="142"/>
                  </a:cubicBezTo>
                  <a:cubicBezTo>
                    <a:pt x="901" y="48"/>
                    <a:pt x="773" y="0"/>
                    <a:pt x="6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110"/>
            <p:cNvSpPr/>
            <p:nvPr/>
          </p:nvSpPr>
          <p:spPr>
            <a:xfrm>
              <a:off x="3340113" y="4284000"/>
              <a:ext cx="627650" cy="489700"/>
            </a:xfrm>
            <a:custGeom>
              <a:avLst/>
              <a:gdLst/>
              <a:ahLst/>
              <a:cxnLst/>
              <a:rect l="l" t="t" r="r" b="b"/>
              <a:pathLst>
                <a:path w="25106" h="19588" extrusionOk="0">
                  <a:moveTo>
                    <a:pt x="6371" y="968"/>
                  </a:moveTo>
                  <a:cubicBezTo>
                    <a:pt x="6656" y="968"/>
                    <a:pt x="6883" y="1195"/>
                    <a:pt x="6883" y="1461"/>
                  </a:cubicBezTo>
                  <a:lnTo>
                    <a:pt x="6883" y="1954"/>
                  </a:lnTo>
                  <a:lnTo>
                    <a:pt x="2958" y="1954"/>
                  </a:lnTo>
                  <a:lnTo>
                    <a:pt x="2958" y="1461"/>
                  </a:lnTo>
                  <a:cubicBezTo>
                    <a:pt x="2958" y="1195"/>
                    <a:pt x="3167" y="968"/>
                    <a:pt x="3432" y="968"/>
                  </a:cubicBezTo>
                  <a:close/>
                  <a:moveTo>
                    <a:pt x="21673" y="968"/>
                  </a:moveTo>
                  <a:cubicBezTo>
                    <a:pt x="21939" y="968"/>
                    <a:pt x="22166" y="1195"/>
                    <a:pt x="22166" y="1461"/>
                  </a:cubicBezTo>
                  <a:lnTo>
                    <a:pt x="22166" y="1954"/>
                  </a:lnTo>
                  <a:lnTo>
                    <a:pt x="20213" y="1954"/>
                  </a:lnTo>
                  <a:lnTo>
                    <a:pt x="20213" y="1461"/>
                  </a:lnTo>
                  <a:cubicBezTo>
                    <a:pt x="20194" y="1195"/>
                    <a:pt x="20422" y="968"/>
                    <a:pt x="20687" y="968"/>
                  </a:cubicBezTo>
                  <a:close/>
                  <a:moveTo>
                    <a:pt x="23626" y="2940"/>
                  </a:moveTo>
                  <a:cubicBezTo>
                    <a:pt x="23911" y="2940"/>
                    <a:pt x="24119" y="3148"/>
                    <a:pt x="24119" y="3433"/>
                  </a:cubicBezTo>
                  <a:lnTo>
                    <a:pt x="24119" y="5879"/>
                  </a:lnTo>
                  <a:lnTo>
                    <a:pt x="15947" y="5879"/>
                  </a:lnTo>
                  <a:cubicBezTo>
                    <a:pt x="14914" y="5225"/>
                    <a:pt x="13738" y="4897"/>
                    <a:pt x="12560" y="4897"/>
                  </a:cubicBezTo>
                  <a:cubicBezTo>
                    <a:pt x="11382" y="4897"/>
                    <a:pt x="10202" y="5225"/>
                    <a:pt x="9159" y="5879"/>
                  </a:cubicBezTo>
                  <a:lnTo>
                    <a:pt x="5802" y="5879"/>
                  </a:lnTo>
                  <a:cubicBezTo>
                    <a:pt x="5575" y="5225"/>
                    <a:pt x="4997" y="4897"/>
                    <a:pt x="4418" y="4897"/>
                  </a:cubicBezTo>
                  <a:cubicBezTo>
                    <a:pt x="3840" y="4897"/>
                    <a:pt x="3262" y="5225"/>
                    <a:pt x="3034" y="5879"/>
                  </a:cubicBezTo>
                  <a:lnTo>
                    <a:pt x="986" y="5879"/>
                  </a:lnTo>
                  <a:lnTo>
                    <a:pt x="986" y="3433"/>
                  </a:lnTo>
                  <a:cubicBezTo>
                    <a:pt x="986" y="3148"/>
                    <a:pt x="1214" y="2940"/>
                    <a:pt x="1479" y="2940"/>
                  </a:cubicBezTo>
                  <a:close/>
                  <a:moveTo>
                    <a:pt x="4417" y="5887"/>
                  </a:moveTo>
                  <a:cubicBezTo>
                    <a:pt x="4538" y="5887"/>
                    <a:pt x="4661" y="5932"/>
                    <a:pt x="4760" y="6030"/>
                  </a:cubicBezTo>
                  <a:cubicBezTo>
                    <a:pt x="5082" y="6334"/>
                    <a:pt x="4854" y="6865"/>
                    <a:pt x="4418" y="6865"/>
                  </a:cubicBezTo>
                  <a:cubicBezTo>
                    <a:pt x="4153" y="6865"/>
                    <a:pt x="3925" y="6637"/>
                    <a:pt x="3925" y="6372"/>
                  </a:cubicBezTo>
                  <a:cubicBezTo>
                    <a:pt x="3925" y="6078"/>
                    <a:pt x="4167" y="5887"/>
                    <a:pt x="4417" y="5887"/>
                  </a:cubicBezTo>
                  <a:close/>
                  <a:moveTo>
                    <a:pt x="7964" y="6865"/>
                  </a:moveTo>
                  <a:cubicBezTo>
                    <a:pt x="5158" y="9785"/>
                    <a:pt x="5746" y="14525"/>
                    <a:pt x="9159" y="16668"/>
                  </a:cubicBezTo>
                  <a:lnTo>
                    <a:pt x="986" y="16668"/>
                  </a:lnTo>
                  <a:lnTo>
                    <a:pt x="986" y="6865"/>
                  </a:lnTo>
                  <a:lnTo>
                    <a:pt x="3034" y="6865"/>
                  </a:lnTo>
                  <a:cubicBezTo>
                    <a:pt x="3262" y="7519"/>
                    <a:pt x="3840" y="7846"/>
                    <a:pt x="4418" y="7846"/>
                  </a:cubicBezTo>
                  <a:cubicBezTo>
                    <a:pt x="4997" y="7846"/>
                    <a:pt x="5575" y="7519"/>
                    <a:pt x="5802" y="6865"/>
                  </a:cubicBezTo>
                  <a:close/>
                  <a:moveTo>
                    <a:pt x="24119" y="6865"/>
                  </a:moveTo>
                  <a:lnTo>
                    <a:pt x="24119" y="16668"/>
                  </a:lnTo>
                  <a:lnTo>
                    <a:pt x="15947" y="16668"/>
                  </a:lnTo>
                  <a:cubicBezTo>
                    <a:pt x="19360" y="14525"/>
                    <a:pt x="19948" y="9766"/>
                    <a:pt x="17160" y="6865"/>
                  </a:cubicBezTo>
                  <a:close/>
                  <a:moveTo>
                    <a:pt x="12553" y="5879"/>
                  </a:moveTo>
                  <a:cubicBezTo>
                    <a:pt x="17369" y="5879"/>
                    <a:pt x="19758" y="11700"/>
                    <a:pt x="16364" y="15094"/>
                  </a:cubicBezTo>
                  <a:cubicBezTo>
                    <a:pt x="15267" y="16191"/>
                    <a:pt x="13918" y="16682"/>
                    <a:pt x="12596" y="16682"/>
                  </a:cubicBezTo>
                  <a:cubicBezTo>
                    <a:pt x="9825" y="16682"/>
                    <a:pt x="7168" y="14529"/>
                    <a:pt x="7168" y="11283"/>
                  </a:cubicBezTo>
                  <a:cubicBezTo>
                    <a:pt x="7168" y="8306"/>
                    <a:pt x="9576" y="5879"/>
                    <a:pt x="12553" y="5879"/>
                  </a:cubicBezTo>
                  <a:close/>
                  <a:moveTo>
                    <a:pt x="24119" y="17654"/>
                  </a:moveTo>
                  <a:lnTo>
                    <a:pt x="24119" y="18128"/>
                  </a:lnTo>
                  <a:cubicBezTo>
                    <a:pt x="24119" y="18412"/>
                    <a:pt x="23911" y="18621"/>
                    <a:pt x="23626" y="18621"/>
                  </a:cubicBezTo>
                  <a:lnTo>
                    <a:pt x="1479" y="18621"/>
                  </a:lnTo>
                  <a:cubicBezTo>
                    <a:pt x="1214" y="18621"/>
                    <a:pt x="986" y="18412"/>
                    <a:pt x="986" y="18128"/>
                  </a:cubicBezTo>
                  <a:lnTo>
                    <a:pt x="986" y="17654"/>
                  </a:lnTo>
                  <a:close/>
                  <a:moveTo>
                    <a:pt x="3398" y="0"/>
                  </a:moveTo>
                  <a:cubicBezTo>
                    <a:pt x="2599" y="0"/>
                    <a:pt x="1972" y="657"/>
                    <a:pt x="1972" y="1461"/>
                  </a:cubicBezTo>
                  <a:lnTo>
                    <a:pt x="1972" y="1954"/>
                  </a:lnTo>
                  <a:lnTo>
                    <a:pt x="1479" y="1954"/>
                  </a:lnTo>
                  <a:cubicBezTo>
                    <a:pt x="664" y="1954"/>
                    <a:pt x="0" y="2617"/>
                    <a:pt x="19" y="3433"/>
                  </a:cubicBezTo>
                  <a:lnTo>
                    <a:pt x="19" y="18128"/>
                  </a:lnTo>
                  <a:cubicBezTo>
                    <a:pt x="0" y="18924"/>
                    <a:pt x="664" y="19588"/>
                    <a:pt x="1479" y="19588"/>
                  </a:cubicBezTo>
                  <a:lnTo>
                    <a:pt x="23626" y="19588"/>
                  </a:lnTo>
                  <a:cubicBezTo>
                    <a:pt x="24442" y="19588"/>
                    <a:pt x="25105" y="18924"/>
                    <a:pt x="25105" y="18128"/>
                  </a:cubicBezTo>
                  <a:lnTo>
                    <a:pt x="25105" y="3433"/>
                  </a:lnTo>
                  <a:cubicBezTo>
                    <a:pt x="25105" y="2617"/>
                    <a:pt x="24442" y="1954"/>
                    <a:pt x="23626" y="1954"/>
                  </a:cubicBezTo>
                  <a:lnTo>
                    <a:pt x="23152" y="1954"/>
                  </a:lnTo>
                  <a:lnTo>
                    <a:pt x="23152" y="1461"/>
                  </a:lnTo>
                  <a:cubicBezTo>
                    <a:pt x="23133" y="645"/>
                    <a:pt x="22489" y="1"/>
                    <a:pt x="21673" y="1"/>
                  </a:cubicBezTo>
                  <a:lnTo>
                    <a:pt x="20687" y="1"/>
                  </a:lnTo>
                  <a:cubicBezTo>
                    <a:pt x="20676" y="0"/>
                    <a:pt x="20665" y="0"/>
                    <a:pt x="20654" y="0"/>
                  </a:cubicBezTo>
                  <a:cubicBezTo>
                    <a:pt x="19872" y="0"/>
                    <a:pt x="19227" y="657"/>
                    <a:pt x="19227" y="1461"/>
                  </a:cubicBezTo>
                  <a:lnTo>
                    <a:pt x="19227" y="1954"/>
                  </a:lnTo>
                  <a:lnTo>
                    <a:pt x="7850" y="1954"/>
                  </a:lnTo>
                  <a:lnTo>
                    <a:pt x="7850" y="1461"/>
                  </a:lnTo>
                  <a:cubicBezTo>
                    <a:pt x="7850" y="657"/>
                    <a:pt x="7205" y="0"/>
                    <a:pt x="6405" y="0"/>
                  </a:cubicBezTo>
                  <a:cubicBezTo>
                    <a:pt x="6394" y="0"/>
                    <a:pt x="6383" y="0"/>
                    <a:pt x="6371" y="1"/>
                  </a:cubicBezTo>
                  <a:lnTo>
                    <a:pt x="3432" y="1"/>
                  </a:lnTo>
                  <a:cubicBezTo>
                    <a:pt x="3421" y="0"/>
                    <a:pt x="3410" y="0"/>
                    <a:pt x="3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110"/>
            <p:cNvSpPr/>
            <p:nvPr/>
          </p:nvSpPr>
          <p:spPr>
            <a:xfrm>
              <a:off x="3543938" y="4455200"/>
              <a:ext cx="257425" cy="220850"/>
            </a:xfrm>
            <a:custGeom>
              <a:avLst/>
              <a:gdLst/>
              <a:ahLst/>
              <a:cxnLst/>
              <a:rect l="l" t="t" r="r" b="b"/>
              <a:pathLst>
                <a:path w="10297" h="8834" extrusionOk="0">
                  <a:moveTo>
                    <a:pt x="4400" y="984"/>
                  </a:moveTo>
                  <a:cubicBezTo>
                    <a:pt x="7472" y="984"/>
                    <a:pt x="8988" y="4681"/>
                    <a:pt x="6827" y="6843"/>
                  </a:cubicBezTo>
                  <a:cubicBezTo>
                    <a:pt x="6128" y="7541"/>
                    <a:pt x="5270" y="7854"/>
                    <a:pt x="4427" y="7854"/>
                  </a:cubicBezTo>
                  <a:cubicBezTo>
                    <a:pt x="2662" y="7854"/>
                    <a:pt x="968" y="6482"/>
                    <a:pt x="968" y="4416"/>
                  </a:cubicBezTo>
                  <a:cubicBezTo>
                    <a:pt x="968" y="2520"/>
                    <a:pt x="2504" y="984"/>
                    <a:pt x="4400" y="984"/>
                  </a:cubicBezTo>
                  <a:close/>
                  <a:moveTo>
                    <a:pt x="4435" y="0"/>
                  </a:moveTo>
                  <a:cubicBezTo>
                    <a:pt x="2169" y="0"/>
                    <a:pt x="1" y="1761"/>
                    <a:pt x="1" y="4416"/>
                  </a:cubicBezTo>
                  <a:cubicBezTo>
                    <a:pt x="1" y="6843"/>
                    <a:pt x="1973" y="8815"/>
                    <a:pt x="4400" y="8834"/>
                  </a:cubicBezTo>
                  <a:cubicBezTo>
                    <a:pt x="8344" y="8834"/>
                    <a:pt x="10297" y="4074"/>
                    <a:pt x="7528" y="1306"/>
                  </a:cubicBezTo>
                  <a:cubicBezTo>
                    <a:pt x="6626" y="404"/>
                    <a:pt x="5519" y="0"/>
                    <a:pt x="44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110"/>
            <p:cNvSpPr/>
            <p:nvPr/>
          </p:nvSpPr>
          <p:spPr>
            <a:xfrm>
              <a:off x="3637813" y="4504425"/>
              <a:ext cx="77750" cy="73275"/>
            </a:xfrm>
            <a:custGeom>
              <a:avLst/>
              <a:gdLst/>
              <a:ahLst/>
              <a:cxnLst/>
              <a:rect l="l" t="t" r="r" b="b"/>
              <a:pathLst>
                <a:path w="3110" h="2931" extrusionOk="0">
                  <a:moveTo>
                    <a:pt x="645" y="1"/>
                  </a:moveTo>
                  <a:cubicBezTo>
                    <a:pt x="0" y="1"/>
                    <a:pt x="0" y="968"/>
                    <a:pt x="645" y="987"/>
                  </a:cubicBezTo>
                  <a:cubicBezTo>
                    <a:pt x="1460" y="987"/>
                    <a:pt x="2124" y="1631"/>
                    <a:pt x="2124" y="2447"/>
                  </a:cubicBezTo>
                  <a:cubicBezTo>
                    <a:pt x="2124" y="2769"/>
                    <a:pt x="2370" y="2930"/>
                    <a:pt x="2617" y="2930"/>
                  </a:cubicBezTo>
                  <a:cubicBezTo>
                    <a:pt x="2863" y="2930"/>
                    <a:pt x="3110" y="2769"/>
                    <a:pt x="3110" y="2447"/>
                  </a:cubicBezTo>
                  <a:cubicBezTo>
                    <a:pt x="3091" y="1101"/>
                    <a:pt x="2010" y="1"/>
                    <a:pt x="6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110"/>
            <p:cNvSpPr/>
            <p:nvPr/>
          </p:nvSpPr>
          <p:spPr>
            <a:xfrm>
              <a:off x="3816513" y="4381650"/>
              <a:ext cx="81550" cy="24675"/>
            </a:xfrm>
            <a:custGeom>
              <a:avLst/>
              <a:gdLst/>
              <a:ahLst/>
              <a:cxnLst/>
              <a:rect l="l" t="t" r="r" b="b"/>
              <a:pathLst>
                <a:path w="3262" h="987" extrusionOk="0">
                  <a:moveTo>
                    <a:pt x="664" y="1"/>
                  </a:moveTo>
                  <a:cubicBezTo>
                    <a:pt x="1" y="1"/>
                    <a:pt x="1" y="987"/>
                    <a:pt x="664" y="987"/>
                  </a:cubicBezTo>
                  <a:lnTo>
                    <a:pt x="2617" y="987"/>
                  </a:lnTo>
                  <a:cubicBezTo>
                    <a:pt x="3262" y="987"/>
                    <a:pt x="3262" y="1"/>
                    <a:pt x="26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8" name="Google Shape;3328;p110"/>
          <p:cNvGrpSpPr/>
          <p:nvPr/>
        </p:nvGrpSpPr>
        <p:grpSpPr>
          <a:xfrm>
            <a:off x="4578976" y="3378282"/>
            <a:ext cx="311560" cy="365769"/>
            <a:chOff x="4093838" y="4284000"/>
            <a:chExt cx="421425" cy="490175"/>
          </a:xfrm>
        </p:grpSpPr>
        <p:sp>
          <p:nvSpPr>
            <p:cNvPr id="3329" name="Google Shape;3329;p110"/>
            <p:cNvSpPr/>
            <p:nvPr/>
          </p:nvSpPr>
          <p:spPr>
            <a:xfrm>
              <a:off x="4141713" y="4293475"/>
              <a:ext cx="325675" cy="126600"/>
            </a:xfrm>
            <a:custGeom>
              <a:avLst/>
              <a:gdLst/>
              <a:ahLst/>
              <a:cxnLst/>
              <a:rect l="l" t="t" r="r" b="b"/>
              <a:pathLst>
                <a:path w="13027" h="5064" extrusionOk="0">
                  <a:moveTo>
                    <a:pt x="759" y="1"/>
                  </a:moveTo>
                  <a:cubicBezTo>
                    <a:pt x="342" y="1"/>
                    <a:pt x="0" y="342"/>
                    <a:pt x="0" y="759"/>
                  </a:cubicBezTo>
                  <a:lnTo>
                    <a:pt x="0" y="4286"/>
                  </a:lnTo>
                  <a:cubicBezTo>
                    <a:pt x="0" y="4703"/>
                    <a:pt x="342" y="5064"/>
                    <a:pt x="759" y="5064"/>
                  </a:cubicBezTo>
                  <a:lnTo>
                    <a:pt x="12268" y="5064"/>
                  </a:lnTo>
                  <a:cubicBezTo>
                    <a:pt x="12685" y="5064"/>
                    <a:pt x="13027" y="4703"/>
                    <a:pt x="13027" y="4286"/>
                  </a:cubicBezTo>
                  <a:lnTo>
                    <a:pt x="13027" y="759"/>
                  </a:lnTo>
                  <a:cubicBezTo>
                    <a:pt x="13027" y="342"/>
                    <a:pt x="12685" y="1"/>
                    <a:pt x="122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110"/>
            <p:cNvSpPr/>
            <p:nvPr/>
          </p:nvSpPr>
          <p:spPr>
            <a:xfrm>
              <a:off x="4199063" y="4293475"/>
              <a:ext cx="210975" cy="77650"/>
            </a:xfrm>
            <a:custGeom>
              <a:avLst/>
              <a:gdLst/>
              <a:ahLst/>
              <a:cxnLst/>
              <a:rect l="l" t="t" r="r" b="b"/>
              <a:pathLst>
                <a:path w="8439" h="3106" extrusionOk="0">
                  <a:moveTo>
                    <a:pt x="1" y="1"/>
                  </a:moveTo>
                  <a:lnTo>
                    <a:pt x="1" y="778"/>
                  </a:lnTo>
                  <a:cubicBezTo>
                    <a:pt x="1" y="1195"/>
                    <a:pt x="342" y="1537"/>
                    <a:pt x="759" y="1537"/>
                  </a:cubicBezTo>
                  <a:cubicBezTo>
                    <a:pt x="1176" y="1537"/>
                    <a:pt x="1517" y="1878"/>
                    <a:pt x="1517" y="2295"/>
                  </a:cubicBezTo>
                  <a:cubicBezTo>
                    <a:pt x="1517" y="2807"/>
                    <a:pt x="1901" y="3063"/>
                    <a:pt x="2285" y="3063"/>
                  </a:cubicBezTo>
                  <a:cubicBezTo>
                    <a:pt x="2669" y="3063"/>
                    <a:pt x="3053" y="2807"/>
                    <a:pt x="3053" y="2295"/>
                  </a:cubicBezTo>
                  <a:cubicBezTo>
                    <a:pt x="3082" y="1812"/>
                    <a:pt x="3452" y="1570"/>
                    <a:pt x="3821" y="1570"/>
                  </a:cubicBezTo>
                  <a:cubicBezTo>
                    <a:pt x="4191" y="1570"/>
                    <a:pt x="4561" y="1812"/>
                    <a:pt x="4589" y="2295"/>
                  </a:cubicBezTo>
                  <a:cubicBezTo>
                    <a:pt x="4561" y="2836"/>
                    <a:pt x="4959" y="3106"/>
                    <a:pt x="5357" y="3106"/>
                  </a:cubicBezTo>
                  <a:cubicBezTo>
                    <a:pt x="5755" y="3106"/>
                    <a:pt x="6154" y="2836"/>
                    <a:pt x="6125" y="2295"/>
                  </a:cubicBezTo>
                  <a:cubicBezTo>
                    <a:pt x="6125" y="1878"/>
                    <a:pt x="6466" y="1537"/>
                    <a:pt x="6903" y="1537"/>
                  </a:cubicBezTo>
                  <a:lnTo>
                    <a:pt x="7661" y="1537"/>
                  </a:lnTo>
                  <a:cubicBezTo>
                    <a:pt x="8097" y="1537"/>
                    <a:pt x="8438" y="1177"/>
                    <a:pt x="8438" y="759"/>
                  </a:cubicBezTo>
                  <a:lnTo>
                    <a:pt x="84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110"/>
            <p:cNvSpPr/>
            <p:nvPr/>
          </p:nvSpPr>
          <p:spPr>
            <a:xfrm>
              <a:off x="4141713" y="4457975"/>
              <a:ext cx="325675" cy="305775"/>
            </a:xfrm>
            <a:custGeom>
              <a:avLst/>
              <a:gdLst/>
              <a:ahLst/>
              <a:cxnLst/>
              <a:rect l="l" t="t" r="r" b="b"/>
              <a:pathLst>
                <a:path w="13027" h="12231" extrusionOk="0">
                  <a:moveTo>
                    <a:pt x="778" y="1"/>
                  </a:moveTo>
                  <a:cubicBezTo>
                    <a:pt x="342" y="1"/>
                    <a:pt x="0" y="342"/>
                    <a:pt x="0" y="759"/>
                  </a:cubicBezTo>
                  <a:lnTo>
                    <a:pt x="0" y="2295"/>
                  </a:lnTo>
                  <a:cubicBezTo>
                    <a:pt x="0" y="2731"/>
                    <a:pt x="342" y="3072"/>
                    <a:pt x="778" y="3072"/>
                  </a:cubicBezTo>
                  <a:lnTo>
                    <a:pt x="4797" y="3072"/>
                  </a:lnTo>
                  <a:cubicBezTo>
                    <a:pt x="5215" y="3072"/>
                    <a:pt x="5556" y="3414"/>
                    <a:pt x="5575" y="3831"/>
                  </a:cubicBezTo>
                  <a:cubicBezTo>
                    <a:pt x="5537" y="6808"/>
                    <a:pt x="4911" y="8666"/>
                    <a:pt x="4627" y="10164"/>
                  </a:cubicBezTo>
                  <a:cubicBezTo>
                    <a:pt x="4532" y="11283"/>
                    <a:pt x="5404" y="12231"/>
                    <a:pt x="6523" y="12231"/>
                  </a:cubicBezTo>
                  <a:cubicBezTo>
                    <a:pt x="7642" y="12231"/>
                    <a:pt x="8533" y="11283"/>
                    <a:pt x="8438" y="10164"/>
                  </a:cubicBezTo>
                  <a:cubicBezTo>
                    <a:pt x="8135" y="8609"/>
                    <a:pt x="7490" y="6770"/>
                    <a:pt x="7490" y="3831"/>
                  </a:cubicBezTo>
                  <a:cubicBezTo>
                    <a:pt x="7490" y="3414"/>
                    <a:pt x="7831" y="3072"/>
                    <a:pt x="8248" y="3072"/>
                  </a:cubicBezTo>
                  <a:lnTo>
                    <a:pt x="12268" y="3072"/>
                  </a:lnTo>
                  <a:cubicBezTo>
                    <a:pt x="12685" y="3072"/>
                    <a:pt x="13027" y="2731"/>
                    <a:pt x="13027" y="2314"/>
                  </a:cubicBezTo>
                  <a:lnTo>
                    <a:pt x="13027" y="759"/>
                  </a:lnTo>
                  <a:cubicBezTo>
                    <a:pt x="13027" y="342"/>
                    <a:pt x="12685" y="1"/>
                    <a:pt x="122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110"/>
            <p:cNvSpPr/>
            <p:nvPr/>
          </p:nvSpPr>
          <p:spPr>
            <a:xfrm>
              <a:off x="4416163" y="4486900"/>
              <a:ext cx="22800" cy="19200"/>
            </a:xfrm>
            <a:custGeom>
              <a:avLst/>
              <a:gdLst/>
              <a:ahLst/>
              <a:cxnLst/>
              <a:rect l="l" t="t" r="r" b="b"/>
              <a:pathLst>
                <a:path w="912" h="768" extrusionOk="0">
                  <a:moveTo>
                    <a:pt x="513" y="0"/>
                  </a:moveTo>
                  <a:cubicBezTo>
                    <a:pt x="172" y="0"/>
                    <a:pt x="1" y="417"/>
                    <a:pt x="247" y="664"/>
                  </a:cubicBezTo>
                  <a:cubicBezTo>
                    <a:pt x="325" y="735"/>
                    <a:pt x="417" y="767"/>
                    <a:pt x="508" y="767"/>
                  </a:cubicBezTo>
                  <a:cubicBezTo>
                    <a:pt x="707" y="767"/>
                    <a:pt x="898" y="614"/>
                    <a:pt x="911" y="379"/>
                  </a:cubicBezTo>
                  <a:cubicBezTo>
                    <a:pt x="911" y="171"/>
                    <a:pt x="721" y="0"/>
                    <a:pt x="5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110"/>
            <p:cNvSpPr/>
            <p:nvPr/>
          </p:nvSpPr>
          <p:spPr>
            <a:xfrm>
              <a:off x="4278713" y="4697850"/>
              <a:ext cx="45050" cy="38425"/>
            </a:xfrm>
            <a:custGeom>
              <a:avLst/>
              <a:gdLst/>
              <a:ahLst/>
              <a:cxnLst/>
              <a:rect l="l" t="t" r="r" b="b"/>
              <a:pathLst>
                <a:path w="1802" h="1537" extrusionOk="0">
                  <a:moveTo>
                    <a:pt x="1043" y="0"/>
                  </a:moveTo>
                  <a:cubicBezTo>
                    <a:pt x="341" y="0"/>
                    <a:pt x="0" y="815"/>
                    <a:pt x="493" y="1308"/>
                  </a:cubicBezTo>
                  <a:cubicBezTo>
                    <a:pt x="645" y="1467"/>
                    <a:pt x="834" y="1537"/>
                    <a:pt x="1021" y="1537"/>
                  </a:cubicBezTo>
                  <a:cubicBezTo>
                    <a:pt x="1417" y="1537"/>
                    <a:pt x="1801" y="1222"/>
                    <a:pt x="1801" y="759"/>
                  </a:cubicBezTo>
                  <a:cubicBezTo>
                    <a:pt x="1801" y="341"/>
                    <a:pt x="1460" y="0"/>
                    <a:pt x="1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110"/>
            <p:cNvSpPr/>
            <p:nvPr/>
          </p:nvSpPr>
          <p:spPr>
            <a:xfrm>
              <a:off x="4093838" y="4284000"/>
              <a:ext cx="421425" cy="490175"/>
            </a:xfrm>
            <a:custGeom>
              <a:avLst/>
              <a:gdLst/>
              <a:ahLst/>
              <a:cxnLst/>
              <a:rect l="l" t="t" r="r" b="b"/>
              <a:pathLst>
                <a:path w="16857" h="19607" extrusionOk="0">
                  <a:moveTo>
                    <a:pt x="12268" y="759"/>
                  </a:moveTo>
                  <a:lnTo>
                    <a:pt x="12268" y="1138"/>
                  </a:lnTo>
                  <a:cubicBezTo>
                    <a:pt x="12268" y="1347"/>
                    <a:pt x="12098" y="1518"/>
                    <a:pt x="11870" y="1518"/>
                  </a:cubicBezTo>
                  <a:lnTo>
                    <a:pt x="11112" y="1518"/>
                  </a:lnTo>
                  <a:cubicBezTo>
                    <a:pt x="10467" y="1518"/>
                    <a:pt x="9955" y="2049"/>
                    <a:pt x="9955" y="2674"/>
                  </a:cubicBezTo>
                  <a:cubicBezTo>
                    <a:pt x="9955" y="2930"/>
                    <a:pt x="9761" y="3058"/>
                    <a:pt x="9566" y="3058"/>
                  </a:cubicBezTo>
                  <a:cubicBezTo>
                    <a:pt x="9372" y="3058"/>
                    <a:pt x="9177" y="2930"/>
                    <a:pt x="9177" y="2674"/>
                  </a:cubicBezTo>
                  <a:cubicBezTo>
                    <a:pt x="9177" y="1906"/>
                    <a:pt x="8604" y="1522"/>
                    <a:pt x="8030" y="1522"/>
                  </a:cubicBezTo>
                  <a:cubicBezTo>
                    <a:pt x="7457" y="1522"/>
                    <a:pt x="6883" y="1906"/>
                    <a:pt x="6883" y="2674"/>
                  </a:cubicBezTo>
                  <a:cubicBezTo>
                    <a:pt x="6883" y="2930"/>
                    <a:pt x="6693" y="3058"/>
                    <a:pt x="6504" y="3058"/>
                  </a:cubicBezTo>
                  <a:cubicBezTo>
                    <a:pt x="6314" y="3058"/>
                    <a:pt x="6125" y="2930"/>
                    <a:pt x="6125" y="2674"/>
                  </a:cubicBezTo>
                  <a:cubicBezTo>
                    <a:pt x="6125" y="2049"/>
                    <a:pt x="5613" y="1537"/>
                    <a:pt x="4968" y="1537"/>
                  </a:cubicBezTo>
                  <a:cubicBezTo>
                    <a:pt x="4759" y="1537"/>
                    <a:pt x="4589" y="1366"/>
                    <a:pt x="4589" y="1157"/>
                  </a:cubicBezTo>
                  <a:lnTo>
                    <a:pt x="4589" y="759"/>
                  </a:lnTo>
                  <a:close/>
                  <a:moveTo>
                    <a:pt x="14183" y="759"/>
                  </a:moveTo>
                  <a:cubicBezTo>
                    <a:pt x="14392" y="759"/>
                    <a:pt x="14563" y="930"/>
                    <a:pt x="14563" y="1138"/>
                  </a:cubicBezTo>
                  <a:lnTo>
                    <a:pt x="14563" y="4665"/>
                  </a:lnTo>
                  <a:cubicBezTo>
                    <a:pt x="14563" y="4874"/>
                    <a:pt x="14392" y="5044"/>
                    <a:pt x="14183" y="5044"/>
                  </a:cubicBezTo>
                  <a:lnTo>
                    <a:pt x="2674" y="5044"/>
                  </a:lnTo>
                  <a:cubicBezTo>
                    <a:pt x="2465" y="5044"/>
                    <a:pt x="2294" y="4874"/>
                    <a:pt x="2294" y="4665"/>
                  </a:cubicBezTo>
                  <a:lnTo>
                    <a:pt x="2294" y="1138"/>
                  </a:lnTo>
                  <a:cubicBezTo>
                    <a:pt x="2294" y="930"/>
                    <a:pt x="2465" y="759"/>
                    <a:pt x="2674" y="759"/>
                  </a:cubicBezTo>
                  <a:lnTo>
                    <a:pt x="3830" y="759"/>
                  </a:lnTo>
                  <a:lnTo>
                    <a:pt x="3830" y="1157"/>
                  </a:lnTo>
                  <a:cubicBezTo>
                    <a:pt x="3830" y="1783"/>
                    <a:pt x="4342" y="2295"/>
                    <a:pt x="4968" y="2295"/>
                  </a:cubicBezTo>
                  <a:lnTo>
                    <a:pt x="4987" y="2295"/>
                  </a:lnTo>
                  <a:cubicBezTo>
                    <a:pt x="5196" y="2295"/>
                    <a:pt x="5366" y="2466"/>
                    <a:pt x="5366" y="2674"/>
                  </a:cubicBezTo>
                  <a:cubicBezTo>
                    <a:pt x="5366" y="3300"/>
                    <a:pt x="5878" y="3812"/>
                    <a:pt x="6504" y="3812"/>
                  </a:cubicBezTo>
                  <a:cubicBezTo>
                    <a:pt x="7149" y="3812"/>
                    <a:pt x="7661" y="3300"/>
                    <a:pt x="7661" y="2674"/>
                  </a:cubicBezTo>
                  <a:cubicBezTo>
                    <a:pt x="7661" y="2418"/>
                    <a:pt x="7855" y="2290"/>
                    <a:pt x="8049" y="2290"/>
                  </a:cubicBezTo>
                  <a:cubicBezTo>
                    <a:pt x="8244" y="2290"/>
                    <a:pt x="8438" y="2418"/>
                    <a:pt x="8438" y="2674"/>
                  </a:cubicBezTo>
                  <a:cubicBezTo>
                    <a:pt x="8438" y="3300"/>
                    <a:pt x="8950" y="3812"/>
                    <a:pt x="9576" y="3812"/>
                  </a:cubicBezTo>
                  <a:cubicBezTo>
                    <a:pt x="10220" y="3812"/>
                    <a:pt x="10732" y="3300"/>
                    <a:pt x="10732" y="2674"/>
                  </a:cubicBezTo>
                  <a:cubicBezTo>
                    <a:pt x="10732" y="2466"/>
                    <a:pt x="10903" y="2295"/>
                    <a:pt x="11112" y="2295"/>
                  </a:cubicBezTo>
                  <a:lnTo>
                    <a:pt x="11870" y="2295"/>
                  </a:lnTo>
                  <a:cubicBezTo>
                    <a:pt x="12496" y="2295"/>
                    <a:pt x="13027" y="1783"/>
                    <a:pt x="13027" y="1138"/>
                  </a:cubicBezTo>
                  <a:lnTo>
                    <a:pt x="13027" y="759"/>
                  </a:lnTo>
                  <a:close/>
                  <a:moveTo>
                    <a:pt x="15719" y="3281"/>
                  </a:moveTo>
                  <a:cubicBezTo>
                    <a:pt x="15928" y="3281"/>
                    <a:pt x="16098" y="3452"/>
                    <a:pt x="16098" y="3679"/>
                  </a:cubicBezTo>
                  <a:lnTo>
                    <a:pt x="16098" y="7737"/>
                  </a:lnTo>
                  <a:cubicBezTo>
                    <a:pt x="16098" y="7946"/>
                    <a:pt x="15928" y="8116"/>
                    <a:pt x="15719" y="8116"/>
                  </a:cubicBezTo>
                  <a:lnTo>
                    <a:pt x="15340" y="8116"/>
                  </a:lnTo>
                  <a:lnTo>
                    <a:pt x="15340" y="7737"/>
                  </a:lnTo>
                  <a:cubicBezTo>
                    <a:pt x="15340" y="7092"/>
                    <a:pt x="14809" y="6580"/>
                    <a:pt x="14183" y="6580"/>
                  </a:cubicBezTo>
                  <a:lnTo>
                    <a:pt x="2674" y="6580"/>
                  </a:lnTo>
                  <a:cubicBezTo>
                    <a:pt x="2048" y="6580"/>
                    <a:pt x="1536" y="7092"/>
                    <a:pt x="1536" y="7737"/>
                  </a:cubicBezTo>
                  <a:lnTo>
                    <a:pt x="1536" y="8116"/>
                  </a:lnTo>
                  <a:lnTo>
                    <a:pt x="1157" y="8116"/>
                  </a:lnTo>
                  <a:cubicBezTo>
                    <a:pt x="929" y="8116"/>
                    <a:pt x="759" y="7946"/>
                    <a:pt x="759" y="7737"/>
                  </a:cubicBezTo>
                  <a:lnTo>
                    <a:pt x="759" y="3679"/>
                  </a:lnTo>
                  <a:cubicBezTo>
                    <a:pt x="759" y="3452"/>
                    <a:pt x="929" y="3281"/>
                    <a:pt x="1157" y="3281"/>
                  </a:cubicBezTo>
                  <a:lnTo>
                    <a:pt x="1536" y="3281"/>
                  </a:lnTo>
                  <a:lnTo>
                    <a:pt x="1536" y="4665"/>
                  </a:lnTo>
                  <a:cubicBezTo>
                    <a:pt x="1536" y="5310"/>
                    <a:pt x="2048" y="5822"/>
                    <a:pt x="2674" y="5822"/>
                  </a:cubicBezTo>
                  <a:lnTo>
                    <a:pt x="14183" y="5822"/>
                  </a:lnTo>
                  <a:cubicBezTo>
                    <a:pt x="14809" y="5822"/>
                    <a:pt x="15340" y="5310"/>
                    <a:pt x="15340" y="4665"/>
                  </a:cubicBezTo>
                  <a:lnTo>
                    <a:pt x="15340" y="3281"/>
                  </a:lnTo>
                  <a:close/>
                  <a:moveTo>
                    <a:pt x="14183" y="7339"/>
                  </a:moveTo>
                  <a:cubicBezTo>
                    <a:pt x="14392" y="7339"/>
                    <a:pt x="14563" y="7509"/>
                    <a:pt x="14563" y="7737"/>
                  </a:cubicBezTo>
                  <a:lnTo>
                    <a:pt x="14563" y="9273"/>
                  </a:lnTo>
                  <a:cubicBezTo>
                    <a:pt x="14563" y="9481"/>
                    <a:pt x="14392" y="9652"/>
                    <a:pt x="14183" y="9652"/>
                  </a:cubicBezTo>
                  <a:lnTo>
                    <a:pt x="10163" y="9652"/>
                  </a:lnTo>
                  <a:cubicBezTo>
                    <a:pt x="9538" y="9652"/>
                    <a:pt x="9026" y="10164"/>
                    <a:pt x="9026" y="10790"/>
                  </a:cubicBezTo>
                  <a:cubicBezTo>
                    <a:pt x="9045" y="12553"/>
                    <a:pt x="9272" y="14317"/>
                    <a:pt x="9708" y="16042"/>
                  </a:cubicBezTo>
                  <a:cubicBezTo>
                    <a:pt x="9803" y="16440"/>
                    <a:pt x="9898" y="16820"/>
                    <a:pt x="9974" y="17180"/>
                  </a:cubicBezTo>
                  <a:cubicBezTo>
                    <a:pt x="10031" y="18071"/>
                    <a:pt x="9329" y="18829"/>
                    <a:pt x="8438" y="18829"/>
                  </a:cubicBezTo>
                  <a:cubicBezTo>
                    <a:pt x="7547" y="18829"/>
                    <a:pt x="6845" y="18071"/>
                    <a:pt x="6902" y="17180"/>
                  </a:cubicBezTo>
                  <a:cubicBezTo>
                    <a:pt x="6978" y="16838"/>
                    <a:pt x="7054" y="16478"/>
                    <a:pt x="7149" y="16099"/>
                  </a:cubicBezTo>
                  <a:cubicBezTo>
                    <a:pt x="7585" y="14355"/>
                    <a:pt x="7831" y="12591"/>
                    <a:pt x="7850" y="10790"/>
                  </a:cubicBezTo>
                  <a:cubicBezTo>
                    <a:pt x="7850" y="10145"/>
                    <a:pt x="7338" y="9652"/>
                    <a:pt x="6712" y="9652"/>
                  </a:cubicBezTo>
                  <a:lnTo>
                    <a:pt x="2674" y="9652"/>
                  </a:lnTo>
                  <a:cubicBezTo>
                    <a:pt x="2465" y="9652"/>
                    <a:pt x="2294" y="9481"/>
                    <a:pt x="2294" y="9254"/>
                  </a:cubicBezTo>
                  <a:lnTo>
                    <a:pt x="2294" y="7737"/>
                  </a:lnTo>
                  <a:cubicBezTo>
                    <a:pt x="2294" y="7509"/>
                    <a:pt x="2465" y="7339"/>
                    <a:pt x="2674" y="7339"/>
                  </a:cubicBezTo>
                  <a:close/>
                  <a:moveTo>
                    <a:pt x="2641" y="0"/>
                  </a:moveTo>
                  <a:cubicBezTo>
                    <a:pt x="2030" y="0"/>
                    <a:pt x="1536" y="524"/>
                    <a:pt x="1536" y="1138"/>
                  </a:cubicBezTo>
                  <a:lnTo>
                    <a:pt x="1536" y="2523"/>
                  </a:lnTo>
                  <a:lnTo>
                    <a:pt x="1157" y="2523"/>
                  </a:lnTo>
                  <a:cubicBezTo>
                    <a:pt x="512" y="2523"/>
                    <a:pt x="0" y="3035"/>
                    <a:pt x="0" y="3679"/>
                  </a:cubicBezTo>
                  <a:lnTo>
                    <a:pt x="0" y="7737"/>
                  </a:lnTo>
                  <a:cubicBezTo>
                    <a:pt x="0" y="8363"/>
                    <a:pt x="512" y="8894"/>
                    <a:pt x="1157" y="8894"/>
                  </a:cubicBezTo>
                  <a:lnTo>
                    <a:pt x="1536" y="8894"/>
                  </a:lnTo>
                  <a:lnTo>
                    <a:pt x="1536" y="9273"/>
                  </a:lnTo>
                  <a:cubicBezTo>
                    <a:pt x="1536" y="9899"/>
                    <a:pt x="2048" y="10411"/>
                    <a:pt x="2674" y="10411"/>
                  </a:cubicBezTo>
                  <a:lnTo>
                    <a:pt x="6712" y="10411"/>
                  </a:lnTo>
                  <a:cubicBezTo>
                    <a:pt x="6921" y="10411"/>
                    <a:pt x="7092" y="10581"/>
                    <a:pt x="7092" y="10790"/>
                  </a:cubicBezTo>
                  <a:cubicBezTo>
                    <a:pt x="7073" y="12534"/>
                    <a:pt x="6845" y="14241"/>
                    <a:pt x="6409" y="15928"/>
                  </a:cubicBezTo>
                  <a:cubicBezTo>
                    <a:pt x="6314" y="16327"/>
                    <a:pt x="6238" y="16706"/>
                    <a:pt x="6163" y="17066"/>
                  </a:cubicBezTo>
                  <a:cubicBezTo>
                    <a:pt x="6163" y="17066"/>
                    <a:pt x="6163" y="17085"/>
                    <a:pt x="6163" y="17104"/>
                  </a:cubicBezTo>
                  <a:cubicBezTo>
                    <a:pt x="6030" y="18450"/>
                    <a:pt x="7092" y="19607"/>
                    <a:pt x="8457" y="19607"/>
                  </a:cubicBezTo>
                  <a:cubicBezTo>
                    <a:pt x="9803" y="19607"/>
                    <a:pt x="10865" y="18450"/>
                    <a:pt x="10751" y="17104"/>
                  </a:cubicBezTo>
                  <a:lnTo>
                    <a:pt x="10751" y="17066"/>
                  </a:lnTo>
                  <a:cubicBezTo>
                    <a:pt x="10675" y="16687"/>
                    <a:pt x="10581" y="16289"/>
                    <a:pt x="10486" y="15871"/>
                  </a:cubicBezTo>
                  <a:cubicBezTo>
                    <a:pt x="10050" y="14222"/>
                    <a:pt x="9822" y="12515"/>
                    <a:pt x="9803" y="10809"/>
                  </a:cubicBezTo>
                  <a:cubicBezTo>
                    <a:pt x="9803" y="10600"/>
                    <a:pt x="9974" y="10429"/>
                    <a:pt x="10182" y="10429"/>
                  </a:cubicBezTo>
                  <a:lnTo>
                    <a:pt x="14183" y="10429"/>
                  </a:lnTo>
                  <a:cubicBezTo>
                    <a:pt x="14809" y="10429"/>
                    <a:pt x="15340" y="9918"/>
                    <a:pt x="15340" y="9273"/>
                  </a:cubicBezTo>
                  <a:lnTo>
                    <a:pt x="15321" y="9273"/>
                  </a:lnTo>
                  <a:lnTo>
                    <a:pt x="15321" y="8894"/>
                  </a:lnTo>
                  <a:lnTo>
                    <a:pt x="15719" y="8894"/>
                  </a:lnTo>
                  <a:cubicBezTo>
                    <a:pt x="16345" y="8894"/>
                    <a:pt x="16857" y="8363"/>
                    <a:pt x="16857" y="7737"/>
                  </a:cubicBezTo>
                  <a:lnTo>
                    <a:pt x="16857" y="3679"/>
                  </a:lnTo>
                  <a:cubicBezTo>
                    <a:pt x="16857" y="3035"/>
                    <a:pt x="16345" y="2523"/>
                    <a:pt x="15719" y="2523"/>
                  </a:cubicBezTo>
                  <a:lnTo>
                    <a:pt x="15321" y="2523"/>
                  </a:lnTo>
                  <a:lnTo>
                    <a:pt x="15321" y="1138"/>
                  </a:lnTo>
                  <a:cubicBezTo>
                    <a:pt x="15321" y="513"/>
                    <a:pt x="14809" y="1"/>
                    <a:pt x="14183" y="1"/>
                  </a:cubicBezTo>
                  <a:lnTo>
                    <a:pt x="2674" y="1"/>
                  </a:lnTo>
                  <a:cubicBezTo>
                    <a:pt x="2663" y="0"/>
                    <a:pt x="2652" y="0"/>
                    <a:pt x="26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110"/>
            <p:cNvSpPr/>
            <p:nvPr/>
          </p:nvSpPr>
          <p:spPr>
            <a:xfrm>
              <a:off x="4340813" y="4486850"/>
              <a:ext cx="63250" cy="19525"/>
            </a:xfrm>
            <a:custGeom>
              <a:avLst/>
              <a:gdLst/>
              <a:ahLst/>
              <a:cxnLst/>
              <a:rect l="l" t="t" r="r" b="b"/>
              <a:pathLst>
                <a:path w="2530" h="781" extrusionOk="0">
                  <a:moveTo>
                    <a:pt x="2026" y="1"/>
                  </a:moveTo>
                  <a:cubicBezTo>
                    <a:pt x="2015" y="1"/>
                    <a:pt x="2003" y="1"/>
                    <a:pt x="1991" y="2"/>
                  </a:cubicBezTo>
                  <a:lnTo>
                    <a:pt x="455" y="2"/>
                  </a:lnTo>
                  <a:cubicBezTo>
                    <a:pt x="0" y="40"/>
                    <a:pt x="0" y="742"/>
                    <a:pt x="455" y="780"/>
                  </a:cubicBezTo>
                  <a:lnTo>
                    <a:pt x="1991" y="780"/>
                  </a:lnTo>
                  <a:cubicBezTo>
                    <a:pt x="2003" y="780"/>
                    <a:pt x="2015" y="781"/>
                    <a:pt x="2026" y="781"/>
                  </a:cubicBezTo>
                  <a:cubicBezTo>
                    <a:pt x="2529" y="781"/>
                    <a:pt x="2529" y="1"/>
                    <a:pt x="20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6" name="Google Shape;3336;p110"/>
          <p:cNvGrpSpPr/>
          <p:nvPr/>
        </p:nvGrpSpPr>
        <p:grpSpPr>
          <a:xfrm>
            <a:off x="5312926" y="3378276"/>
            <a:ext cx="271150" cy="365781"/>
            <a:chOff x="4786863" y="4248100"/>
            <a:chExt cx="390650" cy="525850"/>
          </a:xfrm>
        </p:grpSpPr>
        <p:sp>
          <p:nvSpPr>
            <p:cNvPr id="3337" name="Google Shape;3337;p110"/>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110"/>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110"/>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110"/>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110"/>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110"/>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110"/>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110"/>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110"/>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6" name="Google Shape;3346;p110"/>
          <p:cNvGrpSpPr/>
          <p:nvPr/>
        </p:nvGrpSpPr>
        <p:grpSpPr>
          <a:xfrm>
            <a:off x="6023389" y="3378285"/>
            <a:ext cx="277693" cy="365764"/>
            <a:chOff x="5334863" y="4283925"/>
            <a:chExt cx="370900" cy="489775"/>
          </a:xfrm>
        </p:grpSpPr>
        <p:sp>
          <p:nvSpPr>
            <p:cNvPr id="3347" name="Google Shape;3347;p110"/>
            <p:cNvSpPr/>
            <p:nvPr/>
          </p:nvSpPr>
          <p:spPr>
            <a:xfrm>
              <a:off x="5405013" y="4331875"/>
              <a:ext cx="229450" cy="394425"/>
            </a:xfrm>
            <a:custGeom>
              <a:avLst/>
              <a:gdLst/>
              <a:ahLst/>
              <a:cxnLst/>
              <a:rect l="l" t="t" r="r" b="b"/>
              <a:pathLst>
                <a:path w="9178" h="15777" extrusionOk="0">
                  <a:moveTo>
                    <a:pt x="1" y="1"/>
                  </a:moveTo>
                  <a:lnTo>
                    <a:pt x="1" y="3092"/>
                  </a:lnTo>
                  <a:cubicBezTo>
                    <a:pt x="1" y="5101"/>
                    <a:pt x="1100" y="6941"/>
                    <a:pt x="2864" y="7889"/>
                  </a:cubicBezTo>
                  <a:cubicBezTo>
                    <a:pt x="1100" y="8818"/>
                    <a:pt x="1" y="10657"/>
                    <a:pt x="1" y="12667"/>
                  </a:cubicBezTo>
                  <a:lnTo>
                    <a:pt x="1" y="15777"/>
                  </a:lnTo>
                  <a:lnTo>
                    <a:pt x="9178" y="15777"/>
                  </a:lnTo>
                  <a:lnTo>
                    <a:pt x="9178" y="12667"/>
                  </a:lnTo>
                  <a:cubicBezTo>
                    <a:pt x="9178" y="10657"/>
                    <a:pt x="8078" y="8818"/>
                    <a:pt x="6315" y="7870"/>
                  </a:cubicBezTo>
                  <a:cubicBezTo>
                    <a:pt x="8078" y="6941"/>
                    <a:pt x="9178" y="5101"/>
                    <a:pt x="9178" y="3092"/>
                  </a:cubicBezTo>
                  <a:lnTo>
                    <a:pt x="91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110"/>
            <p:cNvSpPr/>
            <p:nvPr/>
          </p:nvSpPr>
          <p:spPr>
            <a:xfrm>
              <a:off x="5366613" y="4293475"/>
              <a:ext cx="306250" cy="38425"/>
            </a:xfrm>
            <a:custGeom>
              <a:avLst/>
              <a:gdLst/>
              <a:ahLst/>
              <a:cxnLst/>
              <a:rect l="l" t="t" r="r" b="b"/>
              <a:pathLst>
                <a:path w="12250" h="1537" extrusionOk="0">
                  <a:moveTo>
                    <a:pt x="1" y="1"/>
                  </a:moveTo>
                  <a:lnTo>
                    <a:pt x="1" y="759"/>
                  </a:lnTo>
                  <a:cubicBezTo>
                    <a:pt x="1" y="1177"/>
                    <a:pt x="342" y="1537"/>
                    <a:pt x="759" y="1537"/>
                  </a:cubicBezTo>
                  <a:lnTo>
                    <a:pt x="11491" y="1537"/>
                  </a:lnTo>
                  <a:cubicBezTo>
                    <a:pt x="11909" y="1537"/>
                    <a:pt x="12250" y="1177"/>
                    <a:pt x="12250" y="759"/>
                  </a:cubicBezTo>
                  <a:lnTo>
                    <a:pt x="12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110"/>
            <p:cNvSpPr/>
            <p:nvPr/>
          </p:nvSpPr>
          <p:spPr>
            <a:xfrm>
              <a:off x="5366638" y="4726275"/>
              <a:ext cx="306700" cy="37950"/>
            </a:xfrm>
            <a:custGeom>
              <a:avLst/>
              <a:gdLst/>
              <a:ahLst/>
              <a:cxnLst/>
              <a:rect l="l" t="t" r="r" b="b"/>
              <a:pathLst>
                <a:path w="12268" h="1518" extrusionOk="0">
                  <a:moveTo>
                    <a:pt x="746" y="0"/>
                  </a:moveTo>
                  <a:cubicBezTo>
                    <a:pt x="342" y="0"/>
                    <a:pt x="0" y="353"/>
                    <a:pt x="19" y="759"/>
                  </a:cubicBezTo>
                  <a:lnTo>
                    <a:pt x="19" y="1518"/>
                  </a:lnTo>
                  <a:lnTo>
                    <a:pt x="12249" y="1518"/>
                  </a:lnTo>
                  <a:lnTo>
                    <a:pt x="12249" y="759"/>
                  </a:lnTo>
                  <a:lnTo>
                    <a:pt x="12268" y="759"/>
                  </a:lnTo>
                  <a:cubicBezTo>
                    <a:pt x="12268" y="353"/>
                    <a:pt x="11944" y="0"/>
                    <a:pt x="11523" y="0"/>
                  </a:cubicBezTo>
                  <a:cubicBezTo>
                    <a:pt x="11512" y="0"/>
                    <a:pt x="11501" y="0"/>
                    <a:pt x="11490" y="1"/>
                  </a:cubicBezTo>
                  <a:lnTo>
                    <a:pt x="777" y="1"/>
                  </a:lnTo>
                  <a:cubicBezTo>
                    <a:pt x="767" y="0"/>
                    <a:pt x="756" y="0"/>
                    <a:pt x="7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110"/>
            <p:cNvSpPr/>
            <p:nvPr/>
          </p:nvSpPr>
          <p:spPr>
            <a:xfrm>
              <a:off x="5443413" y="4650900"/>
              <a:ext cx="153150" cy="75400"/>
            </a:xfrm>
            <a:custGeom>
              <a:avLst/>
              <a:gdLst/>
              <a:ahLst/>
              <a:cxnLst/>
              <a:rect l="l" t="t" r="r" b="b"/>
              <a:pathLst>
                <a:path w="6126" h="3016" extrusionOk="0">
                  <a:moveTo>
                    <a:pt x="3053" y="1"/>
                  </a:moveTo>
                  <a:lnTo>
                    <a:pt x="2048" y="532"/>
                  </a:lnTo>
                  <a:cubicBezTo>
                    <a:pt x="778" y="1214"/>
                    <a:pt x="1" y="1556"/>
                    <a:pt x="1" y="3016"/>
                  </a:cubicBezTo>
                  <a:lnTo>
                    <a:pt x="6125" y="3016"/>
                  </a:lnTo>
                  <a:cubicBezTo>
                    <a:pt x="6125" y="1556"/>
                    <a:pt x="5329" y="1214"/>
                    <a:pt x="4058" y="532"/>
                  </a:cubicBezTo>
                  <a:lnTo>
                    <a:pt x="30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110"/>
            <p:cNvSpPr/>
            <p:nvPr/>
          </p:nvSpPr>
          <p:spPr>
            <a:xfrm>
              <a:off x="5443413" y="4401275"/>
              <a:ext cx="152675" cy="106975"/>
            </a:xfrm>
            <a:custGeom>
              <a:avLst/>
              <a:gdLst/>
              <a:ahLst/>
              <a:cxnLst/>
              <a:rect l="l" t="t" r="r" b="b"/>
              <a:pathLst>
                <a:path w="6107" h="4279" extrusionOk="0">
                  <a:moveTo>
                    <a:pt x="4304" y="0"/>
                  </a:moveTo>
                  <a:cubicBezTo>
                    <a:pt x="3840" y="0"/>
                    <a:pt x="3393" y="184"/>
                    <a:pt x="3053" y="524"/>
                  </a:cubicBezTo>
                  <a:cubicBezTo>
                    <a:pt x="2714" y="849"/>
                    <a:pt x="2269" y="1029"/>
                    <a:pt x="1814" y="1029"/>
                  </a:cubicBezTo>
                  <a:cubicBezTo>
                    <a:pt x="1632" y="1029"/>
                    <a:pt x="1449" y="1001"/>
                    <a:pt x="1271" y="941"/>
                  </a:cubicBezTo>
                  <a:lnTo>
                    <a:pt x="1" y="524"/>
                  </a:lnTo>
                  <a:lnTo>
                    <a:pt x="1" y="524"/>
                  </a:lnTo>
                  <a:cubicBezTo>
                    <a:pt x="57" y="1870"/>
                    <a:pt x="835" y="3103"/>
                    <a:pt x="2048" y="3748"/>
                  </a:cubicBezTo>
                  <a:lnTo>
                    <a:pt x="3053" y="4278"/>
                  </a:lnTo>
                  <a:lnTo>
                    <a:pt x="4058" y="3748"/>
                  </a:lnTo>
                  <a:cubicBezTo>
                    <a:pt x="5253" y="3103"/>
                    <a:pt x="6049" y="1870"/>
                    <a:pt x="6106" y="505"/>
                  </a:cubicBezTo>
                  <a:lnTo>
                    <a:pt x="4855" y="88"/>
                  </a:lnTo>
                  <a:cubicBezTo>
                    <a:pt x="4672" y="29"/>
                    <a:pt x="4487" y="0"/>
                    <a:pt x="4304" y="0"/>
                  </a:cubicBezTo>
                  <a:close/>
                </a:path>
              </a:pathLst>
            </a:custGeom>
            <a:solidFill>
              <a:srgbClr val="FF58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110"/>
            <p:cNvSpPr/>
            <p:nvPr/>
          </p:nvSpPr>
          <p:spPr>
            <a:xfrm>
              <a:off x="5506938" y="4601600"/>
              <a:ext cx="22300" cy="19225"/>
            </a:xfrm>
            <a:custGeom>
              <a:avLst/>
              <a:gdLst/>
              <a:ahLst/>
              <a:cxnLst/>
              <a:rect l="l" t="t" r="r" b="b"/>
              <a:pathLst>
                <a:path w="892" h="769" extrusionOk="0">
                  <a:moveTo>
                    <a:pt x="512" y="1"/>
                  </a:moveTo>
                  <a:cubicBezTo>
                    <a:pt x="171" y="1"/>
                    <a:pt x="0" y="418"/>
                    <a:pt x="247" y="665"/>
                  </a:cubicBezTo>
                  <a:cubicBezTo>
                    <a:pt x="324" y="736"/>
                    <a:pt x="417" y="768"/>
                    <a:pt x="507" y="768"/>
                  </a:cubicBezTo>
                  <a:cubicBezTo>
                    <a:pt x="704" y="768"/>
                    <a:pt x="892" y="614"/>
                    <a:pt x="892" y="380"/>
                  </a:cubicBezTo>
                  <a:cubicBezTo>
                    <a:pt x="892" y="172"/>
                    <a:pt x="721" y="1"/>
                    <a:pt x="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110"/>
            <p:cNvSpPr/>
            <p:nvPr/>
          </p:nvSpPr>
          <p:spPr>
            <a:xfrm>
              <a:off x="5334863" y="4283925"/>
              <a:ext cx="370900" cy="489775"/>
            </a:xfrm>
            <a:custGeom>
              <a:avLst/>
              <a:gdLst/>
              <a:ahLst/>
              <a:cxnLst/>
              <a:rect l="l" t="t" r="r" b="b"/>
              <a:pathLst>
                <a:path w="14836" h="19591" extrusionOk="0">
                  <a:moveTo>
                    <a:pt x="13141" y="762"/>
                  </a:moveTo>
                  <a:lnTo>
                    <a:pt x="13141" y="1141"/>
                  </a:lnTo>
                  <a:cubicBezTo>
                    <a:pt x="13122" y="1350"/>
                    <a:pt x="12951" y="1521"/>
                    <a:pt x="12742" y="1521"/>
                  </a:cubicBezTo>
                  <a:lnTo>
                    <a:pt x="2029" y="1521"/>
                  </a:lnTo>
                  <a:cubicBezTo>
                    <a:pt x="1821" y="1521"/>
                    <a:pt x="1650" y="1350"/>
                    <a:pt x="1650" y="1141"/>
                  </a:cubicBezTo>
                  <a:lnTo>
                    <a:pt x="1650" y="762"/>
                  </a:lnTo>
                  <a:close/>
                  <a:moveTo>
                    <a:pt x="7395" y="15097"/>
                  </a:moveTo>
                  <a:lnTo>
                    <a:pt x="8381" y="15628"/>
                  </a:lnTo>
                  <a:cubicBezTo>
                    <a:pt x="9405" y="16178"/>
                    <a:pt x="9936" y="16462"/>
                    <a:pt x="10050" y="17297"/>
                  </a:cubicBezTo>
                  <a:lnTo>
                    <a:pt x="4741" y="17297"/>
                  </a:lnTo>
                  <a:cubicBezTo>
                    <a:pt x="4854" y="16462"/>
                    <a:pt x="5385" y="16178"/>
                    <a:pt x="6428" y="15628"/>
                  </a:cubicBezTo>
                  <a:lnTo>
                    <a:pt x="7395" y="15097"/>
                  </a:lnTo>
                  <a:close/>
                  <a:moveTo>
                    <a:pt x="11605" y="2298"/>
                  </a:moveTo>
                  <a:lnTo>
                    <a:pt x="11605" y="5010"/>
                  </a:lnTo>
                  <a:cubicBezTo>
                    <a:pt x="11605" y="6868"/>
                    <a:pt x="10581" y="8574"/>
                    <a:pt x="8931" y="9465"/>
                  </a:cubicBezTo>
                  <a:cubicBezTo>
                    <a:pt x="8666" y="9598"/>
                    <a:pt x="8666" y="9996"/>
                    <a:pt x="8931" y="10129"/>
                  </a:cubicBezTo>
                  <a:cubicBezTo>
                    <a:pt x="10581" y="11001"/>
                    <a:pt x="11605" y="12727"/>
                    <a:pt x="11605" y="14585"/>
                  </a:cubicBezTo>
                  <a:lnTo>
                    <a:pt x="11605" y="17297"/>
                  </a:lnTo>
                  <a:lnTo>
                    <a:pt x="10808" y="17297"/>
                  </a:lnTo>
                  <a:cubicBezTo>
                    <a:pt x="10676" y="15988"/>
                    <a:pt x="9803" y="15514"/>
                    <a:pt x="8723" y="14945"/>
                  </a:cubicBezTo>
                  <a:lnTo>
                    <a:pt x="7566" y="14339"/>
                  </a:lnTo>
                  <a:cubicBezTo>
                    <a:pt x="7509" y="14301"/>
                    <a:pt x="7447" y="14282"/>
                    <a:pt x="7386" y="14282"/>
                  </a:cubicBezTo>
                  <a:cubicBezTo>
                    <a:pt x="7324" y="14282"/>
                    <a:pt x="7263" y="14301"/>
                    <a:pt x="7206" y="14339"/>
                  </a:cubicBezTo>
                  <a:lnTo>
                    <a:pt x="6049" y="14945"/>
                  </a:lnTo>
                  <a:cubicBezTo>
                    <a:pt x="4968" y="15514"/>
                    <a:pt x="4096" y="15988"/>
                    <a:pt x="3963" y="17297"/>
                  </a:cubicBezTo>
                  <a:lnTo>
                    <a:pt x="3186" y="17297"/>
                  </a:lnTo>
                  <a:lnTo>
                    <a:pt x="3186" y="14585"/>
                  </a:lnTo>
                  <a:cubicBezTo>
                    <a:pt x="3186" y="12727"/>
                    <a:pt x="4210" y="11020"/>
                    <a:pt x="5840" y="10129"/>
                  </a:cubicBezTo>
                  <a:lnTo>
                    <a:pt x="5859" y="10129"/>
                  </a:lnTo>
                  <a:cubicBezTo>
                    <a:pt x="6125" y="9977"/>
                    <a:pt x="6125" y="9598"/>
                    <a:pt x="5859" y="9446"/>
                  </a:cubicBezTo>
                  <a:cubicBezTo>
                    <a:pt x="4210" y="8574"/>
                    <a:pt x="3186" y="6868"/>
                    <a:pt x="3186" y="5010"/>
                  </a:cubicBezTo>
                  <a:lnTo>
                    <a:pt x="3186" y="2298"/>
                  </a:lnTo>
                  <a:close/>
                  <a:moveTo>
                    <a:pt x="12761" y="18074"/>
                  </a:moveTo>
                  <a:cubicBezTo>
                    <a:pt x="12970" y="18074"/>
                    <a:pt x="13141" y="18245"/>
                    <a:pt x="13141" y="18453"/>
                  </a:cubicBezTo>
                  <a:lnTo>
                    <a:pt x="13141" y="18832"/>
                  </a:lnTo>
                  <a:lnTo>
                    <a:pt x="1650" y="18832"/>
                  </a:lnTo>
                  <a:lnTo>
                    <a:pt x="1650" y="18453"/>
                  </a:lnTo>
                  <a:cubicBezTo>
                    <a:pt x="1650" y="18245"/>
                    <a:pt x="1821" y="18074"/>
                    <a:pt x="2029" y="18074"/>
                  </a:cubicBezTo>
                  <a:close/>
                  <a:moveTo>
                    <a:pt x="14332" y="1"/>
                  </a:moveTo>
                  <a:cubicBezTo>
                    <a:pt x="14314" y="1"/>
                    <a:pt x="14297" y="2"/>
                    <a:pt x="14278" y="4"/>
                  </a:cubicBezTo>
                  <a:lnTo>
                    <a:pt x="512" y="4"/>
                  </a:lnTo>
                  <a:cubicBezTo>
                    <a:pt x="38" y="23"/>
                    <a:pt x="38" y="724"/>
                    <a:pt x="512" y="762"/>
                  </a:cubicBezTo>
                  <a:lnTo>
                    <a:pt x="892" y="762"/>
                  </a:lnTo>
                  <a:lnTo>
                    <a:pt x="892" y="1141"/>
                  </a:lnTo>
                  <a:cubicBezTo>
                    <a:pt x="892" y="1786"/>
                    <a:pt x="1403" y="2298"/>
                    <a:pt x="2029" y="2298"/>
                  </a:cubicBezTo>
                  <a:lnTo>
                    <a:pt x="2427" y="2298"/>
                  </a:lnTo>
                  <a:lnTo>
                    <a:pt x="2427" y="5010"/>
                  </a:lnTo>
                  <a:cubicBezTo>
                    <a:pt x="2408" y="6925"/>
                    <a:pt x="3357" y="8707"/>
                    <a:pt x="4930" y="9807"/>
                  </a:cubicBezTo>
                  <a:cubicBezTo>
                    <a:pt x="3357" y="10888"/>
                    <a:pt x="2427" y="12670"/>
                    <a:pt x="2427" y="14585"/>
                  </a:cubicBezTo>
                  <a:lnTo>
                    <a:pt x="2427" y="17297"/>
                  </a:lnTo>
                  <a:lnTo>
                    <a:pt x="2029" y="17297"/>
                  </a:lnTo>
                  <a:cubicBezTo>
                    <a:pt x="1403" y="17297"/>
                    <a:pt x="892" y="17808"/>
                    <a:pt x="892" y="18453"/>
                  </a:cubicBezTo>
                  <a:lnTo>
                    <a:pt x="892" y="18832"/>
                  </a:lnTo>
                  <a:lnTo>
                    <a:pt x="493" y="18832"/>
                  </a:lnTo>
                  <a:cubicBezTo>
                    <a:pt x="0" y="18832"/>
                    <a:pt x="0" y="19591"/>
                    <a:pt x="493" y="19591"/>
                  </a:cubicBezTo>
                  <a:lnTo>
                    <a:pt x="14278" y="19591"/>
                  </a:lnTo>
                  <a:cubicBezTo>
                    <a:pt x="14790" y="19591"/>
                    <a:pt x="14790" y="18832"/>
                    <a:pt x="14278" y="18832"/>
                  </a:cubicBezTo>
                  <a:lnTo>
                    <a:pt x="13899" y="18832"/>
                  </a:lnTo>
                  <a:lnTo>
                    <a:pt x="13899" y="18453"/>
                  </a:lnTo>
                  <a:cubicBezTo>
                    <a:pt x="13899" y="17808"/>
                    <a:pt x="13387" y="17297"/>
                    <a:pt x="12761" y="17297"/>
                  </a:cubicBezTo>
                  <a:lnTo>
                    <a:pt x="12382" y="17297"/>
                  </a:lnTo>
                  <a:lnTo>
                    <a:pt x="12382" y="14585"/>
                  </a:lnTo>
                  <a:cubicBezTo>
                    <a:pt x="12382" y="12670"/>
                    <a:pt x="11434" y="10888"/>
                    <a:pt x="9860" y="9788"/>
                  </a:cubicBezTo>
                  <a:cubicBezTo>
                    <a:pt x="11434" y="8707"/>
                    <a:pt x="12382" y="6925"/>
                    <a:pt x="12382" y="5010"/>
                  </a:cubicBezTo>
                  <a:lnTo>
                    <a:pt x="12382" y="2298"/>
                  </a:lnTo>
                  <a:lnTo>
                    <a:pt x="12761" y="2298"/>
                  </a:lnTo>
                  <a:cubicBezTo>
                    <a:pt x="13387" y="2298"/>
                    <a:pt x="13899" y="1786"/>
                    <a:pt x="13899" y="1141"/>
                  </a:cubicBezTo>
                  <a:lnTo>
                    <a:pt x="13899" y="762"/>
                  </a:lnTo>
                  <a:lnTo>
                    <a:pt x="14278" y="762"/>
                  </a:lnTo>
                  <a:cubicBezTo>
                    <a:pt x="14291" y="763"/>
                    <a:pt x="14303" y="763"/>
                    <a:pt x="14315" y="763"/>
                  </a:cubicBezTo>
                  <a:cubicBezTo>
                    <a:pt x="14829" y="763"/>
                    <a:pt x="14835" y="1"/>
                    <a:pt x="14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110"/>
            <p:cNvSpPr/>
            <p:nvPr/>
          </p:nvSpPr>
          <p:spPr>
            <a:xfrm>
              <a:off x="5433463" y="4391800"/>
              <a:ext cx="172575" cy="191225"/>
            </a:xfrm>
            <a:custGeom>
              <a:avLst/>
              <a:gdLst/>
              <a:ahLst/>
              <a:cxnLst/>
              <a:rect l="l" t="t" r="r" b="b"/>
              <a:pathLst>
                <a:path w="6903" h="7649" extrusionOk="0">
                  <a:moveTo>
                    <a:pt x="4684" y="770"/>
                  </a:moveTo>
                  <a:cubicBezTo>
                    <a:pt x="4836" y="770"/>
                    <a:pt x="4987" y="789"/>
                    <a:pt x="5120" y="827"/>
                  </a:cubicBezTo>
                  <a:lnTo>
                    <a:pt x="6106" y="1150"/>
                  </a:lnTo>
                  <a:cubicBezTo>
                    <a:pt x="5973" y="2287"/>
                    <a:pt x="5272" y="3273"/>
                    <a:pt x="4286" y="3785"/>
                  </a:cubicBezTo>
                  <a:lnTo>
                    <a:pt x="3451" y="4240"/>
                  </a:lnTo>
                  <a:lnTo>
                    <a:pt x="2636" y="3785"/>
                  </a:lnTo>
                  <a:cubicBezTo>
                    <a:pt x="1726" y="3311"/>
                    <a:pt x="1062" y="2458"/>
                    <a:pt x="854" y="1453"/>
                  </a:cubicBezTo>
                  <a:lnTo>
                    <a:pt x="854" y="1453"/>
                  </a:lnTo>
                  <a:lnTo>
                    <a:pt x="1536" y="1681"/>
                  </a:lnTo>
                  <a:cubicBezTo>
                    <a:pt x="1760" y="1752"/>
                    <a:pt x="1989" y="1786"/>
                    <a:pt x="2214" y="1786"/>
                  </a:cubicBezTo>
                  <a:cubicBezTo>
                    <a:pt x="2772" y="1786"/>
                    <a:pt x="3312" y="1574"/>
                    <a:pt x="3717" y="1169"/>
                  </a:cubicBezTo>
                  <a:cubicBezTo>
                    <a:pt x="3982" y="903"/>
                    <a:pt x="4324" y="770"/>
                    <a:pt x="4684" y="770"/>
                  </a:cubicBezTo>
                  <a:close/>
                  <a:moveTo>
                    <a:pt x="4697" y="1"/>
                  </a:moveTo>
                  <a:cubicBezTo>
                    <a:pt x="4140" y="1"/>
                    <a:pt x="3591" y="214"/>
                    <a:pt x="3186" y="619"/>
                  </a:cubicBezTo>
                  <a:cubicBezTo>
                    <a:pt x="2915" y="890"/>
                    <a:pt x="2567" y="1025"/>
                    <a:pt x="2210" y="1025"/>
                  </a:cubicBezTo>
                  <a:cubicBezTo>
                    <a:pt x="2068" y="1025"/>
                    <a:pt x="1924" y="1003"/>
                    <a:pt x="1783" y="960"/>
                  </a:cubicBezTo>
                  <a:lnTo>
                    <a:pt x="512" y="524"/>
                  </a:lnTo>
                  <a:cubicBezTo>
                    <a:pt x="474" y="511"/>
                    <a:pt x="434" y="505"/>
                    <a:pt x="394" y="505"/>
                  </a:cubicBezTo>
                  <a:cubicBezTo>
                    <a:pt x="314" y="505"/>
                    <a:pt x="234" y="530"/>
                    <a:pt x="171" y="581"/>
                  </a:cubicBezTo>
                  <a:cubicBezTo>
                    <a:pt x="57" y="657"/>
                    <a:pt x="0" y="789"/>
                    <a:pt x="19" y="922"/>
                  </a:cubicBezTo>
                  <a:cubicBezTo>
                    <a:pt x="76" y="2420"/>
                    <a:pt x="948" y="3766"/>
                    <a:pt x="2276" y="4468"/>
                  </a:cubicBezTo>
                  <a:lnTo>
                    <a:pt x="3072" y="4904"/>
                  </a:lnTo>
                  <a:lnTo>
                    <a:pt x="3072" y="7236"/>
                  </a:lnTo>
                  <a:cubicBezTo>
                    <a:pt x="3053" y="7511"/>
                    <a:pt x="3257" y="7649"/>
                    <a:pt x="3458" y="7649"/>
                  </a:cubicBezTo>
                  <a:cubicBezTo>
                    <a:pt x="3660" y="7649"/>
                    <a:pt x="3859" y="7511"/>
                    <a:pt x="3831" y="7236"/>
                  </a:cubicBezTo>
                  <a:lnTo>
                    <a:pt x="3831" y="4904"/>
                  </a:lnTo>
                  <a:lnTo>
                    <a:pt x="4627" y="4468"/>
                  </a:lnTo>
                  <a:cubicBezTo>
                    <a:pt x="5954" y="3766"/>
                    <a:pt x="6826" y="2420"/>
                    <a:pt x="6902" y="922"/>
                  </a:cubicBezTo>
                  <a:cubicBezTo>
                    <a:pt x="6902" y="732"/>
                    <a:pt x="6789" y="581"/>
                    <a:pt x="6637" y="524"/>
                  </a:cubicBezTo>
                  <a:lnTo>
                    <a:pt x="5366" y="107"/>
                  </a:lnTo>
                  <a:cubicBezTo>
                    <a:pt x="5148" y="36"/>
                    <a:pt x="4922" y="1"/>
                    <a:pt x="46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5" name="Google Shape;3355;p110"/>
          <p:cNvGrpSpPr/>
          <p:nvPr/>
        </p:nvGrpSpPr>
        <p:grpSpPr>
          <a:xfrm>
            <a:off x="6693085" y="3412239"/>
            <a:ext cx="365778" cy="297855"/>
            <a:chOff x="5899913" y="4248925"/>
            <a:chExt cx="639025" cy="524300"/>
          </a:xfrm>
        </p:grpSpPr>
        <p:sp>
          <p:nvSpPr>
            <p:cNvPr id="3356" name="Google Shape;3356;p110"/>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110"/>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110"/>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110"/>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110"/>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110"/>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110"/>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110"/>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110"/>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5" name="Google Shape;3365;p110"/>
          <p:cNvGrpSpPr/>
          <p:nvPr/>
        </p:nvGrpSpPr>
        <p:grpSpPr>
          <a:xfrm>
            <a:off x="7411199" y="3378296"/>
            <a:ext cx="365736" cy="365741"/>
            <a:chOff x="6559538" y="4194875"/>
            <a:chExt cx="532600" cy="528375"/>
          </a:xfrm>
        </p:grpSpPr>
        <p:sp>
          <p:nvSpPr>
            <p:cNvPr id="3366" name="Google Shape;3366;p110"/>
            <p:cNvSpPr/>
            <p:nvPr/>
          </p:nvSpPr>
          <p:spPr>
            <a:xfrm>
              <a:off x="6728063" y="4223800"/>
              <a:ext cx="334700" cy="335175"/>
            </a:xfrm>
            <a:custGeom>
              <a:avLst/>
              <a:gdLst/>
              <a:ahLst/>
              <a:cxnLst/>
              <a:rect l="l" t="t" r="r" b="b"/>
              <a:pathLst>
                <a:path w="13388" h="13407" extrusionOk="0">
                  <a:moveTo>
                    <a:pt x="10220" y="1"/>
                  </a:moveTo>
                  <a:cubicBezTo>
                    <a:pt x="8267" y="588"/>
                    <a:pt x="5916" y="1631"/>
                    <a:pt x="4096" y="3452"/>
                  </a:cubicBezTo>
                  <a:cubicBezTo>
                    <a:pt x="3337" y="4210"/>
                    <a:pt x="2655" y="4987"/>
                    <a:pt x="2010" y="5822"/>
                  </a:cubicBezTo>
                  <a:cubicBezTo>
                    <a:pt x="1233" y="6808"/>
                    <a:pt x="569" y="7870"/>
                    <a:pt x="0" y="9007"/>
                  </a:cubicBezTo>
                  <a:cubicBezTo>
                    <a:pt x="2029" y="9747"/>
                    <a:pt x="3641" y="11358"/>
                    <a:pt x="4399" y="13406"/>
                  </a:cubicBezTo>
                  <a:cubicBezTo>
                    <a:pt x="5518" y="12837"/>
                    <a:pt x="6580" y="12155"/>
                    <a:pt x="7566" y="11377"/>
                  </a:cubicBezTo>
                  <a:cubicBezTo>
                    <a:pt x="8400" y="10733"/>
                    <a:pt x="9178" y="10050"/>
                    <a:pt x="9936" y="9292"/>
                  </a:cubicBezTo>
                  <a:cubicBezTo>
                    <a:pt x="11756" y="7471"/>
                    <a:pt x="12799" y="5139"/>
                    <a:pt x="13387" y="3167"/>
                  </a:cubicBezTo>
                  <a:lnTo>
                    <a:pt x="10239" y="20"/>
                  </a:lnTo>
                  <a:lnTo>
                    <a:pt x="102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110"/>
            <p:cNvSpPr/>
            <p:nvPr/>
          </p:nvSpPr>
          <p:spPr>
            <a:xfrm>
              <a:off x="6678763" y="4509175"/>
              <a:ext cx="101000" cy="100525"/>
            </a:xfrm>
            <a:custGeom>
              <a:avLst/>
              <a:gdLst/>
              <a:ahLst/>
              <a:cxnLst/>
              <a:rect l="l" t="t" r="r" b="b"/>
              <a:pathLst>
                <a:path w="4040" h="4021" extrusionOk="0">
                  <a:moveTo>
                    <a:pt x="1839" y="0"/>
                  </a:moveTo>
                  <a:cubicBezTo>
                    <a:pt x="1593" y="152"/>
                    <a:pt x="1384" y="323"/>
                    <a:pt x="1176" y="531"/>
                  </a:cubicBezTo>
                  <a:cubicBezTo>
                    <a:pt x="209" y="1479"/>
                    <a:pt x="0" y="4020"/>
                    <a:pt x="0" y="4020"/>
                  </a:cubicBezTo>
                  <a:cubicBezTo>
                    <a:pt x="0" y="4020"/>
                    <a:pt x="2541" y="3812"/>
                    <a:pt x="3508" y="2864"/>
                  </a:cubicBezTo>
                  <a:cubicBezTo>
                    <a:pt x="3717" y="2655"/>
                    <a:pt x="3887" y="2427"/>
                    <a:pt x="4039" y="2181"/>
                  </a:cubicBez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110"/>
            <p:cNvSpPr/>
            <p:nvPr/>
          </p:nvSpPr>
          <p:spPr>
            <a:xfrm>
              <a:off x="6891588" y="4298475"/>
              <a:ext cx="110950" cy="82725"/>
            </a:xfrm>
            <a:custGeom>
              <a:avLst/>
              <a:gdLst/>
              <a:ahLst/>
              <a:cxnLst/>
              <a:rect l="l" t="t" r="r" b="b"/>
              <a:pathLst>
                <a:path w="4438" h="3309" extrusionOk="0">
                  <a:moveTo>
                    <a:pt x="2229" y="0"/>
                  </a:moveTo>
                  <a:cubicBezTo>
                    <a:pt x="1807" y="0"/>
                    <a:pt x="1385" y="161"/>
                    <a:pt x="1063" y="484"/>
                  </a:cubicBezTo>
                  <a:cubicBezTo>
                    <a:pt x="1" y="1526"/>
                    <a:pt x="740" y="3309"/>
                    <a:pt x="2219" y="3309"/>
                  </a:cubicBezTo>
                  <a:cubicBezTo>
                    <a:pt x="3698" y="3309"/>
                    <a:pt x="4438" y="1526"/>
                    <a:pt x="3395" y="484"/>
                  </a:cubicBezTo>
                  <a:cubicBezTo>
                    <a:pt x="3073" y="161"/>
                    <a:pt x="2651" y="0"/>
                    <a:pt x="2229" y="0"/>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110"/>
            <p:cNvSpPr/>
            <p:nvPr/>
          </p:nvSpPr>
          <p:spPr>
            <a:xfrm>
              <a:off x="6984038" y="4205325"/>
              <a:ext cx="97675" cy="97675"/>
            </a:xfrm>
            <a:custGeom>
              <a:avLst/>
              <a:gdLst/>
              <a:ahLst/>
              <a:cxnLst/>
              <a:rect l="l" t="t" r="r" b="b"/>
              <a:pathLst>
                <a:path w="3907" h="3907" extrusionOk="0">
                  <a:moveTo>
                    <a:pt x="3907" y="0"/>
                  </a:moveTo>
                  <a:lnTo>
                    <a:pt x="3907" y="0"/>
                  </a:lnTo>
                  <a:cubicBezTo>
                    <a:pt x="2579" y="114"/>
                    <a:pt x="1271" y="360"/>
                    <a:pt x="0" y="759"/>
                  </a:cubicBezTo>
                  <a:lnTo>
                    <a:pt x="3148" y="3906"/>
                  </a:lnTo>
                  <a:cubicBezTo>
                    <a:pt x="3546" y="2636"/>
                    <a:pt x="3793" y="1327"/>
                    <a:pt x="39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110"/>
            <p:cNvSpPr/>
            <p:nvPr/>
          </p:nvSpPr>
          <p:spPr>
            <a:xfrm>
              <a:off x="6826663" y="4508225"/>
              <a:ext cx="109525" cy="204325"/>
            </a:xfrm>
            <a:custGeom>
              <a:avLst/>
              <a:gdLst/>
              <a:ahLst/>
              <a:cxnLst/>
              <a:rect l="l" t="t" r="r" b="b"/>
              <a:pathLst>
                <a:path w="4381" h="8173" extrusionOk="0">
                  <a:moveTo>
                    <a:pt x="3641" y="0"/>
                  </a:moveTo>
                  <a:cubicBezTo>
                    <a:pt x="2655" y="778"/>
                    <a:pt x="1593" y="1442"/>
                    <a:pt x="474" y="2010"/>
                  </a:cubicBezTo>
                  <a:cubicBezTo>
                    <a:pt x="1214" y="4039"/>
                    <a:pt x="1043" y="6296"/>
                    <a:pt x="0" y="8173"/>
                  </a:cubicBezTo>
                  <a:cubicBezTo>
                    <a:pt x="2882" y="6580"/>
                    <a:pt x="4380" y="3262"/>
                    <a:pt x="3641" y="38"/>
                  </a:cubicBezTo>
                  <a:lnTo>
                    <a:pt x="3641" y="0"/>
                  </a:ln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110"/>
            <p:cNvSpPr/>
            <p:nvPr/>
          </p:nvSpPr>
          <p:spPr>
            <a:xfrm>
              <a:off x="6573988" y="4364700"/>
              <a:ext cx="204350" cy="96150"/>
            </a:xfrm>
            <a:custGeom>
              <a:avLst/>
              <a:gdLst/>
              <a:ahLst/>
              <a:cxnLst/>
              <a:rect l="l" t="t" r="r" b="b"/>
              <a:pathLst>
                <a:path w="8174" h="3846" extrusionOk="0">
                  <a:moveTo>
                    <a:pt x="6502" y="0"/>
                  </a:moveTo>
                  <a:cubicBezTo>
                    <a:pt x="4549" y="0"/>
                    <a:pt x="2658" y="771"/>
                    <a:pt x="1252" y="2177"/>
                  </a:cubicBezTo>
                  <a:cubicBezTo>
                    <a:pt x="759" y="2670"/>
                    <a:pt x="342" y="3220"/>
                    <a:pt x="1" y="3845"/>
                  </a:cubicBezTo>
                  <a:cubicBezTo>
                    <a:pt x="1105" y="3221"/>
                    <a:pt x="2341" y="2904"/>
                    <a:pt x="3584" y="2904"/>
                  </a:cubicBezTo>
                  <a:cubicBezTo>
                    <a:pt x="4454" y="2904"/>
                    <a:pt x="5328" y="3059"/>
                    <a:pt x="6163" y="3371"/>
                  </a:cubicBezTo>
                  <a:cubicBezTo>
                    <a:pt x="6732" y="2234"/>
                    <a:pt x="7396" y="1172"/>
                    <a:pt x="8173" y="186"/>
                  </a:cubicBezTo>
                  <a:lnTo>
                    <a:pt x="8154" y="167"/>
                  </a:lnTo>
                  <a:lnTo>
                    <a:pt x="8154" y="186"/>
                  </a:lnTo>
                  <a:cubicBezTo>
                    <a:pt x="7605" y="61"/>
                    <a:pt x="7051" y="0"/>
                    <a:pt x="65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110"/>
            <p:cNvSpPr/>
            <p:nvPr/>
          </p:nvSpPr>
          <p:spPr>
            <a:xfrm>
              <a:off x="6711938" y="4448975"/>
              <a:ext cx="126125" cy="124450"/>
            </a:xfrm>
            <a:custGeom>
              <a:avLst/>
              <a:gdLst/>
              <a:ahLst/>
              <a:cxnLst/>
              <a:rect l="l" t="t" r="r" b="b"/>
              <a:pathLst>
                <a:path w="5045" h="4978" extrusionOk="0">
                  <a:moveTo>
                    <a:pt x="645" y="0"/>
                  </a:moveTo>
                  <a:cubicBezTo>
                    <a:pt x="418" y="436"/>
                    <a:pt x="228" y="910"/>
                    <a:pt x="95" y="1384"/>
                  </a:cubicBezTo>
                  <a:cubicBezTo>
                    <a:pt x="1" y="1669"/>
                    <a:pt x="95" y="1972"/>
                    <a:pt x="304" y="2181"/>
                  </a:cubicBezTo>
                  <a:lnTo>
                    <a:pt x="2845" y="4741"/>
                  </a:lnTo>
                  <a:cubicBezTo>
                    <a:pt x="3000" y="4896"/>
                    <a:pt x="3209" y="4978"/>
                    <a:pt x="3423" y="4978"/>
                  </a:cubicBezTo>
                  <a:cubicBezTo>
                    <a:pt x="3495" y="4978"/>
                    <a:pt x="3569" y="4968"/>
                    <a:pt x="3641" y="4949"/>
                  </a:cubicBezTo>
                  <a:cubicBezTo>
                    <a:pt x="4134" y="4798"/>
                    <a:pt x="4589" y="4627"/>
                    <a:pt x="5044" y="4399"/>
                  </a:cubicBezTo>
                  <a:cubicBezTo>
                    <a:pt x="4286" y="2351"/>
                    <a:pt x="2674" y="740"/>
                    <a:pt x="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110"/>
            <p:cNvSpPr/>
            <p:nvPr/>
          </p:nvSpPr>
          <p:spPr>
            <a:xfrm>
              <a:off x="6846088" y="4329500"/>
              <a:ext cx="24200" cy="20675"/>
            </a:xfrm>
            <a:custGeom>
              <a:avLst/>
              <a:gdLst/>
              <a:ahLst/>
              <a:cxnLst/>
              <a:rect l="l" t="t" r="r" b="b"/>
              <a:pathLst>
                <a:path w="968" h="827" extrusionOk="0">
                  <a:moveTo>
                    <a:pt x="551" y="1"/>
                  </a:moveTo>
                  <a:cubicBezTo>
                    <a:pt x="171" y="1"/>
                    <a:pt x="1" y="437"/>
                    <a:pt x="247" y="703"/>
                  </a:cubicBezTo>
                  <a:cubicBezTo>
                    <a:pt x="333" y="789"/>
                    <a:pt x="439" y="827"/>
                    <a:pt x="544" y="827"/>
                  </a:cubicBezTo>
                  <a:cubicBezTo>
                    <a:pt x="760" y="827"/>
                    <a:pt x="968" y="661"/>
                    <a:pt x="968" y="418"/>
                  </a:cubicBezTo>
                  <a:cubicBezTo>
                    <a:pt x="968" y="172"/>
                    <a:pt x="778"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110"/>
            <p:cNvSpPr/>
            <p:nvPr/>
          </p:nvSpPr>
          <p:spPr>
            <a:xfrm>
              <a:off x="6773288" y="4359650"/>
              <a:ext cx="69975" cy="77250"/>
            </a:xfrm>
            <a:custGeom>
              <a:avLst/>
              <a:gdLst/>
              <a:ahLst/>
              <a:cxnLst/>
              <a:rect l="l" t="t" r="r" b="b"/>
              <a:pathLst>
                <a:path w="2799" h="3090" extrusionOk="0">
                  <a:moveTo>
                    <a:pt x="2329" y="0"/>
                  </a:moveTo>
                  <a:cubicBezTo>
                    <a:pt x="2215" y="0"/>
                    <a:pt x="2104" y="48"/>
                    <a:pt x="2021" y="141"/>
                  </a:cubicBezTo>
                  <a:cubicBezTo>
                    <a:pt x="1377" y="881"/>
                    <a:pt x="789" y="1639"/>
                    <a:pt x="239" y="2436"/>
                  </a:cubicBezTo>
                  <a:cubicBezTo>
                    <a:pt x="1" y="2753"/>
                    <a:pt x="289" y="3089"/>
                    <a:pt x="582" y="3089"/>
                  </a:cubicBezTo>
                  <a:cubicBezTo>
                    <a:pt x="708" y="3089"/>
                    <a:pt x="836" y="3026"/>
                    <a:pt x="922" y="2872"/>
                  </a:cubicBezTo>
                  <a:cubicBezTo>
                    <a:pt x="1453" y="2113"/>
                    <a:pt x="2021" y="1374"/>
                    <a:pt x="2647" y="672"/>
                  </a:cubicBezTo>
                  <a:cubicBezTo>
                    <a:pt x="2799" y="502"/>
                    <a:pt x="2780" y="255"/>
                    <a:pt x="2609" y="103"/>
                  </a:cubicBezTo>
                  <a:cubicBezTo>
                    <a:pt x="2523" y="34"/>
                    <a:pt x="2424" y="0"/>
                    <a:pt x="23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110"/>
            <p:cNvSpPr/>
            <p:nvPr/>
          </p:nvSpPr>
          <p:spPr>
            <a:xfrm>
              <a:off x="6878338" y="4288150"/>
              <a:ext cx="137950" cy="103000"/>
            </a:xfrm>
            <a:custGeom>
              <a:avLst/>
              <a:gdLst/>
              <a:ahLst/>
              <a:cxnLst/>
              <a:rect l="l" t="t" r="r" b="b"/>
              <a:pathLst>
                <a:path w="5518" h="4120" extrusionOk="0">
                  <a:moveTo>
                    <a:pt x="2759" y="825"/>
                  </a:moveTo>
                  <a:cubicBezTo>
                    <a:pt x="3077" y="825"/>
                    <a:pt x="3394" y="944"/>
                    <a:pt x="3641" y="1181"/>
                  </a:cubicBezTo>
                  <a:cubicBezTo>
                    <a:pt x="4418" y="1958"/>
                    <a:pt x="3868" y="3305"/>
                    <a:pt x="2749" y="3305"/>
                  </a:cubicBezTo>
                  <a:cubicBezTo>
                    <a:pt x="1650" y="3305"/>
                    <a:pt x="1100" y="1958"/>
                    <a:pt x="1877" y="1181"/>
                  </a:cubicBezTo>
                  <a:cubicBezTo>
                    <a:pt x="2124" y="944"/>
                    <a:pt x="2441" y="825"/>
                    <a:pt x="2759" y="825"/>
                  </a:cubicBezTo>
                  <a:close/>
                  <a:moveTo>
                    <a:pt x="2757" y="1"/>
                  </a:moveTo>
                  <a:cubicBezTo>
                    <a:pt x="2228" y="1"/>
                    <a:pt x="1697" y="204"/>
                    <a:pt x="1289" y="612"/>
                  </a:cubicBezTo>
                  <a:cubicBezTo>
                    <a:pt x="0" y="1901"/>
                    <a:pt x="910" y="4120"/>
                    <a:pt x="2749" y="4120"/>
                  </a:cubicBezTo>
                  <a:cubicBezTo>
                    <a:pt x="4589" y="4120"/>
                    <a:pt x="5518" y="1901"/>
                    <a:pt x="4209" y="612"/>
                  </a:cubicBezTo>
                  <a:cubicBezTo>
                    <a:pt x="3811" y="204"/>
                    <a:pt x="3285" y="1"/>
                    <a:pt x="27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110"/>
            <p:cNvSpPr/>
            <p:nvPr/>
          </p:nvSpPr>
          <p:spPr>
            <a:xfrm>
              <a:off x="6559538" y="4637825"/>
              <a:ext cx="93450" cy="85200"/>
            </a:xfrm>
            <a:custGeom>
              <a:avLst/>
              <a:gdLst/>
              <a:ahLst/>
              <a:cxnLst/>
              <a:rect l="l" t="t" r="r" b="b"/>
              <a:pathLst>
                <a:path w="3738" h="3408" extrusionOk="0">
                  <a:moveTo>
                    <a:pt x="3153" y="1"/>
                  </a:moveTo>
                  <a:cubicBezTo>
                    <a:pt x="3059" y="1"/>
                    <a:pt x="2961" y="38"/>
                    <a:pt x="2873" y="126"/>
                  </a:cubicBezTo>
                  <a:lnTo>
                    <a:pt x="294" y="2704"/>
                  </a:lnTo>
                  <a:cubicBezTo>
                    <a:pt x="0" y="2999"/>
                    <a:pt x="277" y="3407"/>
                    <a:pt x="601" y="3407"/>
                  </a:cubicBezTo>
                  <a:cubicBezTo>
                    <a:pt x="695" y="3407"/>
                    <a:pt x="793" y="3373"/>
                    <a:pt x="882" y="3292"/>
                  </a:cubicBezTo>
                  <a:lnTo>
                    <a:pt x="3461" y="713"/>
                  </a:lnTo>
                  <a:cubicBezTo>
                    <a:pt x="3738" y="408"/>
                    <a:pt x="3466" y="1"/>
                    <a:pt x="31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110"/>
            <p:cNvSpPr/>
            <p:nvPr/>
          </p:nvSpPr>
          <p:spPr>
            <a:xfrm>
              <a:off x="6663538" y="4638225"/>
              <a:ext cx="92025" cy="84400"/>
            </a:xfrm>
            <a:custGeom>
              <a:avLst/>
              <a:gdLst/>
              <a:ahLst/>
              <a:cxnLst/>
              <a:rect l="l" t="t" r="r" b="b"/>
              <a:pathLst>
                <a:path w="3681" h="3376" extrusionOk="0">
                  <a:moveTo>
                    <a:pt x="3114" y="0"/>
                  </a:moveTo>
                  <a:cubicBezTo>
                    <a:pt x="3025" y="0"/>
                    <a:pt x="2932" y="33"/>
                    <a:pt x="2847" y="110"/>
                  </a:cubicBezTo>
                  <a:lnTo>
                    <a:pt x="268" y="2688"/>
                  </a:lnTo>
                  <a:cubicBezTo>
                    <a:pt x="0" y="2986"/>
                    <a:pt x="269" y="3376"/>
                    <a:pt x="580" y="3376"/>
                  </a:cubicBezTo>
                  <a:cubicBezTo>
                    <a:pt x="665" y="3376"/>
                    <a:pt x="755" y="3346"/>
                    <a:pt x="837" y="3276"/>
                  </a:cubicBezTo>
                  <a:lnTo>
                    <a:pt x="3416" y="697"/>
                  </a:lnTo>
                  <a:cubicBezTo>
                    <a:pt x="3680" y="389"/>
                    <a:pt x="3420" y="0"/>
                    <a:pt x="31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110"/>
            <p:cNvSpPr/>
            <p:nvPr/>
          </p:nvSpPr>
          <p:spPr>
            <a:xfrm>
              <a:off x="6559638" y="4534775"/>
              <a:ext cx="90225" cy="85350"/>
            </a:xfrm>
            <a:custGeom>
              <a:avLst/>
              <a:gdLst/>
              <a:ahLst/>
              <a:cxnLst/>
              <a:rect l="l" t="t" r="r" b="b"/>
              <a:pathLst>
                <a:path w="3609" h="3414" extrusionOk="0">
                  <a:moveTo>
                    <a:pt x="3163" y="0"/>
                  </a:moveTo>
                  <a:cubicBezTo>
                    <a:pt x="3059" y="0"/>
                    <a:pt x="2954" y="38"/>
                    <a:pt x="2869" y="114"/>
                  </a:cubicBezTo>
                  <a:lnTo>
                    <a:pt x="290" y="2693"/>
                  </a:lnTo>
                  <a:cubicBezTo>
                    <a:pt x="0" y="2998"/>
                    <a:pt x="276" y="3413"/>
                    <a:pt x="592" y="3413"/>
                  </a:cubicBezTo>
                  <a:cubicBezTo>
                    <a:pt x="689" y="3413"/>
                    <a:pt x="789" y="3374"/>
                    <a:pt x="878" y="3281"/>
                  </a:cubicBezTo>
                  <a:lnTo>
                    <a:pt x="3457" y="702"/>
                  </a:lnTo>
                  <a:cubicBezTo>
                    <a:pt x="3609" y="550"/>
                    <a:pt x="3609" y="285"/>
                    <a:pt x="3457" y="114"/>
                  </a:cubicBezTo>
                  <a:cubicBezTo>
                    <a:pt x="3372" y="38"/>
                    <a:pt x="3267" y="0"/>
                    <a:pt x="31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110"/>
            <p:cNvSpPr/>
            <p:nvPr/>
          </p:nvSpPr>
          <p:spPr>
            <a:xfrm>
              <a:off x="6561088" y="4194875"/>
              <a:ext cx="531050" cy="528375"/>
            </a:xfrm>
            <a:custGeom>
              <a:avLst/>
              <a:gdLst/>
              <a:ahLst/>
              <a:cxnLst/>
              <a:rect l="l" t="t" r="r" b="b"/>
              <a:pathLst>
                <a:path w="21242" h="21135" extrusionOk="0">
                  <a:moveTo>
                    <a:pt x="20369" y="854"/>
                  </a:moveTo>
                  <a:cubicBezTo>
                    <a:pt x="20275" y="1764"/>
                    <a:pt x="20104" y="2656"/>
                    <a:pt x="19857" y="3528"/>
                  </a:cubicBezTo>
                  <a:lnTo>
                    <a:pt x="17696" y="1366"/>
                  </a:lnTo>
                  <a:cubicBezTo>
                    <a:pt x="18587" y="1139"/>
                    <a:pt x="19478" y="968"/>
                    <a:pt x="20369" y="854"/>
                  </a:cubicBezTo>
                  <a:close/>
                  <a:moveTo>
                    <a:pt x="7010" y="7196"/>
                  </a:moveTo>
                  <a:cubicBezTo>
                    <a:pt x="7329" y="7196"/>
                    <a:pt x="7649" y="7218"/>
                    <a:pt x="7969" y="7263"/>
                  </a:cubicBezTo>
                  <a:cubicBezTo>
                    <a:pt x="7419" y="8022"/>
                    <a:pt x="6907" y="8818"/>
                    <a:pt x="6471" y="9652"/>
                  </a:cubicBezTo>
                  <a:cubicBezTo>
                    <a:pt x="5701" y="9408"/>
                    <a:pt x="4898" y="9285"/>
                    <a:pt x="4095" y="9285"/>
                  </a:cubicBezTo>
                  <a:cubicBezTo>
                    <a:pt x="3277" y="9285"/>
                    <a:pt x="2458" y="9413"/>
                    <a:pt x="1673" y="9671"/>
                  </a:cubicBezTo>
                  <a:cubicBezTo>
                    <a:pt x="1806" y="9520"/>
                    <a:pt x="1939" y="9387"/>
                    <a:pt x="2072" y="9254"/>
                  </a:cubicBezTo>
                  <a:cubicBezTo>
                    <a:pt x="3380" y="7929"/>
                    <a:pt x="5171" y="7196"/>
                    <a:pt x="7010" y="7196"/>
                  </a:cubicBezTo>
                  <a:close/>
                  <a:moveTo>
                    <a:pt x="16805" y="1632"/>
                  </a:moveTo>
                  <a:lnTo>
                    <a:pt x="19611" y="4438"/>
                  </a:lnTo>
                  <a:cubicBezTo>
                    <a:pt x="18853" y="6808"/>
                    <a:pt x="17753" y="8742"/>
                    <a:pt x="16331" y="10164"/>
                  </a:cubicBezTo>
                  <a:cubicBezTo>
                    <a:pt x="14833" y="11662"/>
                    <a:pt x="13145" y="12952"/>
                    <a:pt x="11287" y="13994"/>
                  </a:cubicBezTo>
                  <a:cubicBezTo>
                    <a:pt x="10509" y="12174"/>
                    <a:pt x="9068" y="10733"/>
                    <a:pt x="7248" y="9937"/>
                  </a:cubicBezTo>
                  <a:cubicBezTo>
                    <a:pt x="8272" y="8097"/>
                    <a:pt x="9561" y="6410"/>
                    <a:pt x="11078" y="4912"/>
                  </a:cubicBezTo>
                  <a:cubicBezTo>
                    <a:pt x="12500" y="3490"/>
                    <a:pt x="14434" y="2371"/>
                    <a:pt x="16805" y="1632"/>
                  </a:cubicBezTo>
                  <a:close/>
                  <a:moveTo>
                    <a:pt x="6888" y="10676"/>
                  </a:moveTo>
                  <a:cubicBezTo>
                    <a:pt x="7703" y="11037"/>
                    <a:pt x="8443" y="11530"/>
                    <a:pt x="9068" y="12174"/>
                  </a:cubicBezTo>
                  <a:cubicBezTo>
                    <a:pt x="9694" y="12781"/>
                    <a:pt x="10206" y="13539"/>
                    <a:pt x="10547" y="14355"/>
                  </a:cubicBezTo>
                  <a:cubicBezTo>
                    <a:pt x="10225" y="14487"/>
                    <a:pt x="9903" y="14620"/>
                    <a:pt x="9561" y="14715"/>
                  </a:cubicBezTo>
                  <a:lnTo>
                    <a:pt x="9580" y="14715"/>
                  </a:lnTo>
                  <a:cubicBezTo>
                    <a:pt x="9542" y="14725"/>
                    <a:pt x="9504" y="14729"/>
                    <a:pt x="9467" y="14729"/>
                  </a:cubicBezTo>
                  <a:cubicBezTo>
                    <a:pt x="9356" y="14729"/>
                    <a:pt x="9253" y="14687"/>
                    <a:pt x="9182" y="14601"/>
                  </a:cubicBezTo>
                  <a:lnTo>
                    <a:pt x="6622" y="12060"/>
                  </a:lnTo>
                  <a:cubicBezTo>
                    <a:pt x="6528" y="11966"/>
                    <a:pt x="6490" y="11814"/>
                    <a:pt x="6528" y="11662"/>
                  </a:cubicBezTo>
                  <a:cubicBezTo>
                    <a:pt x="6622" y="11340"/>
                    <a:pt x="6736" y="10999"/>
                    <a:pt x="6888" y="10676"/>
                  </a:cubicBezTo>
                  <a:close/>
                  <a:moveTo>
                    <a:pt x="6509" y="13103"/>
                  </a:moveTo>
                  <a:lnTo>
                    <a:pt x="8215" y="14810"/>
                  </a:lnTo>
                  <a:cubicBezTo>
                    <a:pt x="8120" y="14924"/>
                    <a:pt x="8025" y="15037"/>
                    <a:pt x="7931" y="15132"/>
                  </a:cubicBezTo>
                  <a:cubicBezTo>
                    <a:pt x="7362" y="15701"/>
                    <a:pt x="6035" y="16004"/>
                    <a:pt x="5200" y="16118"/>
                  </a:cubicBezTo>
                  <a:cubicBezTo>
                    <a:pt x="5314" y="15284"/>
                    <a:pt x="5617" y="13957"/>
                    <a:pt x="6186" y="13388"/>
                  </a:cubicBezTo>
                  <a:cubicBezTo>
                    <a:pt x="6281" y="13274"/>
                    <a:pt x="6395" y="13179"/>
                    <a:pt x="6509" y="13103"/>
                  </a:cubicBezTo>
                  <a:close/>
                  <a:moveTo>
                    <a:pt x="13979" y="13255"/>
                  </a:moveTo>
                  <a:cubicBezTo>
                    <a:pt x="14283" y="15436"/>
                    <a:pt x="13562" y="17635"/>
                    <a:pt x="11988" y="19171"/>
                  </a:cubicBezTo>
                  <a:cubicBezTo>
                    <a:pt x="11856" y="19304"/>
                    <a:pt x="11723" y="19436"/>
                    <a:pt x="11571" y="19550"/>
                  </a:cubicBezTo>
                  <a:cubicBezTo>
                    <a:pt x="12083" y="17995"/>
                    <a:pt x="12083" y="16327"/>
                    <a:pt x="11590" y="14753"/>
                  </a:cubicBezTo>
                  <a:cubicBezTo>
                    <a:pt x="12425" y="14317"/>
                    <a:pt x="13221" y="13805"/>
                    <a:pt x="13979" y="13255"/>
                  </a:cubicBezTo>
                  <a:close/>
                  <a:moveTo>
                    <a:pt x="20806" y="1"/>
                  </a:moveTo>
                  <a:cubicBezTo>
                    <a:pt x="18701" y="115"/>
                    <a:pt x="13695" y="1120"/>
                    <a:pt x="10490" y="4343"/>
                  </a:cubicBezTo>
                  <a:cubicBezTo>
                    <a:pt x="9789" y="5026"/>
                    <a:pt x="9144" y="5746"/>
                    <a:pt x="8537" y="6524"/>
                  </a:cubicBezTo>
                  <a:cubicBezTo>
                    <a:pt x="8032" y="6423"/>
                    <a:pt x="7525" y="6374"/>
                    <a:pt x="7023" y="6374"/>
                  </a:cubicBezTo>
                  <a:cubicBezTo>
                    <a:pt x="4212" y="6374"/>
                    <a:pt x="1556" y="7904"/>
                    <a:pt x="156" y="10430"/>
                  </a:cubicBezTo>
                  <a:cubicBezTo>
                    <a:pt x="1" y="10726"/>
                    <a:pt x="242" y="11047"/>
                    <a:pt x="533" y="11047"/>
                  </a:cubicBezTo>
                  <a:cubicBezTo>
                    <a:pt x="596" y="11047"/>
                    <a:pt x="661" y="11032"/>
                    <a:pt x="725" y="10999"/>
                  </a:cubicBezTo>
                  <a:cubicBezTo>
                    <a:pt x="1777" y="10418"/>
                    <a:pt x="2945" y="10123"/>
                    <a:pt x="4120" y="10123"/>
                  </a:cubicBezTo>
                  <a:cubicBezTo>
                    <a:pt x="4788" y="10123"/>
                    <a:pt x="5458" y="10218"/>
                    <a:pt x="6110" y="10411"/>
                  </a:cubicBezTo>
                  <a:cubicBezTo>
                    <a:pt x="5959" y="10752"/>
                    <a:pt x="5826" y="11093"/>
                    <a:pt x="5731" y="11435"/>
                  </a:cubicBezTo>
                  <a:cubicBezTo>
                    <a:pt x="5617" y="11814"/>
                    <a:pt x="5693" y="12212"/>
                    <a:pt x="5921" y="12515"/>
                  </a:cubicBezTo>
                  <a:cubicBezTo>
                    <a:pt x="5807" y="12610"/>
                    <a:pt x="5693" y="12705"/>
                    <a:pt x="5598" y="12800"/>
                  </a:cubicBezTo>
                  <a:cubicBezTo>
                    <a:pt x="4537" y="13862"/>
                    <a:pt x="4309" y="16459"/>
                    <a:pt x="4309" y="16573"/>
                  </a:cubicBezTo>
                  <a:cubicBezTo>
                    <a:pt x="4290" y="16801"/>
                    <a:pt x="4480" y="17009"/>
                    <a:pt x="4726" y="17009"/>
                  </a:cubicBezTo>
                  <a:lnTo>
                    <a:pt x="4745" y="17009"/>
                  </a:lnTo>
                  <a:cubicBezTo>
                    <a:pt x="4859" y="17009"/>
                    <a:pt x="7457" y="16782"/>
                    <a:pt x="8518" y="15720"/>
                  </a:cubicBezTo>
                  <a:cubicBezTo>
                    <a:pt x="8613" y="15606"/>
                    <a:pt x="8727" y="15492"/>
                    <a:pt x="8822" y="15379"/>
                  </a:cubicBezTo>
                  <a:cubicBezTo>
                    <a:pt x="9008" y="15503"/>
                    <a:pt x="9226" y="15570"/>
                    <a:pt x="9450" y="15570"/>
                  </a:cubicBezTo>
                  <a:cubicBezTo>
                    <a:pt x="9569" y="15570"/>
                    <a:pt x="9690" y="15551"/>
                    <a:pt x="9808" y="15511"/>
                  </a:cubicBezTo>
                  <a:cubicBezTo>
                    <a:pt x="10149" y="15417"/>
                    <a:pt x="10509" y="15284"/>
                    <a:pt x="10832" y="15132"/>
                  </a:cubicBezTo>
                  <a:lnTo>
                    <a:pt x="10832" y="15132"/>
                  </a:lnTo>
                  <a:cubicBezTo>
                    <a:pt x="11382" y="16934"/>
                    <a:pt x="11173" y="18868"/>
                    <a:pt x="10263" y="20517"/>
                  </a:cubicBezTo>
                  <a:cubicBezTo>
                    <a:pt x="10092" y="20813"/>
                    <a:pt x="10330" y="21135"/>
                    <a:pt x="10620" y="21135"/>
                  </a:cubicBezTo>
                  <a:cubicBezTo>
                    <a:pt x="10683" y="21135"/>
                    <a:pt x="10749" y="21120"/>
                    <a:pt x="10813" y="21086"/>
                  </a:cubicBezTo>
                  <a:cubicBezTo>
                    <a:pt x="13790" y="19436"/>
                    <a:pt x="15383" y="16042"/>
                    <a:pt x="14719" y="12705"/>
                  </a:cubicBezTo>
                  <a:cubicBezTo>
                    <a:pt x="15496" y="12098"/>
                    <a:pt x="16217" y="11454"/>
                    <a:pt x="16899" y="10752"/>
                  </a:cubicBezTo>
                  <a:cubicBezTo>
                    <a:pt x="18492" y="9178"/>
                    <a:pt x="19687" y="7055"/>
                    <a:pt x="20464" y="4457"/>
                  </a:cubicBezTo>
                  <a:cubicBezTo>
                    <a:pt x="20862" y="3149"/>
                    <a:pt x="21109" y="1802"/>
                    <a:pt x="21242" y="437"/>
                  </a:cubicBezTo>
                  <a:cubicBezTo>
                    <a:pt x="21242" y="323"/>
                    <a:pt x="21204" y="210"/>
                    <a:pt x="21109" y="134"/>
                  </a:cubicBezTo>
                  <a:cubicBezTo>
                    <a:pt x="21033" y="39"/>
                    <a:pt x="20919" y="1"/>
                    <a:pt x="208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0" name="Google Shape;3380;p110"/>
          <p:cNvGrpSpPr/>
          <p:nvPr/>
        </p:nvGrpSpPr>
        <p:grpSpPr>
          <a:xfrm>
            <a:off x="8129277" y="3391060"/>
            <a:ext cx="365765" cy="340214"/>
            <a:chOff x="7511638" y="4248450"/>
            <a:chExt cx="625025" cy="575075"/>
          </a:xfrm>
        </p:grpSpPr>
        <p:sp>
          <p:nvSpPr>
            <p:cNvPr id="3381" name="Google Shape;3381;p110"/>
            <p:cNvSpPr/>
            <p:nvPr/>
          </p:nvSpPr>
          <p:spPr>
            <a:xfrm>
              <a:off x="7525388" y="4498275"/>
              <a:ext cx="219500" cy="191975"/>
            </a:xfrm>
            <a:custGeom>
              <a:avLst/>
              <a:gdLst/>
              <a:ahLst/>
              <a:cxnLst/>
              <a:rect l="l" t="t" r="r" b="b"/>
              <a:pathLst>
                <a:path w="8780" h="7679" extrusionOk="0">
                  <a:moveTo>
                    <a:pt x="5935" y="0"/>
                  </a:moveTo>
                  <a:lnTo>
                    <a:pt x="1840" y="2370"/>
                  </a:lnTo>
                  <a:cubicBezTo>
                    <a:pt x="475" y="3148"/>
                    <a:pt x="0" y="4892"/>
                    <a:pt x="797" y="6258"/>
                  </a:cubicBezTo>
                  <a:cubicBezTo>
                    <a:pt x="1318" y="7173"/>
                    <a:pt x="2274" y="7679"/>
                    <a:pt x="3259" y="7679"/>
                  </a:cubicBezTo>
                  <a:cubicBezTo>
                    <a:pt x="3743" y="7679"/>
                    <a:pt x="4234" y="7557"/>
                    <a:pt x="4684" y="7300"/>
                  </a:cubicBezTo>
                  <a:lnTo>
                    <a:pt x="8780" y="4930"/>
                  </a:lnTo>
                  <a:lnTo>
                    <a:pt x="59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110"/>
            <p:cNvSpPr/>
            <p:nvPr/>
          </p:nvSpPr>
          <p:spPr>
            <a:xfrm>
              <a:off x="7822613" y="4287375"/>
              <a:ext cx="196275" cy="289125"/>
            </a:xfrm>
            <a:custGeom>
              <a:avLst/>
              <a:gdLst/>
              <a:ahLst/>
              <a:cxnLst/>
              <a:rect l="l" t="t" r="r" b="b"/>
              <a:pathLst>
                <a:path w="7851" h="11565" extrusionOk="0">
                  <a:moveTo>
                    <a:pt x="1157" y="1"/>
                  </a:moveTo>
                  <a:cubicBezTo>
                    <a:pt x="844" y="1"/>
                    <a:pt x="530" y="152"/>
                    <a:pt x="342" y="453"/>
                  </a:cubicBezTo>
                  <a:lnTo>
                    <a:pt x="0" y="890"/>
                  </a:lnTo>
                  <a:lnTo>
                    <a:pt x="38" y="928"/>
                  </a:lnTo>
                  <a:lnTo>
                    <a:pt x="6144" y="11508"/>
                  </a:lnTo>
                  <a:lnTo>
                    <a:pt x="6144" y="11565"/>
                  </a:lnTo>
                  <a:lnTo>
                    <a:pt x="6675" y="11451"/>
                  </a:lnTo>
                  <a:cubicBezTo>
                    <a:pt x="7395" y="11432"/>
                    <a:pt x="7850" y="10655"/>
                    <a:pt x="7490" y="10029"/>
                  </a:cubicBezTo>
                  <a:lnTo>
                    <a:pt x="1972" y="472"/>
                  </a:lnTo>
                  <a:cubicBezTo>
                    <a:pt x="1791" y="157"/>
                    <a:pt x="1475" y="1"/>
                    <a:pt x="1157" y="1"/>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110"/>
            <p:cNvSpPr/>
            <p:nvPr/>
          </p:nvSpPr>
          <p:spPr>
            <a:xfrm>
              <a:off x="7642463" y="4645225"/>
              <a:ext cx="136550" cy="166575"/>
            </a:xfrm>
            <a:custGeom>
              <a:avLst/>
              <a:gdLst/>
              <a:ahLst/>
              <a:cxnLst/>
              <a:rect l="l" t="t" r="r" b="b"/>
              <a:pathLst>
                <a:path w="5462" h="6663" extrusionOk="0">
                  <a:moveTo>
                    <a:pt x="2466" y="0"/>
                  </a:moveTo>
                  <a:lnTo>
                    <a:pt x="1" y="1422"/>
                  </a:lnTo>
                  <a:lnTo>
                    <a:pt x="2599" y="5954"/>
                  </a:lnTo>
                  <a:cubicBezTo>
                    <a:pt x="2864" y="6409"/>
                    <a:pt x="3340" y="6662"/>
                    <a:pt x="3831" y="6662"/>
                  </a:cubicBezTo>
                  <a:cubicBezTo>
                    <a:pt x="4076" y="6662"/>
                    <a:pt x="4324" y="6599"/>
                    <a:pt x="4552" y="6466"/>
                  </a:cubicBezTo>
                  <a:cubicBezTo>
                    <a:pt x="5234" y="6068"/>
                    <a:pt x="5462" y="5215"/>
                    <a:pt x="5064" y="4532"/>
                  </a:cubicBezTo>
                  <a:lnTo>
                    <a:pt x="5064" y="4513"/>
                  </a:lnTo>
                  <a:lnTo>
                    <a:pt x="24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110"/>
            <p:cNvSpPr/>
            <p:nvPr/>
          </p:nvSpPr>
          <p:spPr>
            <a:xfrm>
              <a:off x="7918838" y="4378350"/>
              <a:ext cx="76825" cy="85350"/>
            </a:xfrm>
            <a:custGeom>
              <a:avLst/>
              <a:gdLst/>
              <a:ahLst/>
              <a:cxnLst/>
              <a:rect l="l" t="t" r="r" b="b"/>
              <a:pathLst>
                <a:path w="3073" h="3414" extrusionOk="0">
                  <a:moveTo>
                    <a:pt x="2124" y="0"/>
                  </a:moveTo>
                  <a:lnTo>
                    <a:pt x="1" y="114"/>
                  </a:lnTo>
                  <a:lnTo>
                    <a:pt x="1897" y="3413"/>
                  </a:lnTo>
                  <a:lnTo>
                    <a:pt x="3072" y="1631"/>
                  </a:lnTo>
                  <a:lnTo>
                    <a:pt x="212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110"/>
            <p:cNvSpPr/>
            <p:nvPr/>
          </p:nvSpPr>
          <p:spPr>
            <a:xfrm>
              <a:off x="7673763" y="4309600"/>
              <a:ext cx="301975" cy="311950"/>
            </a:xfrm>
            <a:custGeom>
              <a:avLst/>
              <a:gdLst/>
              <a:ahLst/>
              <a:cxnLst/>
              <a:rect l="l" t="t" r="r" b="b"/>
              <a:pathLst>
                <a:path w="12079" h="12478" extrusionOk="0">
                  <a:moveTo>
                    <a:pt x="5916" y="1"/>
                  </a:moveTo>
                  <a:lnTo>
                    <a:pt x="0" y="7547"/>
                  </a:lnTo>
                  <a:lnTo>
                    <a:pt x="2845" y="12477"/>
                  </a:lnTo>
                  <a:lnTo>
                    <a:pt x="12079" y="10676"/>
                  </a:lnTo>
                  <a:lnTo>
                    <a:pt x="12079" y="10619"/>
                  </a:lnTo>
                  <a:lnTo>
                    <a:pt x="5954" y="39"/>
                  </a:lnTo>
                  <a:lnTo>
                    <a:pt x="5916" y="1"/>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110"/>
            <p:cNvSpPr/>
            <p:nvPr/>
          </p:nvSpPr>
          <p:spPr>
            <a:xfrm>
              <a:off x="7665238" y="4592275"/>
              <a:ext cx="29875" cy="23800"/>
            </a:xfrm>
            <a:custGeom>
              <a:avLst/>
              <a:gdLst/>
              <a:ahLst/>
              <a:cxnLst/>
              <a:rect l="l" t="t" r="r" b="b"/>
              <a:pathLst>
                <a:path w="1195" h="952" extrusionOk="0">
                  <a:moveTo>
                    <a:pt x="610" y="0"/>
                  </a:moveTo>
                  <a:cubicBezTo>
                    <a:pt x="263" y="0"/>
                    <a:pt x="1" y="389"/>
                    <a:pt x="190" y="715"/>
                  </a:cubicBezTo>
                  <a:cubicBezTo>
                    <a:pt x="278" y="867"/>
                    <a:pt x="434" y="951"/>
                    <a:pt x="596" y="951"/>
                  </a:cubicBezTo>
                  <a:cubicBezTo>
                    <a:pt x="676" y="951"/>
                    <a:pt x="759" y="930"/>
                    <a:pt x="834" y="886"/>
                  </a:cubicBezTo>
                  <a:cubicBezTo>
                    <a:pt x="1195" y="677"/>
                    <a:pt x="1138" y="127"/>
                    <a:pt x="721" y="14"/>
                  </a:cubicBezTo>
                  <a:cubicBezTo>
                    <a:pt x="683" y="5"/>
                    <a:pt x="646" y="0"/>
                    <a:pt x="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110"/>
            <p:cNvSpPr/>
            <p:nvPr/>
          </p:nvSpPr>
          <p:spPr>
            <a:xfrm>
              <a:off x="7511638" y="4275475"/>
              <a:ext cx="521475" cy="548050"/>
            </a:xfrm>
            <a:custGeom>
              <a:avLst/>
              <a:gdLst/>
              <a:ahLst/>
              <a:cxnLst/>
              <a:rect l="l" t="t" r="r" b="b"/>
              <a:pathLst>
                <a:path w="20859" h="21922" extrusionOk="0">
                  <a:moveTo>
                    <a:pt x="18147" y="4608"/>
                  </a:moveTo>
                  <a:lnTo>
                    <a:pt x="18791" y="5727"/>
                  </a:lnTo>
                  <a:lnTo>
                    <a:pt x="18204" y="6618"/>
                  </a:lnTo>
                  <a:lnTo>
                    <a:pt x="17085" y="4665"/>
                  </a:lnTo>
                  <a:lnTo>
                    <a:pt x="18147" y="4608"/>
                  </a:lnTo>
                  <a:close/>
                  <a:moveTo>
                    <a:pt x="13575" y="948"/>
                  </a:moveTo>
                  <a:cubicBezTo>
                    <a:pt x="13733" y="948"/>
                    <a:pt x="13890" y="1024"/>
                    <a:pt x="13975" y="1176"/>
                  </a:cubicBezTo>
                  <a:lnTo>
                    <a:pt x="19493" y="10733"/>
                  </a:lnTo>
                  <a:cubicBezTo>
                    <a:pt x="19683" y="11036"/>
                    <a:pt x="19455" y="11434"/>
                    <a:pt x="19095" y="11453"/>
                  </a:cubicBezTo>
                  <a:cubicBezTo>
                    <a:pt x="19000" y="11453"/>
                    <a:pt x="18924" y="11472"/>
                    <a:pt x="18829" y="11491"/>
                  </a:cubicBezTo>
                  <a:lnTo>
                    <a:pt x="13008" y="1385"/>
                  </a:lnTo>
                  <a:cubicBezTo>
                    <a:pt x="13122" y="1214"/>
                    <a:pt x="13141" y="1214"/>
                    <a:pt x="13160" y="1176"/>
                  </a:cubicBezTo>
                  <a:cubicBezTo>
                    <a:pt x="13255" y="1024"/>
                    <a:pt x="13416" y="948"/>
                    <a:pt x="13575" y="948"/>
                  </a:cubicBezTo>
                  <a:close/>
                  <a:moveTo>
                    <a:pt x="12364" y="2200"/>
                  </a:moveTo>
                  <a:lnTo>
                    <a:pt x="17862" y="11700"/>
                  </a:lnTo>
                  <a:lnTo>
                    <a:pt x="9576" y="13311"/>
                  </a:lnTo>
                  <a:lnTo>
                    <a:pt x="7054" y="8950"/>
                  </a:lnTo>
                  <a:lnTo>
                    <a:pt x="12364" y="2200"/>
                  </a:lnTo>
                  <a:close/>
                  <a:moveTo>
                    <a:pt x="9159" y="14487"/>
                  </a:moveTo>
                  <a:lnTo>
                    <a:pt x="9633" y="15321"/>
                  </a:lnTo>
                  <a:lnTo>
                    <a:pt x="8818" y="15795"/>
                  </a:lnTo>
                  <a:lnTo>
                    <a:pt x="8344" y="14961"/>
                  </a:lnTo>
                  <a:lnTo>
                    <a:pt x="9159" y="14487"/>
                  </a:lnTo>
                  <a:close/>
                  <a:moveTo>
                    <a:pt x="6315" y="9576"/>
                  </a:moveTo>
                  <a:lnTo>
                    <a:pt x="8685" y="13691"/>
                  </a:lnTo>
                  <a:lnTo>
                    <a:pt x="4987" y="15814"/>
                  </a:lnTo>
                  <a:cubicBezTo>
                    <a:pt x="4612" y="16033"/>
                    <a:pt x="4204" y="16137"/>
                    <a:pt x="3801" y="16137"/>
                  </a:cubicBezTo>
                  <a:cubicBezTo>
                    <a:pt x="2983" y="16137"/>
                    <a:pt x="2190" y="15711"/>
                    <a:pt x="1745" y="14961"/>
                  </a:cubicBezTo>
                  <a:lnTo>
                    <a:pt x="1745" y="14942"/>
                  </a:lnTo>
                  <a:cubicBezTo>
                    <a:pt x="1100" y="13804"/>
                    <a:pt x="1499" y="12363"/>
                    <a:pt x="2617" y="11719"/>
                  </a:cubicBezTo>
                  <a:lnTo>
                    <a:pt x="6315" y="9576"/>
                  </a:lnTo>
                  <a:close/>
                  <a:moveTo>
                    <a:pt x="7528" y="15454"/>
                  </a:moveTo>
                  <a:cubicBezTo>
                    <a:pt x="9737" y="19288"/>
                    <a:pt x="9886" y="19550"/>
                    <a:pt x="9893" y="19550"/>
                  </a:cubicBezTo>
                  <a:cubicBezTo>
                    <a:pt x="9894" y="19550"/>
                    <a:pt x="9891" y="19543"/>
                    <a:pt x="9892" y="19543"/>
                  </a:cubicBezTo>
                  <a:lnTo>
                    <a:pt x="9892" y="19543"/>
                  </a:lnTo>
                  <a:cubicBezTo>
                    <a:pt x="9893" y="19543"/>
                    <a:pt x="9895" y="19545"/>
                    <a:pt x="9899" y="19550"/>
                  </a:cubicBezTo>
                  <a:cubicBezTo>
                    <a:pt x="10328" y="20304"/>
                    <a:pt x="9687" y="20987"/>
                    <a:pt x="9040" y="20987"/>
                  </a:cubicBezTo>
                  <a:cubicBezTo>
                    <a:pt x="8743" y="20987"/>
                    <a:pt x="8445" y="20843"/>
                    <a:pt x="8249" y="20498"/>
                  </a:cubicBezTo>
                  <a:lnTo>
                    <a:pt x="5879" y="16402"/>
                  </a:lnTo>
                  <a:lnTo>
                    <a:pt x="7528" y="15454"/>
                  </a:lnTo>
                  <a:close/>
                  <a:moveTo>
                    <a:pt x="13558" y="0"/>
                  </a:moveTo>
                  <a:cubicBezTo>
                    <a:pt x="13084" y="0"/>
                    <a:pt x="12629" y="247"/>
                    <a:pt x="12382" y="664"/>
                  </a:cubicBezTo>
                  <a:lnTo>
                    <a:pt x="6182" y="8552"/>
                  </a:lnTo>
                  <a:lnTo>
                    <a:pt x="2143" y="10884"/>
                  </a:lnTo>
                  <a:cubicBezTo>
                    <a:pt x="607" y="11738"/>
                    <a:pt x="1" y="13634"/>
                    <a:pt x="778" y="15226"/>
                  </a:cubicBezTo>
                  <a:cubicBezTo>
                    <a:pt x="1342" y="16397"/>
                    <a:pt x="2526" y="17096"/>
                    <a:pt x="3766" y="17096"/>
                  </a:cubicBezTo>
                  <a:cubicBezTo>
                    <a:pt x="4193" y="17096"/>
                    <a:pt x="4627" y="17013"/>
                    <a:pt x="5044" y="16838"/>
                  </a:cubicBezTo>
                  <a:lnTo>
                    <a:pt x="7434" y="20972"/>
                  </a:lnTo>
                  <a:cubicBezTo>
                    <a:pt x="7778" y="21584"/>
                    <a:pt x="8413" y="21921"/>
                    <a:pt x="9069" y="21921"/>
                  </a:cubicBezTo>
                  <a:cubicBezTo>
                    <a:pt x="9389" y="21921"/>
                    <a:pt x="9714" y="21841"/>
                    <a:pt x="10012" y="21673"/>
                  </a:cubicBezTo>
                  <a:cubicBezTo>
                    <a:pt x="10922" y="21142"/>
                    <a:pt x="11226" y="19986"/>
                    <a:pt x="10714" y="19076"/>
                  </a:cubicBezTo>
                  <a:lnTo>
                    <a:pt x="9292" y="16611"/>
                  </a:lnTo>
                  <a:lnTo>
                    <a:pt x="10524" y="15909"/>
                  </a:lnTo>
                  <a:cubicBezTo>
                    <a:pt x="10752" y="15776"/>
                    <a:pt x="10828" y="15473"/>
                    <a:pt x="10695" y="15245"/>
                  </a:cubicBezTo>
                  <a:lnTo>
                    <a:pt x="10088" y="14184"/>
                  </a:lnTo>
                  <a:lnTo>
                    <a:pt x="19171" y="12401"/>
                  </a:lnTo>
                  <a:cubicBezTo>
                    <a:pt x="20233" y="12344"/>
                    <a:pt x="20858" y="11188"/>
                    <a:pt x="20308" y="10277"/>
                  </a:cubicBezTo>
                  <a:lnTo>
                    <a:pt x="18735" y="7547"/>
                  </a:lnTo>
                  <a:lnTo>
                    <a:pt x="19740" y="6011"/>
                  </a:lnTo>
                  <a:cubicBezTo>
                    <a:pt x="19834" y="5859"/>
                    <a:pt x="19853" y="5670"/>
                    <a:pt x="19758" y="5518"/>
                  </a:cubicBezTo>
                  <a:lnTo>
                    <a:pt x="18810" y="3869"/>
                  </a:lnTo>
                  <a:cubicBezTo>
                    <a:pt x="18724" y="3730"/>
                    <a:pt x="18573" y="3639"/>
                    <a:pt x="18418" y="3639"/>
                  </a:cubicBezTo>
                  <a:cubicBezTo>
                    <a:pt x="18403" y="3639"/>
                    <a:pt x="18389" y="3639"/>
                    <a:pt x="18374" y="3641"/>
                  </a:cubicBezTo>
                  <a:lnTo>
                    <a:pt x="16554" y="3736"/>
                  </a:lnTo>
                  <a:lnTo>
                    <a:pt x="14791" y="702"/>
                  </a:lnTo>
                  <a:cubicBezTo>
                    <a:pt x="14544" y="285"/>
                    <a:pt x="14089" y="0"/>
                    <a:pt x="135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110"/>
            <p:cNvSpPr/>
            <p:nvPr/>
          </p:nvSpPr>
          <p:spPr>
            <a:xfrm>
              <a:off x="7570588" y="4616100"/>
              <a:ext cx="82350" cy="38775"/>
            </a:xfrm>
            <a:custGeom>
              <a:avLst/>
              <a:gdLst/>
              <a:ahLst/>
              <a:cxnLst/>
              <a:rect l="l" t="t" r="r" b="b"/>
              <a:pathLst>
                <a:path w="3294" h="1551" extrusionOk="0">
                  <a:moveTo>
                    <a:pt x="2746" y="0"/>
                  </a:moveTo>
                  <a:cubicBezTo>
                    <a:pt x="2665" y="0"/>
                    <a:pt x="2585" y="21"/>
                    <a:pt x="2516" y="66"/>
                  </a:cubicBezTo>
                  <a:lnTo>
                    <a:pt x="1681" y="540"/>
                  </a:lnTo>
                  <a:cubicBezTo>
                    <a:pt x="1606" y="584"/>
                    <a:pt x="1523" y="605"/>
                    <a:pt x="1443" y="605"/>
                  </a:cubicBezTo>
                  <a:cubicBezTo>
                    <a:pt x="1281" y="605"/>
                    <a:pt x="1125" y="521"/>
                    <a:pt x="1037" y="369"/>
                  </a:cubicBezTo>
                  <a:cubicBezTo>
                    <a:pt x="935" y="196"/>
                    <a:pt x="785" y="124"/>
                    <a:pt x="637" y="124"/>
                  </a:cubicBezTo>
                  <a:cubicBezTo>
                    <a:pt x="314" y="124"/>
                    <a:pt x="0" y="466"/>
                    <a:pt x="221" y="843"/>
                  </a:cubicBezTo>
                  <a:cubicBezTo>
                    <a:pt x="474" y="1298"/>
                    <a:pt x="946" y="1551"/>
                    <a:pt x="1435" y="1551"/>
                  </a:cubicBezTo>
                  <a:cubicBezTo>
                    <a:pt x="1679" y="1551"/>
                    <a:pt x="1928" y="1488"/>
                    <a:pt x="2155" y="1355"/>
                  </a:cubicBezTo>
                  <a:lnTo>
                    <a:pt x="2990" y="881"/>
                  </a:lnTo>
                  <a:cubicBezTo>
                    <a:pt x="3198" y="748"/>
                    <a:pt x="3293" y="464"/>
                    <a:pt x="3160" y="236"/>
                  </a:cubicBezTo>
                  <a:cubicBezTo>
                    <a:pt x="3072" y="85"/>
                    <a:pt x="2908" y="0"/>
                    <a:pt x="27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110"/>
            <p:cNvSpPr/>
            <p:nvPr/>
          </p:nvSpPr>
          <p:spPr>
            <a:xfrm>
              <a:off x="8035713" y="4299250"/>
              <a:ext cx="100950" cy="61025"/>
            </a:xfrm>
            <a:custGeom>
              <a:avLst/>
              <a:gdLst/>
              <a:ahLst/>
              <a:cxnLst/>
              <a:rect l="l" t="t" r="r" b="b"/>
              <a:pathLst>
                <a:path w="4038" h="2441" extrusionOk="0">
                  <a:moveTo>
                    <a:pt x="3350" y="0"/>
                  </a:moveTo>
                  <a:cubicBezTo>
                    <a:pt x="3271" y="0"/>
                    <a:pt x="3186" y="23"/>
                    <a:pt x="3100" y="73"/>
                  </a:cubicBezTo>
                  <a:lnTo>
                    <a:pt x="464" y="1533"/>
                  </a:lnTo>
                  <a:cubicBezTo>
                    <a:pt x="1" y="1805"/>
                    <a:pt x="265" y="2440"/>
                    <a:pt x="688" y="2440"/>
                  </a:cubicBezTo>
                  <a:cubicBezTo>
                    <a:pt x="767" y="2440"/>
                    <a:pt x="852" y="2418"/>
                    <a:pt x="938" y="2368"/>
                  </a:cubicBezTo>
                  <a:lnTo>
                    <a:pt x="3574" y="889"/>
                  </a:lnTo>
                  <a:cubicBezTo>
                    <a:pt x="4037" y="633"/>
                    <a:pt x="3774" y="0"/>
                    <a:pt x="33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110"/>
            <p:cNvSpPr/>
            <p:nvPr/>
          </p:nvSpPr>
          <p:spPr>
            <a:xfrm>
              <a:off x="8041188" y="4411175"/>
              <a:ext cx="80325" cy="36275"/>
            </a:xfrm>
            <a:custGeom>
              <a:avLst/>
              <a:gdLst/>
              <a:ahLst/>
              <a:cxnLst/>
              <a:rect l="l" t="t" r="r" b="b"/>
              <a:pathLst>
                <a:path w="3213" h="1451" extrusionOk="0">
                  <a:moveTo>
                    <a:pt x="658" y="1"/>
                  </a:moveTo>
                  <a:cubicBezTo>
                    <a:pt x="160" y="1"/>
                    <a:pt x="1" y="766"/>
                    <a:pt x="530" y="924"/>
                  </a:cubicBezTo>
                  <a:lnTo>
                    <a:pt x="2369" y="1417"/>
                  </a:lnTo>
                  <a:cubicBezTo>
                    <a:pt x="2433" y="1440"/>
                    <a:pt x="2493" y="1450"/>
                    <a:pt x="2549" y="1450"/>
                  </a:cubicBezTo>
                  <a:cubicBezTo>
                    <a:pt x="3057" y="1450"/>
                    <a:pt x="3213" y="610"/>
                    <a:pt x="2615" y="507"/>
                  </a:cubicBezTo>
                  <a:lnTo>
                    <a:pt x="776" y="14"/>
                  </a:lnTo>
                  <a:cubicBezTo>
                    <a:pt x="735" y="5"/>
                    <a:pt x="695" y="1"/>
                    <a:pt x="6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110"/>
            <p:cNvSpPr/>
            <p:nvPr/>
          </p:nvSpPr>
          <p:spPr>
            <a:xfrm>
              <a:off x="7977063" y="4248450"/>
              <a:ext cx="39875" cy="69725"/>
            </a:xfrm>
            <a:custGeom>
              <a:avLst/>
              <a:gdLst/>
              <a:ahLst/>
              <a:cxnLst/>
              <a:rect l="l" t="t" r="r" b="b"/>
              <a:pathLst>
                <a:path w="1595" h="2789" extrusionOk="0">
                  <a:moveTo>
                    <a:pt x="1019" y="1"/>
                  </a:moveTo>
                  <a:cubicBezTo>
                    <a:pt x="822" y="1"/>
                    <a:pt x="627" y="115"/>
                    <a:pt x="573" y="380"/>
                  </a:cubicBezTo>
                  <a:lnTo>
                    <a:pt x="80" y="2200"/>
                  </a:lnTo>
                  <a:cubicBezTo>
                    <a:pt x="1" y="2562"/>
                    <a:pt x="278" y="2789"/>
                    <a:pt x="552" y="2789"/>
                  </a:cubicBezTo>
                  <a:cubicBezTo>
                    <a:pt x="737" y="2789"/>
                    <a:pt x="921" y="2684"/>
                    <a:pt x="990" y="2447"/>
                  </a:cubicBezTo>
                  <a:lnTo>
                    <a:pt x="1483" y="607"/>
                  </a:lnTo>
                  <a:cubicBezTo>
                    <a:pt x="1595" y="238"/>
                    <a:pt x="1304" y="1"/>
                    <a:pt x="10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2" name="Google Shape;3392;p110"/>
          <p:cNvGrpSpPr/>
          <p:nvPr/>
        </p:nvGrpSpPr>
        <p:grpSpPr>
          <a:xfrm>
            <a:off x="1685101" y="4099004"/>
            <a:ext cx="365747" cy="310906"/>
            <a:chOff x="1527388" y="5229650"/>
            <a:chExt cx="547525" cy="470500"/>
          </a:xfrm>
        </p:grpSpPr>
        <p:sp>
          <p:nvSpPr>
            <p:cNvPr id="3393" name="Google Shape;3393;p110"/>
            <p:cNvSpPr/>
            <p:nvPr/>
          </p:nvSpPr>
          <p:spPr>
            <a:xfrm>
              <a:off x="1537813" y="5236825"/>
              <a:ext cx="348925" cy="320950"/>
            </a:xfrm>
            <a:custGeom>
              <a:avLst/>
              <a:gdLst/>
              <a:ahLst/>
              <a:cxnLst/>
              <a:rect l="l" t="t" r="r" b="b"/>
              <a:pathLst>
                <a:path w="13957" h="12838" extrusionOk="0">
                  <a:moveTo>
                    <a:pt x="854" y="0"/>
                  </a:moveTo>
                  <a:cubicBezTo>
                    <a:pt x="380" y="0"/>
                    <a:pt x="1" y="379"/>
                    <a:pt x="1" y="853"/>
                  </a:cubicBezTo>
                  <a:lnTo>
                    <a:pt x="1" y="9405"/>
                  </a:lnTo>
                  <a:cubicBezTo>
                    <a:pt x="1" y="9879"/>
                    <a:pt x="380" y="10258"/>
                    <a:pt x="854" y="10258"/>
                  </a:cubicBezTo>
                  <a:lnTo>
                    <a:pt x="2579" y="10258"/>
                  </a:lnTo>
                  <a:lnTo>
                    <a:pt x="2579" y="12837"/>
                  </a:lnTo>
                  <a:lnTo>
                    <a:pt x="5139" y="10277"/>
                  </a:lnTo>
                  <a:lnTo>
                    <a:pt x="13103" y="10277"/>
                  </a:lnTo>
                  <a:cubicBezTo>
                    <a:pt x="13577" y="10277"/>
                    <a:pt x="13956" y="9879"/>
                    <a:pt x="13956" y="9424"/>
                  </a:cubicBezTo>
                  <a:lnTo>
                    <a:pt x="13956" y="853"/>
                  </a:lnTo>
                  <a:cubicBezTo>
                    <a:pt x="13956" y="379"/>
                    <a:pt x="13577" y="0"/>
                    <a:pt x="131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110"/>
            <p:cNvSpPr/>
            <p:nvPr/>
          </p:nvSpPr>
          <p:spPr>
            <a:xfrm>
              <a:off x="1715588" y="5364800"/>
              <a:ext cx="348900" cy="321425"/>
            </a:xfrm>
            <a:custGeom>
              <a:avLst/>
              <a:gdLst/>
              <a:ahLst/>
              <a:cxnLst/>
              <a:rect l="l" t="t" r="r" b="b"/>
              <a:pathLst>
                <a:path w="13956" h="12857" extrusionOk="0">
                  <a:moveTo>
                    <a:pt x="853" y="1"/>
                  </a:moveTo>
                  <a:cubicBezTo>
                    <a:pt x="379" y="1"/>
                    <a:pt x="0" y="399"/>
                    <a:pt x="0" y="873"/>
                  </a:cubicBezTo>
                  <a:lnTo>
                    <a:pt x="0" y="9425"/>
                  </a:lnTo>
                  <a:cubicBezTo>
                    <a:pt x="0" y="9899"/>
                    <a:pt x="379" y="10278"/>
                    <a:pt x="853" y="10278"/>
                  </a:cubicBezTo>
                  <a:lnTo>
                    <a:pt x="8817" y="10278"/>
                  </a:lnTo>
                  <a:lnTo>
                    <a:pt x="11377" y="12857"/>
                  </a:lnTo>
                  <a:lnTo>
                    <a:pt x="11377" y="10278"/>
                  </a:lnTo>
                  <a:lnTo>
                    <a:pt x="13084" y="10278"/>
                  </a:lnTo>
                  <a:cubicBezTo>
                    <a:pt x="13558" y="10278"/>
                    <a:pt x="13956" y="9899"/>
                    <a:pt x="13937" y="9425"/>
                  </a:cubicBezTo>
                  <a:lnTo>
                    <a:pt x="13937" y="873"/>
                  </a:lnTo>
                  <a:cubicBezTo>
                    <a:pt x="13937" y="399"/>
                    <a:pt x="13558" y="1"/>
                    <a:pt x="130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110"/>
            <p:cNvSpPr/>
            <p:nvPr/>
          </p:nvSpPr>
          <p:spPr>
            <a:xfrm>
              <a:off x="1985788" y="5422100"/>
              <a:ext cx="25150" cy="21600"/>
            </a:xfrm>
            <a:custGeom>
              <a:avLst/>
              <a:gdLst/>
              <a:ahLst/>
              <a:cxnLst/>
              <a:rect l="l" t="t" r="r" b="b"/>
              <a:pathLst>
                <a:path w="1006" h="864" extrusionOk="0">
                  <a:moveTo>
                    <a:pt x="569" y="0"/>
                  </a:moveTo>
                  <a:cubicBezTo>
                    <a:pt x="190" y="0"/>
                    <a:pt x="0" y="474"/>
                    <a:pt x="266" y="740"/>
                  </a:cubicBezTo>
                  <a:cubicBezTo>
                    <a:pt x="351" y="825"/>
                    <a:pt x="458" y="864"/>
                    <a:pt x="564" y="864"/>
                  </a:cubicBezTo>
                  <a:cubicBezTo>
                    <a:pt x="787" y="864"/>
                    <a:pt x="1005" y="694"/>
                    <a:pt x="1005" y="437"/>
                  </a:cubicBezTo>
                  <a:cubicBezTo>
                    <a:pt x="1005" y="190"/>
                    <a:pt x="816" y="0"/>
                    <a:pt x="5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110"/>
            <p:cNvSpPr/>
            <p:nvPr/>
          </p:nvSpPr>
          <p:spPr>
            <a:xfrm>
              <a:off x="1811813" y="5293850"/>
              <a:ext cx="25150" cy="21625"/>
            </a:xfrm>
            <a:custGeom>
              <a:avLst/>
              <a:gdLst/>
              <a:ahLst/>
              <a:cxnLst/>
              <a:rect l="l" t="t" r="r" b="b"/>
              <a:pathLst>
                <a:path w="1006" h="865" extrusionOk="0">
                  <a:moveTo>
                    <a:pt x="427" y="1"/>
                  </a:moveTo>
                  <a:cubicBezTo>
                    <a:pt x="210" y="1"/>
                    <a:pt x="0" y="171"/>
                    <a:pt x="0" y="428"/>
                  </a:cubicBezTo>
                  <a:cubicBezTo>
                    <a:pt x="0" y="656"/>
                    <a:pt x="190" y="864"/>
                    <a:pt x="418" y="864"/>
                  </a:cubicBezTo>
                  <a:cubicBezTo>
                    <a:pt x="816" y="864"/>
                    <a:pt x="1005" y="390"/>
                    <a:pt x="721" y="125"/>
                  </a:cubicBezTo>
                  <a:cubicBezTo>
                    <a:pt x="635" y="39"/>
                    <a:pt x="530" y="1"/>
                    <a:pt x="4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110"/>
            <p:cNvSpPr/>
            <p:nvPr/>
          </p:nvSpPr>
          <p:spPr>
            <a:xfrm>
              <a:off x="1527388" y="5229650"/>
              <a:ext cx="547525" cy="470500"/>
            </a:xfrm>
            <a:custGeom>
              <a:avLst/>
              <a:gdLst/>
              <a:ahLst/>
              <a:cxnLst/>
              <a:rect l="l" t="t" r="r" b="b"/>
              <a:pathLst>
                <a:path w="21901" h="18820" extrusionOk="0">
                  <a:moveTo>
                    <a:pt x="13520" y="853"/>
                  </a:moveTo>
                  <a:cubicBezTo>
                    <a:pt x="13748" y="853"/>
                    <a:pt x="13937" y="1043"/>
                    <a:pt x="13937" y="1289"/>
                  </a:cubicBezTo>
                  <a:lnTo>
                    <a:pt x="13937" y="5139"/>
                  </a:lnTo>
                  <a:lnTo>
                    <a:pt x="2996" y="5139"/>
                  </a:lnTo>
                  <a:cubicBezTo>
                    <a:pt x="2978" y="5137"/>
                    <a:pt x="2960" y="5136"/>
                    <a:pt x="2943" y="5136"/>
                  </a:cubicBezTo>
                  <a:cubicBezTo>
                    <a:pt x="2383" y="5136"/>
                    <a:pt x="2388" y="5993"/>
                    <a:pt x="2960" y="5993"/>
                  </a:cubicBezTo>
                  <a:cubicBezTo>
                    <a:pt x="2972" y="5993"/>
                    <a:pt x="2984" y="5993"/>
                    <a:pt x="2996" y="5992"/>
                  </a:cubicBezTo>
                  <a:lnTo>
                    <a:pt x="7168" y="5992"/>
                  </a:lnTo>
                  <a:cubicBezTo>
                    <a:pt x="7111" y="6125"/>
                    <a:pt x="7092" y="6276"/>
                    <a:pt x="7092" y="6428"/>
                  </a:cubicBezTo>
                  <a:lnTo>
                    <a:pt x="7092" y="7698"/>
                  </a:lnTo>
                  <a:lnTo>
                    <a:pt x="2996" y="7698"/>
                  </a:lnTo>
                  <a:cubicBezTo>
                    <a:pt x="2984" y="7698"/>
                    <a:pt x="2972" y="7697"/>
                    <a:pt x="2960" y="7697"/>
                  </a:cubicBezTo>
                  <a:cubicBezTo>
                    <a:pt x="2388" y="7697"/>
                    <a:pt x="2383" y="8554"/>
                    <a:pt x="2943" y="8554"/>
                  </a:cubicBezTo>
                  <a:cubicBezTo>
                    <a:pt x="2960" y="8554"/>
                    <a:pt x="2978" y="8553"/>
                    <a:pt x="2996" y="8552"/>
                  </a:cubicBezTo>
                  <a:lnTo>
                    <a:pt x="7111" y="8552"/>
                  </a:lnTo>
                  <a:lnTo>
                    <a:pt x="7111" y="10277"/>
                  </a:lnTo>
                  <a:lnTo>
                    <a:pt x="5556" y="10277"/>
                  </a:lnTo>
                  <a:cubicBezTo>
                    <a:pt x="5442" y="10277"/>
                    <a:pt x="5348" y="10315"/>
                    <a:pt x="5253" y="10391"/>
                  </a:cubicBezTo>
                  <a:lnTo>
                    <a:pt x="3414" y="12230"/>
                  </a:lnTo>
                  <a:lnTo>
                    <a:pt x="3414" y="10694"/>
                  </a:lnTo>
                  <a:cubicBezTo>
                    <a:pt x="3414" y="10467"/>
                    <a:pt x="3224" y="10277"/>
                    <a:pt x="2996" y="10277"/>
                  </a:cubicBezTo>
                  <a:lnTo>
                    <a:pt x="1271" y="10277"/>
                  </a:lnTo>
                  <a:cubicBezTo>
                    <a:pt x="1043" y="10277"/>
                    <a:pt x="854" y="10088"/>
                    <a:pt x="854" y="9841"/>
                  </a:cubicBezTo>
                  <a:lnTo>
                    <a:pt x="854" y="1289"/>
                  </a:lnTo>
                  <a:cubicBezTo>
                    <a:pt x="854" y="1043"/>
                    <a:pt x="1043" y="853"/>
                    <a:pt x="1271" y="853"/>
                  </a:cubicBezTo>
                  <a:close/>
                  <a:moveTo>
                    <a:pt x="20612" y="5992"/>
                  </a:moveTo>
                  <a:cubicBezTo>
                    <a:pt x="20839" y="5992"/>
                    <a:pt x="21029" y="6182"/>
                    <a:pt x="21048" y="6428"/>
                  </a:cubicBezTo>
                  <a:lnTo>
                    <a:pt x="21048" y="14980"/>
                  </a:lnTo>
                  <a:cubicBezTo>
                    <a:pt x="21048" y="15207"/>
                    <a:pt x="20839" y="15397"/>
                    <a:pt x="20612" y="15416"/>
                  </a:cubicBezTo>
                  <a:lnTo>
                    <a:pt x="18905" y="15416"/>
                  </a:lnTo>
                  <a:cubicBezTo>
                    <a:pt x="18659" y="15416"/>
                    <a:pt x="18469" y="15605"/>
                    <a:pt x="18469" y="15833"/>
                  </a:cubicBezTo>
                  <a:lnTo>
                    <a:pt x="18469" y="17369"/>
                  </a:lnTo>
                  <a:lnTo>
                    <a:pt x="16630" y="15530"/>
                  </a:lnTo>
                  <a:cubicBezTo>
                    <a:pt x="16554" y="15454"/>
                    <a:pt x="16459" y="15416"/>
                    <a:pt x="16345" y="15416"/>
                  </a:cubicBezTo>
                  <a:lnTo>
                    <a:pt x="8381" y="15416"/>
                  </a:lnTo>
                  <a:cubicBezTo>
                    <a:pt x="8135" y="15416"/>
                    <a:pt x="7945" y="15207"/>
                    <a:pt x="7945" y="14980"/>
                  </a:cubicBezTo>
                  <a:lnTo>
                    <a:pt x="7945" y="6428"/>
                  </a:lnTo>
                  <a:cubicBezTo>
                    <a:pt x="7945" y="6182"/>
                    <a:pt x="8135" y="5992"/>
                    <a:pt x="8381" y="5992"/>
                  </a:cubicBezTo>
                  <a:close/>
                  <a:moveTo>
                    <a:pt x="1271" y="0"/>
                  </a:moveTo>
                  <a:cubicBezTo>
                    <a:pt x="569" y="0"/>
                    <a:pt x="0" y="569"/>
                    <a:pt x="0" y="1289"/>
                  </a:cubicBezTo>
                  <a:lnTo>
                    <a:pt x="0" y="9841"/>
                  </a:lnTo>
                  <a:cubicBezTo>
                    <a:pt x="0" y="10543"/>
                    <a:pt x="569" y="11130"/>
                    <a:pt x="1271" y="11130"/>
                  </a:cubicBezTo>
                  <a:lnTo>
                    <a:pt x="2560" y="11130"/>
                  </a:lnTo>
                  <a:lnTo>
                    <a:pt x="2560" y="13254"/>
                  </a:lnTo>
                  <a:cubicBezTo>
                    <a:pt x="2560" y="13511"/>
                    <a:pt x="2769" y="13690"/>
                    <a:pt x="2992" y="13690"/>
                  </a:cubicBezTo>
                  <a:cubicBezTo>
                    <a:pt x="3099" y="13690"/>
                    <a:pt x="3208" y="13649"/>
                    <a:pt x="3300" y="13558"/>
                  </a:cubicBezTo>
                  <a:lnTo>
                    <a:pt x="5727" y="11112"/>
                  </a:lnTo>
                  <a:lnTo>
                    <a:pt x="7111" y="11112"/>
                  </a:lnTo>
                  <a:lnTo>
                    <a:pt x="7111" y="14980"/>
                  </a:lnTo>
                  <a:cubicBezTo>
                    <a:pt x="7111" y="15681"/>
                    <a:pt x="7680" y="16250"/>
                    <a:pt x="8381" y="16250"/>
                  </a:cubicBezTo>
                  <a:lnTo>
                    <a:pt x="16175" y="16250"/>
                  </a:lnTo>
                  <a:lnTo>
                    <a:pt x="18621" y="18696"/>
                  </a:lnTo>
                  <a:cubicBezTo>
                    <a:pt x="18706" y="18782"/>
                    <a:pt x="18811" y="18820"/>
                    <a:pt x="18914" y="18820"/>
                  </a:cubicBezTo>
                  <a:cubicBezTo>
                    <a:pt x="19132" y="18820"/>
                    <a:pt x="19341" y="18650"/>
                    <a:pt x="19341" y="18393"/>
                  </a:cubicBezTo>
                  <a:lnTo>
                    <a:pt x="19341" y="16269"/>
                  </a:lnTo>
                  <a:lnTo>
                    <a:pt x="20612" y="16269"/>
                  </a:lnTo>
                  <a:cubicBezTo>
                    <a:pt x="21313" y="16269"/>
                    <a:pt x="21901" y="15681"/>
                    <a:pt x="21901" y="14980"/>
                  </a:cubicBezTo>
                  <a:lnTo>
                    <a:pt x="21901" y="6428"/>
                  </a:lnTo>
                  <a:cubicBezTo>
                    <a:pt x="21901" y="5708"/>
                    <a:pt x="21313" y="5139"/>
                    <a:pt x="20612" y="5139"/>
                  </a:cubicBezTo>
                  <a:lnTo>
                    <a:pt x="14790" y="5139"/>
                  </a:lnTo>
                  <a:lnTo>
                    <a:pt x="14790" y="1289"/>
                  </a:lnTo>
                  <a:cubicBezTo>
                    <a:pt x="14790" y="569"/>
                    <a:pt x="14222" y="0"/>
                    <a:pt x="135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110"/>
            <p:cNvSpPr/>
            <p:nvPr/>
          </p:nvSpPr>
          <p:spPr>
            <a:xfrm>
              <a:off x="1586938" y="5293600"/>
              <a:ext cx="208025" cy="21900"/>
            </a:xfrm>
            <a:custGeom>
              <a:avLst/>
              <a:gdLst/>
              <a:ahLst/>
              <a:cxnLst/>
              <a:rect l="l" t="t" r="r" b="b"/>
              <a:pathLst>
                <a:path w="8321" h="876" extrusionOk="0">
                  <a:moveTo>
                    <a:pt x="578" y="1"/>
                  </a:moveTo>
                  <a:cubicBezTo>
                    <a:pt x="1" y="1"/>
                    <a:pt x="1" y="875"/>
                    <a:pt x="578" y="875"/>
                  </a:cubicBezTo>
                  <a:cubicBezTo>
                    <a:pt x="590" y="875"/>
                    <a:pt x="602" y="875"/>
                    <a:pt x="614" y="874"/>
                  </a:cubicBezTo>
                  <a:lnTo>
                    <a:pt x="7725" y="874"/>
                  </a:lnTo>
                  <a:cubicBezTo>
                    <a:pt x="7737" y="875"/>
                    <a:pt x="7749" y="875"/>
                    <a:pt x="7760" y="875"/>
                  </a:cubicBezTo>
                  <a:cubicBezTo>
                    <a:pt x="8320" y="875"/>
                    <a:pt x="8320" y="1"/>
                    <a:pt x="7760" y="1"/>
                  </a:cubicBezTo>
                  <a:cubicBezTo>
                    <a:pt x="7749" y="1"/>
                    <a:pt x="7737" y="1"/>
                    <a:pt x="7725" y="2"/>
                  </a:cubicBezTo>
                  <a:lnTo>
                    <a:pt x="614" y="2"/>
                  </a:lnTo>
                  <a:cubicBezTo>
                    <a:pt x="602" y="1"/>
                    <a:pt x="590" y="1"/>
                    <a:pt x="5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110"/>
            <p:cNvSpPr/>
            <p:nvPr/>
          </p:nvSpPr>
          <p:spPr>
            <a:xfrm>
              <a:off x="1766313" y="5422075"/>
              <a:ext cx="206400" cy="21450"/>
            </a:xfrm>
            <a:custGeom>
              <a:avLst/>
              <a:gdLst/>
              <a:ahLst/>
              <a:cxnLst/>
              <a:rect l="l" t="t" r="r" b="b"/>
              <a:pathLst>
                <a:path w="8256" h="858" extrusionOk="0">
                  <a:moveTo>
                    <a:pt x="7678" y="0"/>
                  </a:moveTo>
                  <a:cubicBezTo>
                    <a:pt x="7666" y="0"/>
                    <a:pt x="7654" y="1"/>
                    <a:pt x="7642" y="1"/>
                  </a:cubicBezTo>
                  <a:lnTo>
                    <a:pt x="531" y="1"/>
                  </a:lnTo>
                  <a:cubicBezTo>
                    <a:pt x="0" y="39"/>
                    <a:pt x="0" y="817"/>
                    <a:pt x="531" y="855"/>
                  </a:cubicBezTo>
                  <a:lnTo>
                    <a:pt x="7642" y="855"/>
                  </a:lnTo>
                  <a:cubicBezTo>
                    <a:pt x="7660" y="856"/>
                    <a:pt x="7677" y="857"/>
                    <a:pt x="7695" y="857"/>
                  </a:cubicBezTo>
                  <a:cubicBezTo>
                    <a:pt x="8255" y="857"/>
                    <a:pt x="8250" y="0"/>
                    <a:pt x="76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110"/>
            <p:cNvSpPr/>
            <p:nvPr/>
          </p:nvSpPr>
          <p:spPr>
            <a:xfrm>
              <a:off x="1766313" y="5486575"/>
              <a:ext cx="246975" cy="21350"/>
            </a:xfrm>
            <a:custGeom>
              <a:avLst/>
              <a:gdLst/>
              <a:ahLst/>
              <a:cxnLst/>
              <a:rect l="l" t="t" r="r" b="b"/>
              <a:pathLst>
                <a:path w="9879" h="854" extrusionOk="0">
                  <a:moveTo>
                    <a:pt x="531" y="0"/>
                  </a:moveTo>
                  <a:cubicBezTo>
                    <a:pt x="0" y="38"/>
                    <a:pt x="0" y="816"/>
                    <a:pt x="531" y="853"/>
                  </a:cubicBezTo>
                  <a:lnTo>
                    <a:pt x="9348" y="853"/>
                  </a:lnTo>
                  <a:cubicBezTo>
                    <a:pt x="9879" y="816"/>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110"/>
            <p:cNvSpPr/>
            <p:nvPr/>
          </p:nvSpPr>
          <p:spPr>
            <a:xfrm>
              <a:off x="1766313" y="5550575"/>
              <a:ext cx="246975" cy="21350"/>
            </a:xfrm>
            <a:custGeom>
              <a:avLst/>
              <a:gdLst/>
              <a:ahLst/>
              <a:cxnLst/>
              <a:rect l="l" t="t" r="r" b="b"/>
              <a:pathLst>
                <a:path w="9879" h="854" extrusionOk="0">
                  <a:moveTo>
                    <a:pt x="531" y="0"/>
                  </a:moveTo>
                  <a:cubicBezTo>
                    <a:pt x="0" y="38"/>
                    <a:pt x="0" y="815"/>
                    <a:pt x="531" y="853"/>
                  </a:cubicBezTo>
                  <a:lnTo>
                    <a:pt x="9348" y="853"/>
                  </a:lnTo>
                  <a:cubicBezTo>
                    <a:pt x="9879" y="815"/>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2" name="Google Shape;3402;p110"/>
          <p:cNvGrpSpPr/>
          <p:nvPr/>
        </p:nvGrpSpPr>
        <p:grpSpPr>
          <a:xfrm>
            <a:off x="2449420" y="4071570"/>
            <a:ext cx="264589" cy="365774"/>
            <a:chOff x="2141263" y="5264900"/>
            <a:chExt cx="314800" cy="434050"/>
          </a:xfrm>
        </p:grpSpPr>
        <p:sp>
          <p:nvSpPr>
            <p:cNvPr id="3403" name="Google Shape;3403;p110"/>
            <p:cNvSpPr/>
            <p:nvPr/>
          </p:nvSpPr>
          <p:spPr>
            <a:xfrm>
              <a:off x="2150263" y="5269850"/>
              <a:ext cx="297250" cy="417325"/>
            </a:xfrm>
            <a:custGeom>
              <a:avLst/>
              <a:gdLst/>
              <a:ahLst/>
              <a:cxnLst/>
              <a:rect l="l" t="t" r="r" b="b"/>
              <a:pathLst>
                <a:path w="11890" h="16693" extrusionOk="0">
                  <a:moveTo>
                    <a:pt x="6440" y="2713"/>
                  </a:moveTo>
                  <a:cubicBezTo>
                    <a:pt x="7837" y="2713"/>
                    <a:pt x="9178" y="3790"/>
                    <a:pt x="9178" y="5430"/>
                  </a:cubicBezTo>
                  <a:cubicBezTo>
                    <a:pt x="9178" y="6927"/>
                    <a:pt x="7965" y="8141"/>
                    <a:pt x="6467" y="8141"/>
                  </a:cubicBezTo>
                  <a:cubicBezTo>
                    <a:pt x="4040" y="8141"/>
                    <a:pt x="2826" y="5221"/>
                    <a:pt x="4533" y="3514"/>
                  </a:cubicBezTo>
                  <a:cubicBezTo>
                    <a:pt x="5086" y="2961"/>
                    <a:pt x="5769" y="2713"/>
                    <a:pt x="6440" y="2713"/>
                  </a:cubicBezTo>
                  <a:close/>
                  <a:moveTo>
                    <a:pt x="6445" y="1"/>
                  </a:moveTo>
                  <a:cubicBezTo>
                    <a:pt x="5491" y="1"/>
                    <a:pt x="4513" y="257"/>
                    <a:pt x="3604" y="822"/>
                  </a:cubicBezTo>
                  <a:cubicBezTo>
                    <a:pt x="1" y="3059"/>
                    <a:pt x="247" y="8406"/>
                    <a:pt x="4059" y="10284"/>
                  </a:cubicBezTo>
                  <a:lnTo>
                    <a:pt x="6467" y="16693"/>
                  </a:lnTo>
                  <a:lnTo>
                    <a:pt x="8856" y="10284"/>
                  </a:lnTo>
                  <a:cubicBezTo>
                    <a:pt x="10714" y="9373"/>
                    <a:pt x="11890" y="7496"/>
                    <a:pt x="11890" y="5430"/>
                  </a:cubicBezTo>
                  <a:cubicBezTo>
                    <a:pt x="11890" y="2254"/>
                    <a:pt x="9272" y="1"/>
                    <a:pt x="6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110"/>
            <p:cNvSpPr/>
            <p:nvPr/>
          </p:nvSpPr>
          <p:spPr>
            <a:xfrm>
              <a:off x="2303388" y="5298950"/>
              <a:ext cx="19925" cy="17000"/>
            </a:xfrm>
            <a:custGeom>
              <a:avLst/>
              <a:gdLst/>
              <a:ahLst/>
              <a:cxnLst/>
              <a:rect l="l" t="t" r="r" b="b"/>
              <a:pathLst>
                <a:path w="797" h="680" extrusionOk="0">
                  <a:moveTo>
                    <a:pt x="329" y="1"/>
                  </a:moveTo>
                  <a:cubicBezTo>
                    <a:pt x="161" y="1"/>
                    <a:pt x="0" y="136"/>
                    <a:pt x="0" y="338"/>
                  </a:cubicBezTo>
                  <a:cubicBezTo>
                    <a:pt x="0" y="527"/>
                    <a:pt x="152" y="679"/>
                    <a:pt x="342" y="679"/>
                  </a:cubicBezTo>
                  <a:cubicBezTo>
                    <a:pt x="645" y="679"/>
                    <a:pt x="797" y="319"/>
                    <a:pt x="569" y="110"/>
                  </a:cubicBezTo>
                  <a:cubicBezTo>
                    <a:pt x="500" y="34"/>
                    <a:pt x="413" y="1"/>
                    <a:pt x="3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110"/>
            <p:cNvSpPr/>
            <p:nvPr/>
          </p:nvSpPr>
          <p:spPr>
            <a:xfrm>
              <a:off x="2209538" y="5332975"/>
              <a:ext cx="178725" cy="152750"/>
            </a:xfrm>
            <a:custGeom>
              <a:avLst/>
              <a:gdLst/>
              <a:ahLst/>
              <a:cxnLst/>
              <a:rect l="l" t="t" r="r" b="b"/>
              <a:pathLst>
                <a:path w="7149" h="6110" extrusionOk="0">
                  <a:moveTo>
                    <a:pt x="4073" y="683"/>
                  </a:moveTo>
                  <a:cubicBezTo>
                    <a:pt x="5295" y="683"/>
                    <a:pt x="6466" y="1630"/>
                    <a:pt x="6466" y="3054"/>
                  </a:cubicBezTo>
                  <a:cubicBezTo>
                    <a:pt x="6466" y="4362"/>
                    <a:pt x="5404" y="5424"/>
                    <a:pt x="4096" y="5424"/>
                  </a:cubicBezTo>
                  <a:cubicBezTo>
                    <a:pt x="1972" y="5424"/>
                    <a:pt x="910" y="2864"/>
                    <a:pt x="2408" y="1385"/>
                  </a:cubicBezTo>
                  <a:cubicBezTo>
                    <a:pt x="2893" y="900"/>
                    <a:pt x="3489" y="683"/>
                    <a:pt x="4073" y="683"/>
                  </a:cubicBezTo>
                  <a:close/>
                  <a:moveTo>
                    <a:pt x="4096" y="1"/>
                  </a:moveTo>
                  <a:cubicBezTo>
                    <a:pt x="1365" y="1"/>
                    <a:pt x="0" y="3281"/>
                    <a:pt x="1934" y="5215"/>
                  </a:cubicBezTo>
                  <a:cubicBezTo>
                    <a:pt x="2552" y="5833"/>
                    <a:pt x="3314" y="6109"/>
                    <a:pt x="4062" y="6109"/>
                  </a:cubicBezTo>
                  <a:cubicBezTo>
                    <a:pt x="5635" y="6109"/>
                    <a:pt x="7149" y="4890"/>
                    <a:pt x="7149" y="3054"/>
                  </a:cubicBezTo>
                  <a:cubicBezTo>
                    <a:pt x="7130" y="1366"/>
                    <a:pt x="5764" y="1"/>
                    <a:pt x="40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110"/>
            <p:cNvSpPr/>
            <p:nvPr/>
          </p:nvSpPr>
          <p:spPr>
            <a:xfrm>
              <a:off x="2141263" y="5264900"/>
              <a:ext cx="314800" cy="434050"/>
            </a:xfrm>
            <a:custGeom>
              <a:avLst/>
              <a:gdLst/>
              <a:ahLst/>
              <a:cxnLst/>
              <a:rect l="l" t="t" r="r" b="b"/>
              <a:pathLst>
                <a:path w="12592" h="17362" extrusionOk="0">
                  <a:moveTo>
                    <a:pt x="6827" y="676"/>
                  </a:moveTo>
                  <a:cubicBezTo>
                    <a:pt x="9178" y="676"/>
                    <a:pt x="11245" y="2307"/>
                    <a:pt x="11776" y="4620"/>
                  </a:cubicBezTo>
                  <a:cubicBezTo>
                    <a:pt x="12307" y="6914"/>
                    <a:pt x="11188" y="9284"/>
                    <a:pt x="9064" y="10327"/>
                  </a:cubicBezTo>
                  <a:cubicBezTo>
                    <a:pt x="8988" y="10365"/>
                    <a:pt x="8931" y="10441"/>
                    <a:pt x="8894" y="10517"/>
                  </a:cubicBezTo>
                  <a:lnTo>
                    <a:pt x="6827" y="16054"/>
                  </a:lnTo>
                  <a:lnTo>
                    <a:pt x="4741" y="10517"/>
                  </a:lnTo>
                  <a:cubicBezTo>
                    <a:pt x="4722" y="10441"/>
                    <a:pt x="4646" y="10365"/>
                    <a:pt x="4570" y="10327"/>
                  </a:cubicBezTo>
                  <a:cubicBezTo>
                    <a:pt x="2447" y="9284"/>
                    <a:pt x="1328" y="6914"/>
                    <a:pt x="1859" y="4620"/>
                  </a:cubicBezTo>
                  <a:cubicBezTo>
                    <a:pt x="2409" y="2307"/>
                    <a:pt x="4457" y="676"/>
                    <a:pt x="6827" y="676"/>
                  </a:cubicBezTo>
                  <a:close/>
                  <a:moveTo>
                    <a:pt x="6813" y="1"/>
                  </a:moveTo>
                  <a:cubicBezTo>
                    <a:pt x="5815" y="1"/>
                    <a:pt x="4790" y="265"/>
                    <a:pt x="3831" y="847"/>
                  </a:cubicBezTo>
                  <a:cubicBezTo>
                    <a:pt x="1" y="3179"/>
                    <a:pt x="171" y="8810"/>
                    <a:pt x="4153" y="10877"/>
                  </a:cubicBezTo>
                  <a:lnTo>
                    <a:pt x="6334" y="16698"/>
                  </a:lnTo>
                  <a:lnTo>
                    <a:pt x="4779" y="16698"/>
                  </a:lnTo>
                  <a:cubicBezTo>
                    <a:pt x="4343" y="16698"/>
                    <a:pt x="4343" y="17362"/>
                    <a:pt x="4779" y="17362"/>
                  </a:cubicBezTo>
                  <a:lnTo>
                    <a:pt x="8856" y="17362"/>
                  </a:lnTo>
                  <a:cubicBezTo>
                    <a:pt x="9311" y="17362"/>
                    <a:pt x="9311" y="16698"/>
                    <a:pt x="8856" y="16698"/>
                  </a:cubicBezTo>
                  <a:lnTo>
                    <a:pt x="7320" y="16698"/>
                  </a:lnTo>
                  <a:lnTo>
                    <a:pt x="9481" y="10877"/>
                  </a:lnTo>
                  <a:cubicBezTo>
                    <a:pt x="11396" y="9891"/>
                    <a:pt x="12591" y="7919"/>
                    <a:pt x="12591" y="5777"/>
                  </a:cubicBezTo>
                  <a:cubicBezTo>
                    <a:pt x="12591" y="2402"/>
                    <a:pt x="9822" y="1"/>
                    <a:pt x="68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110"/>
            <p:cNvSpPr/>
            <p:nvPr/>
          </p:nvSpPr>
          <p:spPr>
            <a:xfrm>
              <a:off x="2332463" y="5304450"/>
              <a:ext cx="89450" cy="113400"/>
            </a:xfrm>
            <a:custGeom>
              <a:avLst/>
              <a:gdLst/>
              <a:ahLst/>
              <a:cxnLst/>
              <a:rect l="l" t="t" r="r" b="b"/>
              <a:pathLst>
                <a:path w="3578" h="4536" extrusionOk="0">
                  <a:moveTo>
                    <a:pt x="494" y="1"/>
                  </a:moveTo>
                  <a:cubicBezTo>
                    <a:pt x="144" y="1"/>
                    <a:pt x="0" y="548"/>
                    <a:pt x="392" y="668"/>
                  </a:cubicBezTo>
                  <a:cubicBezTo>
                    <a:pt x="1890" y="1199"/>
                    <a:pt x="2895" y="2602"/>
                    <a:pt x="2895" y="4195"/>
                  </a:cubicBezTo>
                  <a:cubicBezTo>
                    <a:pt x="2895" y="4422"/>
                    <a:pt x="3066" y="4536"/>
                    <a:pt x="3237" y="4536"/>
                  </a:cubicBezTo>
                  <a:cubicBezTo>
                    <a:pt x="3407" y="4536"/>
                    <a:pt x="3578" y="4422"/>
                    <a:pt x="3578" y="4195"/>
                  </a:cubicBezTo>
                  <a:cubicBezTo>
                    <a:pt x="3578" y="2317"/>
                    <a:pt x="2383" y="649"/>
                    <a:pt x="620" y="23"/>
                  </a:cubicBezTo>
                  <a:cubicBezTo>
                    <a:pt x="576" y="8"/>
                    <a:pt x="533" y="1"/>
                    <a:pt x="4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8" name="Google Shape;3408;p110"/>
          <p:cNvGrpSpPr/>
          <p:nvPr/>
        </p:nvGrpSpPr>
        <p:grpSpPr>
          <a:xfrm>
            <a:off x="3118470" y="4071581"/>
            <a:ext cx="365770" cy="365752"/>
            <a:chOff x="2806813" y="5231175"/>
            <a:chExt cx="295500" cy="292625"/>
          </a:xfrm>
        </p:grpSpPr>
        <p:sp>
          <p:nvSpPr>
            <p:cNvPr id="3409" name="Google Shape;3409;p110"/>
            <p:cNvSpPr/>
            <p:nvPr/>
          </p:nvSpPr>
          <p:spPr>
            <a:xfrm>
              <a:off x="3034838" y="5258150"/>
              <a:ext cx="46000" cy="229925"/>
            </a:xfrm>
            <a:custGeom>
              <a:avLst/>
              <a:gdLst/>
              <a:ahLst/>
              <a:cxnLst/>
              <a:rect l="l" t="t" r="r" b="b"/>
              <a:pathLst>
                <a:path w="1840" h="9197" extrusionOk="0">
                  <a:moveTo>
                    <a:pt x="0" y="0"/>
                  </a:moveTo>
                  <a:lnTo>
                    <a:pt x="0" y="9197"/>
                  </a:lnTo>
                  <a:lnTo>
                    <a:pt x="1839" y="9197"/>
                  </a:lnTo>
                  <a:lnTo>
                    <a:pt x="183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110"/>
            <p:cNvSpPr/>
            <p:nvPr/>
          </p:nvSpPr>
          <p:spPr>
            <a:xfrm>
              <a:off x="2954238" y="5326875"/>
              <a:ext cx="46000" cy="161200"/>
            </a:xfrm>
            <a:custGeom>
              <a:avLst/>
              <a:gdLst/>
              <a:ahLst/>
              <a:cxnLst/>
              <a:rect l="l" t="t" r="r" b="b"/>
              <a:pathLst>
                <a:path w="1840" h="6448" extrusionOk="0">
                  <a:moveTo>
                    <a:pt x="1" y="1"/>
                  </a:moveTo>
                  <a:lnTo>
                    <a:pt x="1" y="6448"/>
                  </a:lnTo>
                  <a:lnTo>
                    <a:pt x="1840" y="6448"/>
                  </a:lnTo>
                  <a:lnTo>
                    <a:pt x="184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110"/>
            <p:cNvSpPr/>
            <p:nvPr/>
          </p:nvSpPr>
          <p:spPr>
            <a:xfrm>
              <a:off x="2873663" y="5396100"/>
              <a:ext cx="46000" cy="91975"/>
            </a:xfrm>
            <a:custGeom>
              <a:avLst/>
              <a:gdLst/>
              <a:ahLst/>
              <a:cxnLst/>
              <a:rect l="l" t="t" r="r" b="b"/>
              <a:pathLst>
                <a:path w="1840" h="3679" extrusionOk="0">
                  <a:moveTo>
                    <a:pt x="0" y="0"/>
                  </a:moveTo>
                  <a:lnTo>
                    <a:pt x="0" y="3679"/>
                  </a:lnTo>
                  <a:lnTo>
                    <a:pt x="1839" y="3679"/>
                  </a:ln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110"/>
            <p:cNvSpPr/>
            <p:nvPr/>
          </p:nvSpPr>
          <p:spPr>
            <a:xfrm>
              <a:off x="3051888" y="5302000"/>
              <a:ext cx="12425" cy="11725"/>
            </a:xfrm>
            <a:custGeom>
              <a:avLst/>
              <a:gdLst/>
              <a:ahLst/>
              <a:cxnLst/>
              <a:rect l="l" t="t" r="r" b="b"/>
              <a:pathLst>
                <a:path w="497" h="469" extrusionOk="0">
                  <a:moveTo>
                    <a:pt x="276" y="1"/>
                  </a:moveTo>
                  <a:cubicBezTo>
                    <a:pt x="261" y="1"/>
                    <a:pt x="245" y="3"/>
                    <a:pt x="228" y="7"/>
                  </a:cubicBezTo>
                  <a:cubicBezTo>
                    <a:pt x="1" y="64"/>
                    <a:pt x="1" y="405"/>
                    <a:pt x="228" y="462"/>
                  </a:cubicBezTo>
                  <a:cubicBezTo>
                    <a:pt x="245" y="467"/>
                    <a:pt x="261" y="469"/>
                    <a:pt x="276" y="469"/>
                  </a:cubicBezTo>
                  <a:cubicBezTo>
                    <a:pt x="497" y="469"/>
                    <a:pt x="497" y="1"/>
                    <a:pt x="2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110"/>
            <p:cNvSpPr/>
            <p:nvPr/>
          </p:nvSpPr>
          <p:spPr>
            <a:xfrm>
              <a:off x="2806813" y="5231175"/>
              <a:ext cx="295500" cy="292625"/>
            </a:xfrm>
            <a:custGeom>
              <a:avLst/>
              <a:gdLst/>
              <a:ahLst/>
              <a:cxnLst/>
              <a:rect l="l" t="t" r="r" b="b"/>
              <a:pathLst>
                <a:path w="11820" h="11705" extrusionOk="0">
                  <a:moveTo>
                    <a:pt x="4286" y="6974"/>
                  </a:moveTo>
                  <a:lnTo>
                    <a:pt x="4286" y="10197"/>
                  </a:lnTo>
                  <a:lnTo>
                    <a:pt x="2902" y="10197"/>
                  </a:lnTo>
                  <a:lnTo>
                    <a:pt x="2902" y="6974"/>
                  </a:lnTo>
                  <a:close/>
                  <a:moveTo>
                    <a:pt x="7509" y="4205"/>
                  </a:moveTo>
                  <a:lnTo>
                    <a:pt x="7509" y="10197"/>
                  </a:lnTo>
                  <a:lnTo>
                    <a:pt x="6125" y="10197"/>
                  </a:lnTo>
                  <a:lnTo>
                    <a:pt x="6125" y="4205"/>
                  </a:lnTo>
                  <a:close/>
                  <a:moveTo>
                    <a:pt x="10714" y="1456"/>
                  </a:moveTo>
                  <a:lnTo>
                    <a:pt x="10714" y="10197"/>
                  </a:lnTo>
                  <a:lnTo>
                    <a:pt x="9349" y="10197"/>
                  </a:lnTo>
                  <a:lnTo>
                    <a:pt x="9349" y="1456"/>
                  </a:lnTo>
                  <a:close/>
                  <a:moveTo>
                    <a:pt x="1290" y="1"/>
                  </a:moveTo>
                  <a:cubicBezTo>
                    <a:pt x="1190" y="1"/>
                    <a:pt x="1091" y="62"/>
                    <a:pt x="1062" y="186"/>
                  </a:cubicBezTo>
                  <a:lnTo>
                    <a:pt x="1062" y="1001"/>
                  </a:lnTo>
                  <a:lnTo>
                    <a:pt x="247" y="1001"/>
                  </a:lnTo>
                  <a:cubicBezTo>
                    <a:pt x="1" y="1058"/>
                    <a:pt x="1" y="1399"/>
                    <a:pt x="247" y="1456"/>
                  </a:cubicBezTo>
                  <a:lnTo>
                    <a:pt x="1081" y="1456"/>
                  </a:lnTo>
                  <a:lnTo>
                    <a:pt x="1081" y="2385"/>
                  </a:lnTo>
                  <a:lnTo>
                    <a:pt x="247" y="2385"/>
                  </a:lnTo>
                  <a:cubicBezTo>
                    <a:pt x="1" y="2442"/>
                    <a:pt x="1" y="2783"/>
                    <a:pt x="247" y="2840"/>
                  </a:cubicBezTo>
                  <a:lnTo>
                    <a:pt x="1081" y="2840"/>
                  </a:lnTo>
                  <a:lnTo>
                    <a:pt x="1081" y="3769"/>
                  </a:lnTo>
                  <a:lnTo>
                    <a:pt x="247" y="3769"/>
                  </a:lnTo>
                  <a:cubicBezTo>
                    <a:pt x="1" y="3826"/>
                    <a:pt x="1" y="4168"/>
                    <a:pt x="247" y="4224"/>
                  </a:cubicBezTo>
                  <a:lnTo>
                    <a:pt x="1081" y="4224"/>
                  </a:lnTo>
                  <a:lnTo>
                    <a:pt x="1081" y="5135"/>
                  </a:lnTo>
                  <a:lnTo>
                    <a:pt x="247" y="5135"/>
                  </a:lnTo>
                  <a:cubicBezTo>
                    <a:pt x="1" y="5210"/>
                    <a:pt x="1" y="5533"/>
                    <a:pt x="247" y="5609"/>
                  </a:cubicBezTo>
                  <a:lnTo>
                    <a:pt x="1081" y="5609"/>
                  </a:lnTo>
                  <a:lnTo>
                    <a:pt x="1081" y="6519"/>
                  </a:lnTo>
                  <a:lnTo>
                    <a:pt x="247" y="6519"/>
                  </a:lnTo>
                  <a:cubicBezTo>
                    <a:pt x="1" y="6576"/>
                    <a:pt x="1" y="6917"/>
                    <a:pt x="247" y="6974"/>
                  </a:cubicBezTo>
                  <a:lnTo>
                    <a:pt x="1081" y="6974"/>
                  </a:lnTo>
                  <a:lnTo>
                    <a:pt x="1081" y="7903"/>
                  </a:lnTo>
                  <a:lnTo>
                    <a:pt x="247" y="7903"/>
                  </a:lnTo>
                  <a:cubicBezTo>
                    <a:pt x="1" y="7960"/>
                    <a:pt x="1" y="8301"/>
                    <a:pt x="247" y="8358"/>
                  </a:cubicBezTo>
                  <a:lnTo>
                    <a:pt x="1081" y="8358"/>
                  </a:lnTo>
                  <a:lnTo>
                    <a:pt x="1081" y="9287"/>
                  </a:lnTo>
                  <a:lnTo>
                    <a:pt x="247" y="9287"/>
                  </a:lnTo>
                  <a:cubicBezTo>
                    <a:pt x="1" y="9344"/>
                    <a:pt x="1" y="9685"/>
                    <a:pt x="247" y="9742"/>
                  </a:cubicBezTo>
                  <a:lnTo>
                    <a:pt x="1081" y="9742"/>
                  </a:lnTo>
                  <a:lnTo>
                    <a:pt x="1081" y="10425"/>
                  </a:lnTo>
                  <a:cubicBezTo>
                    <a:pt x="1081" y="10558"/>
                    <a:pt x="1176" y="10671"/>
                    <a:pt x="1309" y="10671"/>
                  </a:cubicBezTo>
                  <a:lnTo>
                    <a:pt x="2010" y="10671"/>
                  </a:lnTo>
                  <a:lnTo>
                    <a:pt x="2010" y="11506"/>
                  </a:lnTo>
                  <a:cubicBezTo>
                    <a:pt x="1973" y="11638"/>
                    <a:pt x="2101" y="11705"/>
                    <a:pt x="2231" y="11705"/>
                  </a:cubicBezTo>
                  <a:cubicBezTo>
                    <a:pt x="2361" y="11705"/>
                    <a:pt x="2494" y="11638"/>
                    <a:pt x="2466" y="11506"/>
                  </a:cubicBezTo>
                  <a:lnTo>
                    <a:pt x="2466" y="10671"/>
                  </a:lnTo>
                  <a:lnTo>
                    <a:pt x="3376" y="10671"/>
                  </a:lnTo>
                  <a:lnTo>
                    <a:pt x="3376" y="11506"/>
                  </a:lnTo>
                  <a:cubicBezTo>
                    <a:pt x="3404" y="11619"/>
                    <a:pt x="3504" y="11676"/>
                    <a:pt x="3606" y="11676"/>
                  </a:cubicBezTo>
                  <a:cubicBezTo>
                    <a:pt x="3708" y="11676"/>
                    <a:pt x="3812" y="11619"/>
                    <a:pt x="3850" y="11506"/>
                  </a:cubicBezTo>
                  <a:lnTo>
                    <a:pt x="3850" y="10671"/>
                  </a:lnTo>
                  <a:lnTo>
                    <a:pt x="4760" y="10671"/>
                  </a:lnTo>
                  <a:lnTo>
                    <a:pt x="4760" y="11506"/>
                  </a:lnTo>
                  <a:cubicBezTo>
                    <a:pt x="4788" y="11619"/>
                    <a:pt x="4888" y="11676"/>
                    <a:pt x="4987" y="11676"/>
                  </a:cubicBezTo>
                  <a:cubicBezTo>
                    <a:pt x="5087" y="11676"/>
                    <a:pt x="5187" y="11619"/>
                    <a:pt x="5215" y="11506"/>
                  </a:cubicBezTo>
                  <a:lnTo>
                    <a:pt x="5215" y="10671"/>
                  </a:lnTo>
                  <a:lnTo>
                    <a:pt x="6125" y="10671"/>
                  </a:lnTo>
                  <a:lnTo>
                    <a:pt x="6125" y="11506"/>
                  </a:lnTo>
                  <a:cubicBezTo>
                    <a:pt x="6154" y="11619"/>
                    <a:pt x="6253" y="11676"/>
                    <a:pt x="6355" y="11676"/>
                  </a:cubicBezTo>
                  <a:cubicBezTo>
                    <a:pt x="6457" y="11676"/>
                    <a:pt x="6561" y="11619"/>
                    <a:pt x="6599" y="11506"/>
                  </a:cubicBezTo>
                  <a:lnTo>
                    <a:pt x="6599" y="10671"/>
                  </a:lnTo>
                  <a:lnTo>
                    <a:pt x="7509" y="10671"/>
                  </a:lnTo>
                  <a:lnTo>
                    <a:pt x="7509" y="11506"/>
                  </a:lnTo>
                  <a:cubicBezTo>
                    <a:pt x="7538" y="11619"/>
                    <a:pt x="7637" y="11676"/>
                    <a:pt x="7737" y="11676"/>
                  </a:cubicBezTo>
                  <a:cubicBezTo>
                    <a:pt x="7836" y="11676"/>
                    <a:pt x="7936" y="11619"/>
                    <a:pt x="7964" y="11506"/>
                  </a:cubicBezTo>
                  <a:lnTo>
                    <a:pt x="7964" y="10671"/>
                  </a:lnTo>
                  <a:lnTo>
                    <a:pt x="8894" y="10671"/>
                  </a:lnTo>
                  <a:lnTo>
                    <a:pt x="8894" y="11506"/>
                  </a:lnTo>
                  <a:cubicBezTo>
                    <a:pt x="8856" y="11638"/>
                    <a:pt x="8988" y="11705"/>
                    <a:pt x="9121" y="11705"/>
                  </a:cubicBezTo>
                  <a:cubicBezTo>
                    <a:pt x="9254" y="11705"/>
                    <a:pt x="9387" y="11638"/>
                    <a:pt x="9349" y="11506"/>
                  </a:cubicBezTo>
                  <a:lnTo>
                    <a:pt x="9349" y="10671"/>
                  </a:lnTo>
                  <a:lnTo>
                    <a:pt x="10259" y="10671"/>
                  </a:lnTo>
                  <a:lnTo>
                    <a:pt x="10259" y="11506"/>
                  </a:lnTo>
                  <a:cubicBezTo>
                    <a:pt x="10230" y="11638"/>
                    <a:pt x="10363" y="11705"/>
                    <a:pt x="10496" y="11705"/>
                  </a:cubicBezTo>
                  <a:cubicBezTo>
                    <a:pt x="10629" y="11705"/>
                    <a:pt x="10761" y="11638"/>
                    <a:pt x="10733" y="11506"/>
                  </a:cubicBezTo>
                  <a:lnTo>
                    <a:pt x="10733" y="10671"/>
                  </a:lnTo>
                  <a:lnTo>
                    <a:pt x="11548" y="10671"/>
                  </a:lnTo>
                  <a:cubicBezTo>
                    <a:pt x="11561" y="10674"/>
                    <a:pt x="11574" y="10675"/>
                    <a:pt x="11586" y="10675"/>
                  </a:cubicBezTo>
                  <a:cubicBezTo>
                    <a:pt x="11816" y="10675"/>
                    <a:pt x="11820" y="10209"/>
                    <a:pt x="11597" y="10209"/>
                  </a:cubicBezTo>
                  <a:cubicBezTo>
                    <a:pt x="11582" y="10209"/>
                    <a:pt x="11565" y="10212"/>
                    <a:pt x="11548" y="10216"/>
                  </a:cubicBezTo>
                  <a:lnTo>
                    <a:pt x="11548" y="10197"/>
                  </a:lnTo>
                  <a:lnTo>
                    <a:pt x="11188" y="10197"/>
                  </a:lnTo>
                  <a:lnTo>
                    <a:pt x="11188" y="1228"/>
                  </a:lnTo>
                  <a:cubicBezTo>
                    <a:pt x="11188" y="1096"/>
                    <a:pt x="11074" y="982"/>
                    <a:pt x="10941" y="982"/>
                  </a:cubicBezTo>
                  <a:lnTo>
                    <a:pt x="9102" y="982"/>
                  </a:lnTo>
                  <a:cubicBezTo>
                    <a:pt x="8969" y="982"/>
                    <a:pt x="8875" y="1096"/>
                    <a:pt x="8875" y="1228"/>
                  </a:cubicBezTo>
                  <a:lnTo>
                    <a:pt x="8875" y="10197"/>
                  </a:lnTo>
                  <a:lnTo>
                    <a:pt x="7945" y="10197"/>
                  </a:lnTo>
                  <a:lnTo>
                    <a:pt x="7945" y="3978"/>
                  </a:lnTo>
                  <a:cubicBezTo>
                    <a:pt x="7945" y="3845"/>
                    <a:pt x="7851" y="3750"/>
                    <a:pt x="7718" y="3750"/>
                  </a:cubicBezTo>
                  <a:lnTo>
                    <a:pt x="5879" y="3750"/>
                  </a:lnTo>
                  <a:cubicBezTo>
                    <a:pt x="5746" y="3750"/>
                    <a:pt x="5632" y="3845"/>
                    <a:pt x="5632" y="3978"/>
                  </a:cubicBezTo>
                  <a:lnTo>
                    <a:pt x="5632" y="10197"/>
                  </a:lnTo>
                  <a:lnTo>
                    <a:pt x="4760" y="10197"/>
                  </a:lnTo>
                  <a:lnTo>
                    <a:pt x="4760" y="6746"/>
                  </a:lnTo>
                  <a:cubicBezTo>
                    <a:pt x="4760" y="6614"/>
                    <a:pt x="4646" y="6500"/>
                    <a:pt x="4513" y="6500"/>
                  </a:cubicBezTo>
                  <a:lnTo>
                    <a:pt x="2674" y="6500"/>
                  </a:lnTo>
                  <a:cubicBezTo>
                    <a:pt x="2541" y="6500"/>
                    <a:pt x="2447" y="6614"/>
                    <a:pt x="2447" y="6746"/>
                  </a:cubicBezTo>
                  <a:lnTo>
                    <a:pt x="2447" y="10197"/>
                  </a:lnTo>
                  <a:lnTo>
                    <a:pt x="1517" y="10197"/>
                  </a:lnTo>
                  <a:lnTo>
                    <a:pt x="1517" y="186"/>
                  </a:lnTo>
                  <a:cubicBezTo>
                    <a:pt x="1489" y="62"/>
                    <a:pt x="1390" y="1"/>
                    <a:pt x="12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110"/>
            <p:cNvSpPr/>
            <p:nvPr/>
          </p:nvSpPr>
          <p:spPr>
            <a:xfrm>
              <a:off x="3051888" y="5326000"/>
              <a:ext cx="11875" cy="44925"/>
            </a:xfrm>
            <a:custGeom>
              <a:avLst/>
              <a:gdLst/>
              <a:ahLst/>
              <a:cxnLst/>
              <a:rect l="l" t="t" r="r" b="b"/>
              <a:pathLst>
                <a:path w="475" h="1797" extrusionOk="0">
                  <a:moveTo>
                    <a:pt x="238" y="0"/>
                  </a:moveTo>
                  <a:cubicBezTo>
                    <a:pt x="138" y="0"/>
                    <a:pt x="39" y="62"/>
                    <a:pt x="1" y="185"/>
                  </a:cubicBezTo>
                  <a:lnTo>
                    <a:pt x="1" y="1569"/>
                  </a:lnTo>
                  <a:cubicBezTo>
                    <a:pt x="1" y="1699"/>
                    <a:pt x="109" y="1792"/>
                    <a:pt x="238" y="1796"/>
                  </a:cubicBezTo>
                  <a:lnTo>
                    <a:pt x="238" y="1796"/>
                  </a:lnTo>
                  <a:cubicBezTo>
                    <a:pt x="366" y="1792"/>
                    <a:pt x="475" y="1699"/>
                    <a:pt x="475" y="1569"/>
                  </a:cubicBezTo>
                  <a:lnTo>
                    <a:pt x="475" y="185"/>
                  </a:lnTo>
                  <a:cubicBezTo>
                    <a:pt x="437" y="62"/>
                    <a:pt x="337" y="0"/>
                    <a:pt x="238" y="0"/>
                  </a:cubicBezTo>
                  <a:close/>
                  <a:moveTo>
                    <a:pt x="238" y="1796"/>
                  </a:moveTo>
                  <a:cubicBezTo>
                    <a:pt x="235" y="1797"/>
                    <a:pt x="231" y="1797"/>
                    <a:pt x="228" y="1797"/>
                  </a:cubicBezTo>
                  <a:lnTo>
                    <a:pt x="247" y="1797"/>
                  </a:lnTo>
                  <a:cubicBezTo>
                    <a:pt x="244" y="1797"/>
                    <a:pt x="241" y="1797"/>
                    <a:pt x="238" y="179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5" name="Google Shape;3415;p110"/>
          <p:cNvGrpSpPr/>
          <p:nvPr/>
        </p:nvGrpSpPr>
        <p:grpSpPr>
          <a:xfrm>
            <a:off x="3863641" y="4071586"/>
            <a:ext cx="314729" cy="365742"/>
            <a:chOff x="3363338" y="5229225"/>
            <a:chExt cx="341800" cy="390125"/>
          </a:xfrm>
        </p:grpSpPr>
        <p:sp>
          <p:nvSpPr>
            <p:cNvPr id="3416" name="Google Shape;3416;p110"/>
            <p:cNvSpPr/>
            <p:nvPr/>
          </p:nvSpPr>
          <p:spPr>
            <a:xfrm>
              <a:off x="3407888" y="5233500"/>
              <a:ext cx="297250" cy="250800"/>
            </a:xfrm>
            <a:custGeom>
              <a:avLst/>
              <a:gdLst/>
              <a:ahLst/>
              <a:cxnLst/>
              <a:rect l="l" t="t" r="r" b="b"/>
              <a:pathLst>
                <a:path w="11890" h="10032" extrusionOk="0">
                  <a:moveTo>
                    <a:pt x="5936" y="0"/>
                  </a:moveTo>
                  <a:cubicBezTo>
                    <a:pt x="3528" y="0"/>
                    <a:pt x="1404" y="1574"/>
                    <a:pt x="702" y="3888"/>
                  </a:cubicBezTo>
                  <a:cubicBezTo>
                    <a:pt x="1" y="6201"/>
                    <a:pt x="911" y="8704"/>
                    <a:pt x="2921" y="10031"/>
                  </a:cubicBezTo>
                  <a:lnTo>
                    <a:pt x="8970" y="10031"/>
                  </a:lnTo>
                  <a:cubicBezTo>
                    <a:pt x="10979" y="8704"/>
                    <a:pt x="11890" y="6201"/>
                    <a:pt x="11188" y="3888"/>
                  </a:cubicBezTo>
                  <a:cubicBezTo>
                    <a:pt x="10486" y="1574"/>
                    <a:pt x="8363" y="0"/>
                    <a:pt x="59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110"/>
            <p:cNvSpPr/>
            <p:nvPr/>
          </p:nvSpPr>
          <p:spPr>
            <a:xfrm>
              <a:off x="3480888" y="5416000"/>
              <a:ext cx="151250" cy="91400"/>
            </a:xfrm>
            <a:custGeom>
              <a:avLst/>
              <a:gdLst/>
              <a:ahLst/>
              <a:cxnLst/>
              <a:rect l="l" t="t" r="r" b="b"/>
              <a:pathLst>
                <a:path w="6050" h="3656" extrusionOk="0">
                  <a:moveTo>
                    <a:pt x="3016" y="1"/>
                  </a:moveTo>
                  <a:cubicBezTo>
                    <a:pt x="1461" y="1"/>
                    <a:pt x="153" y="1176"/>
                    <a:pt x="1" y="2731"/>
                  </a:cubicBezTo>
                  <a:cubicBezTo>
                    <a:pt x="911" y="3347"/>
                    <a:pt x="1963" y="3655"/>
                    <a:pt x="3018" y="3655"/>
                  </a:cubicBezTo>
                  <a:cubicBezTo>
                    <a:pt x="4073" y="3655"/>
                    <a:pt x="5130" y="3347"/>
                    <a:pt x="6050" y="2731"/>
                  </a:cubicBezTo>
                  <a:cubicBezTo>
                    <a:pt x="5898" y="1176"/>
                    <a:pt x="4590" y="1"/>
                    <a:pt x="30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110"/>
            <p:cNvSpPr/>
            <p:nvPr/>
          </p:nvSpPr>
          <p:spPr>
            <a:xfrm>
              <a:off x="3495588" y="5294175"/>
              <a:ext cx="142250" cy="122025"/>
            </a:xfrm>
            <a:custGeom>
              <a:avLst/>
              <a:gdLst/>
              <a:ahLst/>
              <a:cxnLst/>
              <a:rect l="l" t="t" r="r" b="b"/>
              <a:pathLst>
                <a:path w="5690" h="4881" extrusionOk="0">
                  <a:moveTo>
                    <a:pt x="2428" y="1"/>
                  </a:moveTo>
                  <a:cubicBezTo>
                    <a:pt x="1081" y="1"/>
                    <a:pt x="1" y="1100"/>
                    <a:pt x="1" y="2447"/>
                  </a:cubicBezTo>
                  <a:cubicBezTo>
                    <a:pt x="1" y="3912"/>
                    <a:pt x="1202" y="4880"/>
                    <a:pt x="2455" y="4880"/>
                  </a:cubicBezTo>
                  <a:cubicBezTo>
                    <a:pt x="3051" y="4880"/>
                    <a:pt x="3658" y="4661"/>
                    <a:pt x="4153" y="4172"/>
                  </a:cubicBezTo>
                  <a:cubicBezTo>
                    <a:pt x="5689" y="2636"/>
                    <a:pt x="4608" y="1"/>
                    <a:pt x="24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110"/>
            <p:cNvSpPr/>
            <p:nvPr/>
          </p:nvSpPr>
          <p:spPr>
            <a:xfrm>
              <a:off x="3563863" y="5335975"/>
              <a:ext cx="18025" cy="15525"/>
            </a:xfrm>
            <a:custGeom>
              <a:avLst/>
              <a:gdLst/>
              <a:ahLst/>
              <a:cxnLst/>
              <a:rect l="l" t="t" r="r" b="b"/>
              <a:pathLst>
                <a:path w="721" h="621" extrusionOk="0">
                  <a:moveTo>
                    <a:pt x="309" y="1"/>
                  </a:moveTo>
                  <a:cubicBezTo>
                    <a:pt x="149" y="1"/>
                    <a:pt x="0" y="124"/>
                    <a:pt x="0" y="317"/>
                  </a:cubicBezTo>
                  <a:cubicBezTo>
                    <a:pt x="0" y="487"/>
                    <a:pt x="133" y="620"/>
                    <a:pt x="303" y="620"/>
                  </a:cubicBezTo>
                  <a:cubicBezTo>
                    <a:pt x="569" y="620"/>
                    <a:pt x="721" y="279"/>
                    <a:pt x="531" y="89"/>
                  </a:cubicBezTo>
                  <a:cubicBezTo>
                    <a:pt x="464" y="28"/>
                    <a:pt x="385" y="1"/>
                    <a:pt x="3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110"/>
            <p:cNvSpPr/>
            <p:nvPr/>
          </p:nvSpPr>
          <p:spPr>
            <a:xfrm>
              <a:off x="3533513" y="5335975"/>
              <a:ext cx="18050" cy="15525"/>
            </a:xfrm>
            <a:custGeom>
              <a:avLst/>
              <a:gdLst/>
              <a:ahLst/>
              <a:cxnLst/>
              <a:rect l="l" t="t" r="r" b="b"/>
              <a:pathLst>
                <a:path w="722" h="621" extrusionOk="0">
                  <a:moveTo>
                    <a:pt x="318" y="1"/>
                  </a:moveTo>
                  <a:cubicBezTo>
                    <a:pt x="158" y="1"/>
                    <a:pt x="1" y="124"/>
                    <a:pt x="1" y="317"/>
                  </a:cubicBezTo>
                  <a:cubicBezTo>
                    <a:pt x="1" y="487"/>
                    <a:pt x="133" y="620"/>
                    <a:pt x="304" y="620"/>
                  </a:cubicBezTo>
                  <a:cubicBezTo>
                    <a:pt x="588" y="620"/>
                    <a:pt x="721" y="279"/>
                    <a:pt x="531" y="89"/>
                  </a:cubicBezTo>
                  <a:cubicBezTo>
                    <a:pt x="471" y="28"/>
                    <a:pt x="394" y="1"/>
                    <a:pt x="3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110"/>
            <p:cNvSpPr/>
            <p:nvPr/>
          </p:nvSpPr>
          <p:spPr>
            <a:xfrm>
              <a:off x="3469988" y="5290325"/>
              <a:ext cx="18050" cy="15500"/>
            </a:xfrm>
            <a:custGeom>
              <a:avLst/>
              <a:gdLst/>
              <a:ahLst/>
              <a:cxnLst/>
              <a:rect l="l" t="t" r="r" b="b"/>
              <a:pathLst>
                <a:path w="722" h="620" extrusionOk="0">
                  <a:moveTo>
                    <a:pt x="418" y="0"/>
                  </a:moveTo>
                  <a:cubicBezTo>
                    <a:pt x="152" y="0"/>
                    <a:pt x="1" y="341"/>
                    <a:pt x="190" y="531"/>
                  </a:cubicBezTo>
                  <a:cubicBezTo>
                    <a:pt x="257" y="592"/>
                    <a:pt x="336" y="620"/>
                    <a:pt x="412" y="620"/>
                  </a:cubicBezTo>
                  <a:cubicBezTo>
                    <a:pt x="573" y="620"/>
                    <a:pt x="721" y="497"/>
                    <a:pt x="721" y="304"/>
                  </a:cubicBezTo>
                  <a:cubicBezTo>
                    <a:pt x="721" y="152"/>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110"/>
            <p:cNvSpPr/>
            <p:nvPr/>
          </p:nvSpPr>
          <p:spPr>
            <a:xfrm>
              <a:off x="3363338" y="5229225"/>
              <a:ext cx="337525" cy="289600"/>
            </a:xfrm>
            <a:custGeom>
              <a:avLst/>
              <a:gdLst/>
              <a:ahLst/>
              <a:cxnLst/>
              <a:rect l="l" t="t" r="r" b="b"/>
              <a:pathLst>
                <a:path w="13501" h="11584" extrusionOk="0">
                  <a:moveTo>
                    <a:pt x="7747" y="3050"/>
                  </a:moveTo>
                  <a:cubicBezTo>
                    <a:pt x="8269" y="3050"/>
                    <a:pt x="8801" y="3243"/>
                    <a:pt x="9235" y="3677"/>
                  </a:cubicBezTo>
                  <a:cubicBezTo>
                    <a:pt x="10581" y="5023"/>
                    <a:pt x="9633" y="7317"/>
                    <a:pt x="7718" y="7317"/>
                  </a:cubicBezTo>
                  <a:cubicBezTo>
                    <a:pt x="6542" y="7317"/>
                    <a:pt x="5594" y="6369"/>
                    <a:pt x="5594" y="5194"/>
                  </a:cubicBezTo>
                  <a:cubicBezTo>
                    <a:pt x="5594" y="3908"/>
                    <a:pt x="6649" y="3050"/>
                    <a:pt x="7747" y="3050"/>
                  </a:cubicBezTo>
                  <a:close/>
                  <a:moveTo>
                    <a:pt x="7718" y="624"/>
                  </a:moveTo>
                  <a:cubicBezTo>
                    <a:pt x="9917" y="624"/>
                    <a:pt x="11870" y="2008"/>
                    <a:pt x="12591" y="4075"/>
                  </a:cubicBezTo>
                  <a:cubicBezTo>
                    <a:pt x="13330" y="6142"/>
                    <a:pt x="12667" y="8455"/>
                    <a:pt x="10960" y="9820"/>
                  </a:cubicBezTo>
                  <a:cubicBezTo>
                    <a:pt x="10695" y="8815"/>
                    <a:pt x="9993" y="8000"/>
                    <a:pt x="9045" y="7583"/>
                  </a:cubicBezTo>
                  <a:cubicBezTo>
                    <a:pt x="11529" y="6218"/>
                    <a:pt x="10543" y="2444"/>
                    <a:pt x="7718" y="2444"/>
                  </a:cubicBezTo>
                  <a:cubicBezTo>
                    <a:pt x="4892" y="2444"/>
                    <a:pt x="3925" y="6218"/>
                    <a:pt x="6409" y="7583"/>
                  </a:cubicBezTo>
                  <a:cubicBezTo>
                    <a:pt x="5442" y="8000"/>
                    <a:pt x="4741" y="8815"/>
                    <a:pt x="4475" y="9820"/>
                  </a:cubicBezTo>
                  <a:cubicBezTo>
                    <a:pt x="683" y="6767"/>
                    <a:pt x="2845" y="624"/>
                    <a:pt x="7718" y="624"/>
                  </a:cubicBezTo>
                  <a:close/>
                  <a:moveTo>
                    <a:pt x="7718" y="7924"/>
                  </a:moveTo>
                  <a:cubicBezTo>
                    <a:pt x="9064" y="7924"/>
                    <a:pt x="10202" y="8891"/>
                    <a:pt x="10429" y="10218"/>
                  </a:cubicBezTo>
                  <a:cubicBezTo>
                    <a:pt x="9614" y="10711"/>
                    <a:pt x="8685" y="10977"/>
                    <a:pt x="7718" y="10977"/>
                  </a:cubicBezTo>
                  <a:cubicBezTo>
                    <a:pt x="6770" y="10977"/>
                    <a:pt x="5841" y="10711"/>
                    <a:pt x="5025" y="10218"/>
                  </a:cubicBezTo>
                  <a:cubicBezTo>
                    <a:pt x="5253" y="8891"/>
                    <a:pt x="6390" y="7924"/>
                    <a:pt x="7718" y="7924"/>
                  </a:cubicBezTo>
                  <a:close/>
                  <a:moveTo>
                    <a:pt x="7683" y="1"/>
                  </a:moveTo>
                  <a:cubicBezTo>
                    <a:pt x="6264" y="1"/>
                    <a:pt x="4818" y="528"/>
                    <a:pt x="3641" y="1705"/>
                  </a:cubicBezTo>
                  <a:cubicBezTo>
                    <a:pt x="0" y="5345"/>
                    <a:pt x="2579" y="11584"/>
                    <a:pt x="7718" y="11584"/>
                  </a:cubicBezTo>
                  <a:cubicBezTo>
                    <a:pt x="10922" y="11565"/>
                    <a:pt x="13501" y="8986"/>
                    <a:pt x="13501" y="5800"/>
                  </a:cubicBezTo>
                  <a:cubicBezTo>
                    <a:pt x="13501" y="2310"/>
                    <a:pt x="10653" y="1"/>
                    <a:pt x="76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110"/>
            <p:cNvSpPr/>
            <p:nvPr/>
          </p:nvSpPr>
          <p:spPr>
            <a:xfrm>
              <a:off x="3493738" y="5259975"/>
              <a:ext cx="149675" cy="47075"/>
            </a:xfrm>
            <a:custGeom>
              <a:avLst/>
              <a:gdLst/>
              <a:ahLst/>
              <a:cxnLst/>
              <a:rect l="l" t="t" r="r" b="b"/>
              <a:pathLst>
                <a:path w="5987" h="1883" extrusionOk="0">
                  <a:moveTo>
                    <a:pt x="2540" y="1"/>
                  </a:moveTo>
                  <a:cubicBezTo>
                    <a:pt x="1762" y="1"/>
                    <a:pt x="1004" y="190"/>
                    <a:pt x="321" y="569"/>
                  </a:cubicBezTo>
                  <a:cubicBezTo>
                    <a:pt x="1" y="730"/>
                    <a:pt x="168" y="1147"/>
                    <a:pt x="444" y="1147"/>
                  </a:cubicBezTo>
                  <a:cubicBezTo>
                    <a:pt x="495" y="1147"/>
                    <a:pt x="550" y="1133"/>
                    <a:pt x="606" y="1100"/>
                  </a:cubicBezTo>
                  <a:cubicBezTo>
                    <a:pt x="1209" y="776"/>
                    <a:pt x="1865" y="618"/>
                    <a:pt x="2514" y="618"/>
                  </a:cubicBezTo>
                  <a:cubicBezTo>
                    <a:pt x="3536" y="618"/>
                    <a:pt x="4543" y="1010"/>
                    <a:pt x="5308" y="1764"/>
                  </a:cubicBezTo>
                  <a:cubicBezTo>
                    <a:pt x="5378" y="1848"/>
                    <a:pt x="5460" y="1883"/>
                    <a:pt x="5538" y="1883"/>
                  </a:cubicBezTo>
                  <a:cubicBezTo>
                    <a:pt x="5778" y="1883"/>
                    <a:pt x="5987" y="1561"/>
                    <a:pt x="5744" y="1347"/>
                  </a:cubicBezTo>
                  <a:cubicBezTo>
                    <a:pt x="4891" y="494"/>
                    <a:pt x="3734" y="20"/>
                    <a:pt x="25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110"/>
            <p:cNvSpPr/>
            <p:nvPr/>
          </p:nvSpPr>
          <p:spPr>
            <a:xfrm>
              <a:off x="3524588" y="5373175"/>
              <a:ext cx="63500" cy="23950"/>
            </a:xfrm>
            <a:custGeom>
              <a:avLst/>
              <a:gdLst/>
              <a:ahLst/>
              <a:cxnLst/>
              <a:rect l="l" t="t" r="r" b="b"/>
              <a:pathLst>
                <a:path w="2540" h="958" extrusionOk="0">
                  <a:moveTo>
                    <a:pt x="422" y="1"/>
                  </a:moveTo>
                  <a:cubicBezTo>
                    <a:pt x="193" y="1"/>
                    <a:pt x="0" y="281"/>
                    <a:pt x="206" y="516"/>
                  </a:cubicBezTo>
                  <a:cubicBezTo>
                    <a:pt x="500" y="810"/>
                    <a:pt x="888" y="957"/>
                    <a:pt x="1277" y="957"/>
                  </a:cubicBezTo>
                  <a:cubicBezTo>
                    <a:pt x="1666" y="957"/>
                    <a:pt x="2055" y="810"/>
                    <a:pt x="2349" y="516"/>
                  </a:cubicBezTo>
                  <a:cubicBezTo>
                    <a:pt x="2539" y="281"/>
                    <a:pt x="2355" y="1"/>
                    <a:pt x="2121" y="1"/>
                  </a:cubicBezTo>
                  <a:cubicBezTo>
                    <a:pt x="2053" y="1"/>
                    <a:pt x="1981" y="25"/>
                    <a:pt x="1912" y="80"/>
                  </a:cubicBezTo>
                  <a:cubicBezTo>
                    <a:pt x="1742" y="260"/>
                    <a:pt x="1509" y="350"/>
                    <a:pt x="1275" y="350"/>
                  </a:cubicBezTo>
                  <a:cubicBezTo>
                    <a:pt x="1040" y="350"/>
                    <a:pt x="803" y="260"/>
                    <a:pt x="623" y="80"/>
                  </a:cubicBezTo>
                  <a:cubicBezTo>
                    <a:pt x="559" y="25"/>
                    <a:pt x="489" y="1"/>
                    <a:pt x="4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110"/>
            <p:cNvSpPr/>
            <p:nvPr/>
          </p:nvSpPr>
          <p:spPr>
            <a:xfrm>
              <a:off x="3455313" y="5553875"/>
              <a:ext cx="202425" cy="14725"/>
            </a:xfrm>
            <a:custGeom>
              <a:avLst/>
              <a:gdLst/>
              <a:ahLst/>
              <a:cxnLst/>
              <a:rect l="l" t="t" r="r" b="b"/>
              <a:pathLst>
                <a:path w="8097" h="589" extrusionOk="0">
                  <a:moveTo>
                    <a:pt x="398" y="1"/>
                  </a:moveTo>
                  <a:cubicBezTo>
                    <a:pt x="6" y="1"/>
                    <a:pt x="0" y="589"/>
                    <a:pt x="380" y="589"/>
                  </a:cubicBezTo>
                  <a:cubicBezTo>
                    <a:pt x="386" y="589"/>
                    <a:pt x="392" y="589"/>
                    <a:pt x="398" y="589"/>
                  </a:cubicBezTo>
                  <a:lnTo>
                    <a:pt x="7698" y="589"/>
                  </a:lnTo>
                  <a:cubicBezTo>
                    <a:pt x="7704" y="589"/>
                    <a:pt x="7710" y="589"/>
                    <a:pt x="7716" y="589"/>
                  </a:cubicBezTo>
                  <a:cubicBezTo>
                    <a:pt x="8096" y="589"/>
                    <a:pt x="8090" y="1"/>
                    <a:pt x="76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110"/>
            <p:cNvSpPr/>
            <p:nvPr/>
          </p:nvSpPr>
          <p:spPr>
            <a:xfrm>
              <a:off x="3455763" y="5603625"/>
              <a:ext cx="202650" cy="15725"/>
            </a:xfrm>
            <a:custGeom>
              <a:avLst/>
              <a:gdLst/>
              <a:ahLst/>
              <a:cxnLst/>
              <a:rect l="l" t="t" r="r" b="b"/>
              <a:pathLst>
                <a:path w="8106" h="629" extrusionOk="0">
                  <a:moveTo>
                    <a:pt x="7714" y="0"/>
                  </a:moveTo>
                  <a:cubicBezTo>
                    <a:pt x="7703" y="0"/>
                    <a:pt x="7692" y="1"/>
                    <a:pt x="7680" y="2"/>
                  </a:cubicBezTo>
                  <a:lnTo>
                    <a:pt x="380" y="2"/>
                  </a:lnTo>
                  <a:cubicBezTo>
                    <a:pt x="1" y="40"/>
                    <a:pt x="1" y="590"/>
                    <a:pt x="380" y="627"/>
                  </a:cubicBezTo>
                  <a:lnTo>
                    <a:pt x="7680" y="627"/>
                  </a:lnTo>
                  <a:cubicBezTo>
                    <a:pt x="7692" y="628"/>
                    <a:pt x="7703" y="629"/>
                    <a:pt x="7714" y="629"/>
                  </a:cubicBezTo>
                  <a:cubicBezTo>
                    <a:pt x="8105" y="629"/>
                    <a:pt x="8105" y="0"/>
                    <a:pt x="77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7" name="Google Shape;3427;p110"/>
          <p:cNvGrpSpPr/>
          <p:nvPr/>
        </p:nvGrpSpPr>
        <p:grpSpPr>
          <a:xfrm>
            <a:off x="4585908" y="4071586"/>
            <a:ext cx="297696" cy="365742"/>
            <a:chOff x="4093838" y="5265200"/>
            <a:chExt cx="320000" cy="390625"/>
          </a:xfrm>
        </p:grpSpPr>
        <p:sp>
          <p:nvSpPr>
            <p:cNvPr id="3428" name="Google Shape;3428;p110"/>
            <p:cNvSpPr/>
            <p:nvPr/>
          </p:nvSpPr>
          <p:spPr>
            <a:xfrm>
              <a:off x="4100938"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110"/>
            <p:cNvSpPr/>
            <p:nvPr/>
          </p:nvSpPr>
          <p:spPr>
            <a:xfrm>
              <a:off x="42227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110"/>
            <p:cNvSpPr/>
            <p:nvPr/>
          </p:nvSpPr>
          <p:spPr>
            <a:xfrm>
              <a:off x="43450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110"/>
            <p:cNvSpPr/>
            <p:nvPr/>
          </p:nvSpPr>
          <p:spPr>
            <a:xfrm>
              <a:off x="4192438" y="5502275"/>
              <a:ext cx="122325" cy="46000"/>
            </a:xfrm>
            <a:custGeom>
              <a:avLst/>
              <a:gdLst/>
              <a:ahLst/>
              <a:cxnLst/>
              <a:rect l="l" t="t" r="r" b="b"/>
              <a:pathLst>
                <a:path w="4893" h="1840" extrusionOk="0">
                  <a:moveTo>
                    <a:pt x="0" y="1"/>
                  </a:moveTo>
                  <a:lnTo>
                    <a:pt x="0" y="1840"/>
                  </a:lnTo>
                  <a:lnTo>
                    <a:pt x="4892" y="1840"/>
                  </a:lnTo>
                  <a:lnTo>
                    <a:pt x="4892" y="1233"/>
                  </a:lnTo>
                  <a:lnTo>
                    <a:pt x="489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110"/>
            <p:cNvSpPr/>
            <p:nvPr/>
          </p:nvSpPr>
          <p:spPr>
            <a:xfrm>
              <a:off x="4192438" y="5408900"/>
              <a:ext cx="122325" cy="45525"/>
            </a:xfrm>
            <a:custGeom>
              <a:avLst/>
              <a:gdLst/>
              <a:ahLst/>
              <a:cxnLst/>
              <a:rect l="l" t="t" r="r" b="b"/>
              <a:pathLst>
                <a:path w="4893" h="1821" extrusionOk="0">
                  <a:moveTo>
                    <a:pt x="0" y="0"/>
                  </a:moveTo>
                  <a:lnTo>
                    <a:pt x="0" y="1821"/>
                  </a:lnTo>
                  <a:lnTo>
                    <a:pt x="4892" y="1821"/>
                  </a:lnTo>
                  <a:lnTo>
                    <a:pt x="48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110"/>
            <p:cNvSpPr/>
            <p:nvPr/>
          </p:nvSpPr>
          <p:spPr>
            <a:xfrm>
              <a:off x="4131763" y="5269050"/>
              <a:ext cx="243675" cy="91525"/>
            </a:xfrm>
            <a:custGeom>
              <a:avLst/>
              <a:gdLst/>
              <a:ahLst/>
              <a:cxnLst/>
              <a:rect l="l" t="t" r="r" b="b"/>
              <a:pathLst>
                <a:path w="9747" h="3661" extrusionOk="0">
                  <a:moveTo>
                    <a:pt x="607" y="1"/>
                  </a:moveTo>
                  <a:cubicBezTo>
                    <a:pt x="265" y="1"/>
                    <a:pt x="0" y="285"/>
                    <a:pt x="0" y="607"/>
                  </a:cubicBezTo>
                  <a:lnTo>
                    <a:pt x="0" y="3053"/>
                  </a:lnTo>
                  <a:cubicBezTo>
                    <a:pt x="0" y="3395"/>
                    <a:pt x="265" y="3660"/>
                    <a:pt x="607" y="3660"/>
                  </a:cubicBezTo>
                  <a:lnTo>
                    <a:pt x="9139" y="3660"/>
                  </a:lnTo>
                  <a:cubicBezTo>
                    <a:pt x="9481" y="3660"/>
                    <a:pt x="9746" y="3395"/>
                    <a:pt x="9746" y="3053"/>
                  </a:cubicBezTo>
                  <a:lnTo>
                    <a:pt x="9746" y="607"/>
                  </a:lnTo>
                  <a:cubicBezTo>
                    <a:pt x="9746" y="285"/>
                    <a:pt x="9481" y="1"/>
                    <a:pt x="9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110"/>
            <p:cNvSpPr/>
            <p:nvPr/>
          </p:nvSpPr>
          <p:spPr>
            <a:xfrm>
              <a:off x="4319463" y="5307450"/>
              <a:ext cx="18050" cy="15050"/>
            </a:xfrm>
            <a:custGeom>
              <a:avLst/>
              <a:gdLst/>
              <a:ahLst/>
              <a:cxnLst/>
              <a:rect l="l" t="t" r="r" b="b"/>
              <a:pathLst>
                <a:path w="722" h="602" extrusionOk="0">
                  <a:moveTo>
                    <a:pt x="418" y="0"/>
                  </a:moveTo>
                  <a:cubicBezTo>
                    <a:pt x="152" y="0"/>
                    <a:pt x="1" y="323"/>
                    <a:pt x="209" y="512"/>
                  </a:cubicBezTo>
                  <a:cubicBezTo>
                    <a:pt x="271" y="574"/>
                    <a:pt x="347" y="602"/>
                    <a:pt x="421" y="602"/>
                  </a:cubicBezTo>
                  <a:cubicBezTo>
                    <a:pt x="575" y="602"/>
                    <a:pt x="721" y="483"/>
                    <a:pt x="721" y="304"/>
                  </a:cubicBezTo>
                  <a:cubicBezTo>
                    <a:pt x="721" y="133"/>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110"/>
            <p:cNvSpPr/>
            <p:nvPr/>
          </p:nvSpPr>
          <p:spPr>
            <a:xfrm>
              <a:off x="4167313" y="5311175"/>
              <a:ext cx="142225" cy="15200"/>
            </a:xfrm>
            <a:custGeom>
              <a:avLst/>
              <a:gdLst/>
              <a:ahLst/>
              <a:cxnLst/>
              <a:rect l="l" t="t" r="r" b="b"/>
              <a:pathLst>
                <a:path w="5689" h="608" extrusionOk="0">
                  <a:moveTo>
                    <a:pt x="398" y="0"/>
                  </a:moveTo>
                  <a:cubicBezTo>
                    <a:pt x="0" y="0"/>
                    <a:pt x="0" y="607"/>
                    <a:pt x="398" y="607"/>
                  </a:cubicBezTo>
                  <a:lnTo>
                    <a:pt x="5271" y="607"/>
                  </a:lnTo>
                  <a:cubicBezTo>
                    <a:pt x="5689" y="607"/>
                    <a:pt x="5689" y="0"/>
                    <a:pt x="52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110"/>
            <p:cNvSpPr/>
            <p:nvPr/>
          </p:nvSpPr>
          <p:spPr>
            <a:xfrm>
              <a:off x="4093838" y="5265200"/>
              <a:ext cx="320000" cy="390625"/>
            </a:xfrm>
            <a:custGeom>
              <a:avLst/>
              <a:gdLst/>
              <a:ahLst/>
              <a:cxnLst/>
              <a:rect l="l" t="t" r="r" b="b"/>
              <a:pathLst>
                <a:path w="12800" h="15625" extrusionOk="0">
                  <a:moveTo>
                    <a:pt x="10656" y="607"/>
                  </a:moveTo>
                  <a:cubicBezTo>
                    <a:pt x="10827" y="607"/>
                    <a:pt x="10960" y="740"/>
                    <a:pt x="10960" y="910"/>
                  </a:cubicBezTo>
                  <a:lnTo>
                    <a:pt x="10960" y="3356"/>
                  </a:lnTo>
                  <a:cubicBezTo>
                    <a:pt x="10960" y="3527"/>
                    <a:pt x="10808" y="3660"/>
                    <a:pt x="10656" y="3660"/>
                  </a:cubicBezTo>
                  <a:lnTo>
                    <a:pt x="2124" y="3660"/>
                  </a:lnTo>
                  <a:cubicBezTo>
                    <a:pt x="1953" y="3660"/>
                    <a:pt x="1820" y="3527"/>
                    <a:pt x="1820" y="3356"/>
                  </a:cubicBezTo>
                  <a:lnTo>
                    <a:pt x="1820" y="910"/>
                  </a:lnTo>
                  <a:cubicBezTo>
                    <a:pt x="1820" y="740"/>
                    <a:pt x="1953" y="607"/>
                    <a:pt x="2124" y="607"/>
                  </a:cubicBezTo>
                  <a:close/>
                  <a:moveTo>
                    <a:pt x="8514" y="6201"/>
                  </a:moveTo>
                  <a:lnTo>
                    <a:pt x="8514" y="7414"/>
                  </a:lnTo>
                  <a:lnTo>
                    <a:pt x="4247" y="7414"/>
                  </a:lnTo>
                  <a:lnTo>
                    <a:pt x="4247" y="6201"/>
                  </a:lnTo>
                  <a:close/>
                  <a:moveTo>
                    <a:pt x="8533" y="9955"/>
                  </a:moveTo>
                  <a:lnTo>
                    <a:pt x="8533" y="11169"/>
                  </a:lnTo>
                  <a:lnTo>
                    <a:pt x="4266" y="11169"/>
                  </a:lnTo>
                  <a:lnTo>
                    <a:pt x="4266" y="9955"/>
                  </a:lnTo>
                  <a:close/>
                  <a:moveTo>
                    <a:pt x="2427" y="13785"/>
                  </a:moveTo>
                  <a:lnTo>
                    <a:pt x="2427" y="15018"/>
                  </a:lnTo>
                  <a:lnTo>
                    <a:pt x="588" y="15018"/>
                  </a:lnTo>
                  <a:lnTo>
                    <a:pt x="588" y="13785"/>
                  </a:lnTo>
                  <a:close/>
                  <a:moveTo>
                    <a:pt x="7319" y="13785"/>
                  </a:moveTo>
                  <a:lnTo>
                    <a:pt x="7319" y="15018"/>
                  </a:lnTo>
                  <a:lnTo>
                    <a:pt x="5480" y="15018"/>
                  </a:lnTo>
                  <a:lnTo>
                    <a:pt x="5480" y="13785"/>
                  </a:lnTo>
                  <a:close/>
                  <a:moveTo>
                    <a:pt x="12192" y="13785"/>
                  </a:moveTo>
                  <a:lnTo>
                    <a:pt x="12192" y="15018"/>
                  </a:lnTo>
                  <a:lnTo>
                    <a:pt x="10353" y="15018"/>
                  </a:lnTo>
                  <a:lnTo>
                    <a:pt x="10353" y="13785"/>
                  </a:lnTo>
                  <a:close/>
                  <a:moveTo>
                    <a:pt x="2143" y="0"/>
                  </a:moveTo>
                  <a:cubicBezTo>
                    <a:pt x="1631" y="0"/>
                    <a:pt x="1214" y="398"/>
                    <a:pt x="1214" y="910"/>
                  </a:cubicBezTo>
                  <a:lnTo>
                    <a:pt x="1214" y="3356"/>
                  </a:lnTo>
                  <a:cubicBezTo>
                    <a:pt x="1214" y="3849"/>
                    <a:pt x="1631" y="4267"/>
                    <a:pt x="2143" y="4267"/>
                  </a:cubicBezTo>
                  <a:lnTo>
                    <a:pt x="6106" y="4267"/>
                  </a:lnTo>
                  <a:lnTo>
                    <a:pt x="6106" y="5575"/>
                  </a:lnTo>
                  <a:lnTo>
                    <a:pt x="3963" y="5575"/>
                  </a:lnTo>
                  <a:cubicBezTo>
                    <a:pt x="3792" y="5575"/>
                    <a:pt x="3660" y="5708"/>
                    <a:pt x="3660" y="5878"/>
                  </a:cubicBezTo>
                  <a:lnTo>
                    <a:pt x="3660" y="7718"/>
                  </a:lnTo>
                  <a:cubicBezTo>
                    <a:pt x="3660" y="7888"/>
                    <a:pt x="3792" y="8021"/>
                    <a:pt x="3963" y="8021"/>
                  </a:cubicBezTo>
                  <a:lnTo>
                    <a:pt x="6106" y="8021"/>
                  </a:lnTo>
                  <a:lnTo>
                    <a:pt x="6106" y="9329"/>
                  </a:lnTo>
                  <a:lnTo>
                    <a:pt x="3963" y="9329"/>
                  </a:lnTo>
                  <a:cubicBezTo>
                    <a:pt x="3792" y="9329"/>
                    <a:pt x="3660" y="9462"/>
                    <a:pt x="3660" y="9633"/>
                  </a:cubicBezTo>
                  <a:lnTo>
                    <a:pt x="3660" y="10543"/>
                  </a:lnTo>
                  <a:lnTo>
                    <a:pt x="1536" y="10543"/>
                  </a:lnTo>
                  <a:cubicBezTo>
                    <a:pt x="1365" y="10543"/>
                    <a:pt x="1214" y="10676"/>
                    <a:pt x="1214" y="10846"/>
                  </a:cubicBezTo>
                  <a:lnTo>
                    <a:pt x="1214" y="13178"/>
                  </a:lnTo>
                  <a:lnTo>
                    <a:pt x="303" y="13178"/>
                  </a:lnTo>
                  <a:cubicBezTo>
                    <a:pt x="133" y="13178"/>
                    <a:pt x="0" y="13311"/>
                    <a:pt x="0" y="13482"/>
                  </a:cubicBezTo>
                  <a:lnTo>
                    <a:pt x="0" y="15302"/>
                  </a:lnTo>
                  <a:cubicBezTo>
                    <a:pt x="0" y="15473"/>
                    <a:pt x="133" y="15605"/>
                    <a:pt x="303" y="15605"/>
                  </a:cubicBezTo>
                  <a:lnTo>
                    <a:pt x="2749" y="15605"/>
                  </a:lnTo>
                  <a:cubicBezTo>
                    <a:pt x="2920" y="15605"/>
                    <a:pt x="3034" y="15473"/>
                    <a:pt x="3053" y="15321"/>
                  </a:cubicBezTo>
                  <a:lnTo>
                    <a:pt x="3053" y="13482"/>
                  </a:lnTo>
                  <a:cubicBezTo>
                    <a:pt x="3053" y="13311"/>
                    <a:pt x="2901" y="13178"/>
                    <a:pt x="2749" y="13178"/>
                  </a:cubicBezTo>
                  <a:lnTo>
                    <a:pt x="1820" y="13178"/>
                  </a:lnTo>
                  <a:lnTo>
                    <a:pt x="1820" y="11169"/>
                  </a:lnTo>
                  <a:lnTo>
                    <a:pt x="3660" y="11169"/>
                  </a:lnTo>
                  <a:lnTo>
                    <a:pt x="3660" y="11472"/>
                  </a:lnTo>
                  <a:cubicBezTo>
                    <a:pt x="3660" y="11643"/>
                    <a:pt x="3792" y="11775"/>
                    <a:pt x="3963" y="11775"/>
                  </a:cubicBezTo>
                  <a:lnTo>
                    <a:pt x="6087" y="11775"/>
                  </a:lnTo>
                  <a:lnTo>
                    <a:pt x="6087" y="13178"/>
                  </a:lnTo>
                  <a:lnTo>
                    <a:pt x="5177" y="13178"/>
                  </a:lnTo>
                  <a:cubicBezTo>
                    <a:pt x="5006" y="13178"/>
                    <a:pt x="4873" y="13311"/>
                    <a:pt x="4873" y="13482"/>
                  </a:cubicBezTo>
                  <a:lnTo>
                    <a:pt x="4873" y="15302"/>
                  </a:lnTo>
                  <a:cubicBezTo>
                    <a:pt x="4873" y="15473"/>
                    <a:pt x="5006" y="15624"/>
                    <a:pt x="5177" y="15624"/>
                  </a:cubicBezTo>
                  <a:lnTo>
                    <a:pt x="7623" y="15624"/>
                  </a:lnTo>
                  <a:cubicBezTo>
                    <a:pt x="7793" y="15624"/>
                    <a:pt x="7926" y="15473"/>
                    <a:pt x="7926" y="15302"/>
                  </a:cubicBezTo>
                  <a:lnTo>
                    <a:pt x="7926" y="13482"/>
                  </a:lnTo>
                  <a:cubicBezTo>
                    <a:pt x="7926" y="13311"/>
                    <a:pt x="7793" y="13178"/>
                    <a:pt x="7623" y="13178"/>
                  </a:cubicBezTo>
                  <a:lnTo>
                    <a:pt x="6693" y="13178"/>
                  </a:lnTo>
                  <a:lnTo>
                    <a:pt x="6693" y="11775"/>
                  </a:lnTo>
                  <a:lnTo>
                    <a:pt x="8836" y="11775"/>
                  </a:lnTo>
                  <a:cubicBezTo>
                    <a:pt x="8988" y="11775"/>
                    <a:pt x="9121" y="11643"/>
                    <a:pt x="9121" y="11472"/>
                  </a:cubicBezTo>
                  <a:lnTo>
                    <a:pt x="9121" y="11169"/>
                  </a:lnTo>
                  <a:lnTo>
                    <a:pt x="10960" y="11169"/>
                  </a:lnTo>
                  <a:lnTo>
                    <a:pt x="10960" y="13178"/>
                  </a:lnTo>
                  <a:lnTo>
                    <a:pt x="10050" y="13178"/>
                  </a:lnTo>
                  <a:cubicBezTo>
                    <a:pt x="9879" y="13178"/>
                    <a:pt x="9746" y="13311"/>
                    <a:pt x="9746" y="13482"/>
                  </a:cubicBezTo>
                  <a:lnTo>
                    <a:pt x="9746" y="15321"/>
                  </a:lnTo>
                  <a:cubicBezTo>
                    <a:pt x="9746" y="15473"/>
                    <a:pt x="9879" y="15624"/>
                    <a:pt x="10050" y="15624"/>
                  </a:cubicBezTo>
                  <a:lnTo>
                    <a:pt x="12477" y="15624"/>
                  </a:lnTo>
                  <a:cubicBezTo>
                    <a:pt x="12647" y="15624"/>
                    <a:pt x="12799" y="15473"/>
                    <a:pt x="12799" y="15321"/>
                  </a:cubicBezTo>
                  <a:lnTo>
                    <a:pt x="12799" y="13482"/>
                  </a:lnTo>
                  <a:cubicBezTo>
                    <a:pt x="12799" y="13311"/>
                    <a:pt x="12647" y="13178"/>
                    <a:pt x="12477" y="13178"/>
                  </a:cubicBezTo>
                  <a:lnTo>
                    <a:pt x="11586" y="13178"/>
                  </a:lnTo>
                  <a:lnTo>
                    <a:pt x="11586" y="10865"/>
                  </a:lnTo>
                  <a:cubicBezTo>
                    <a:pt x="11586" y="10694"/>
                    <a:pt x="11434" y="10562"/>
                    <a:pt x="11263" y="10562"/>
                  </a:cubicBezTo>
                  <a:lnTo>
                    <a:pt x="9140" y="10562"/>
                  </a:lnTo>
                  <a:lnTo>
                    <a:pt x="9140" y="9633"/>
                  </a:lnTo>
                  <a:cubicBezTo>
                    <a:pt x="9140" y="9462"/>
                    <a:pt x="9007" y="9329"/>
                    <a:pt x="8836" y="9329"/>
                  </a:cubicBezTo>
                  <a:lnTo>
                    <a:pt x="6693" y="9329"/>
                  </a:lnTo>
                  <a:lnTo>
                    <a:pt x="6693" y="8021"/>
                  </a:lnTo>
                  <a:lnTo>
                    <a:pt x="8836" y="8021"/>
                  </a:lnTo>
                  <a:cubicBezTo>
                    <a:pt x="9007" y="8021"/>
                    <a:pt x="9140" y="7888"/>
                    <a:pt x="9140" y="7718"/>
                  </a:cubicBezTo>
                  <a:lnTo>
                    <a:pt x="9140" y="5897"/>
                  </a:lnTo>
                  <a:cubicBezTo>
                    <a:pt x="9140" y="5727"/>
                    <a:pt x="9007" y="5575"/>
                    <a:pt x="8836" y="5575"/>
                  </a:cubicBezTo>
                  <a:lnTo>
                    <a:pt x="6693" y="5575"/>
                  </a:lnTo>
                  <a:lnTo>
                    <a:pt x="6693" y="4267"/>
                  </a:lnTo>
                  <a:lnTo>
                    <a:pt x="10675" y="4267"/>
                  </a:lnTo>
                  <a:cubicBezTo>
                    <a:pt x="11168" y="4267"/>
                    <a:pt x="11586" y="3849"/>
                    <a:pt x="11586" y="3356"/>
                  </a:cubicBezTo>
                  <a:lnTo>
                    <a:pt x="11586" y="910"/>
                  </a:lnTo>
                  <a:cubicBezTo>
                    <a:pt x="11586" y="398"/>
                    <a:pt x="11168" y="0"/>
                    <a:pt x="106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7" name="Google Shape;3437;p110"/>
          <p:cNvGrpSpPr/>
          <p:nvPr/>
        </p:nvGrpSpPr>
        <p:grpSpPr>
          <a:xfrm>
            <a:off x="5265626" y="4103233"/>
            <a:ext cx="365750" cy="302447"/>
            <a:chOff x="4667413" y="5261950"/>
            <a:chExt cx="475000" cy="389200"/>
          </a:xfrm>
        </p:grpSpPr>
        <p:sp>
          <p:nvSpPr>
            <p:cNvPr id="3438" name="Google Shape;3438;p110"/>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110"/>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110"/>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110"/>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110"/>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110"/>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110"/>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110"/>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110"/>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110"/>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110"/>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110"/>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0" name="Google Shape;3450;p110"/>
          <p:cNvGrpSpPr/>
          <p:nvPr/>
        </p:nvGrpSpPr>
        <p:grpSpPr>
          <a:xfrm>
            <a:off x="6016873" y="4071581"/>
            <a:ext cx="290724" cy="365751"/>
            <a:chOff x="5177013" y="5225925"/>
            <a:chExt cx="281600" cy="360275"/>
          </a:xfrm>
        </p:grpSpPr>
        <p:sp>
          <p:nvSpPr>
            <p:cNvPr id="3451" name="Google Shape;3451;p110"/>
            <p:cNvSpPr/>
            <p:nvPr/>
          </p:nvSpPr>
          <p:spPr>
            <a:xfrm>
              <a:off x="5226313" y="5275225"/>
              <a:ext cx="225175" cy="303875"/>
            </a:xfrm>
            <a:custGeom>
              <a:avLst/>
              <a:gdLst/>
              <a:ahLst/>
              <a:cxnLst/>
              <a:rect l="l" t="t" r="r" b="b"/>
              <a:pathLst>
                <a:path w="9007" h="12155" extrusionOk="0">
                  <a:moveTo>
                    <a:pt x="7319" y="0"/>
                  </a:moveTo>
                  <a:lnTo>
                    <a:pt x="0" y="10296"/>
                  </a:lnTo>
                  <a:lnTo>
                    <a:pt x="0" y="11586"/>
                  </a:lnTo>
                  <a:cubicBezTo>
                    <a:pt x="0" y="11908"/>
                    <a:pt x="266" y="12154"/>
                    <a:pt x="569" y="12154"/>
                  </a:cubicBezTo>
                  <a:lnTo>
                    <a:pt x="8457" y="12154"/>
                  </a:lnTo>
                  <a:cubicBezTo>
                    <a:pt x="8760" y="12154"/>
                    <a:pt x="9007" y="11908"/>
                    <a:pt x="9007" y="11586"/>
                  </a:cubicBezTo>
                  <a:lnTo>
                    <a:pt x="9007" y="569"/>
                  </a:lnTo>
                  <a:cubicBezTo>
                    <a:pt x="9007" y="247"/>
                    <a:pt x="8760" y="0"/>
                    <a:pt x="8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110"/>
            <p:cNvSpPr/>
            <p:nvPr/>
          </p:nvSpPr>
          <p:spPr>
            <a:xfrm>
              <a:off x="5184113" y="5233025"/>
              <a:ext cx="225200" cy="299625"/>
            </a:xfrm>
            <a:custGeom>
              <a:avLst/>
              <a:gdLst/>
              <a:ahLst/>
              <a:cxnLst/>
              <a:rect l="l" t="t" r="r" b="b"/>
              <a:pathLst>
                <a:path w="9008" h="11985" extrusionOk="0">
                  <a:moveTo>
                    <a:pt x="3622" y="1"/>
                  </a:moveTo>
                  <a:cubicBezTo>
                    <a:pt x="3527" y="1"/>
                    <a:pt x="3452" y="19"/>
                    <a:pt x="3376" y="57"/>
                  </a:cubicBezTo>
                  <a:lnTo>
                    <a:pt x="57" y="3376"/>
                  </a:lnTo>
                  <a:cubicBezTo>
                    <a:pt x="20" y="3433"/>
                    <a:pt x="1" y="3527"/>
                    <a:pt x="20" y="3603"/>
                  </a:cubicBezTo>
                  <a:lnTo>
                    <a:pt x="20" y="11434"/>
                  </a:lnTo>
                  <a:cubicBezTo>
                    <a:pt x="1" y="11738"/>
                    <a:pt x="266" y="11984"/>
                    <a:pt x="569" y="11984"/>
                  </a:cubicBezTo>
                  <a:lnTo>
                    <a:pt x="8457" y="11984"/>
                  </a:lnTo>
                  <a:cubicBezTo>
                    <a:pt x="8761" y="11984"/>
                    <a:pt x="9007" y="11738"/>
                    <a:pt x="9007" y="11434"/>
                  </a:cubicBezTo>
                  <a:lnTo>
                    <a:pt x="9007" y="569"/>
                  </a:lnTo>
                  <a:cubicBezTo>
                    <a:pt x="9007" y="247"/>
                    <a:pt x="8761" y="1"/>
                    <a:pt x="84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110"/>
            <p:cNvSpPr/>
            <p:nvPr/>
          </p:nvSpPr>
          <p:spPr>
            <a:xfrm>
              <a:off x="5310688" y="5275225"/>
              <a:ext cx="56425" cy="42200"/>
            </a:xfrm>
            <a:custGeom>
              <a:avLst/>
              <a:gdLst/>
              <a:ahLst/>
              <a:cxnLst/>
              <a:rect l="l" t="t" r="r" b="b"/>
              <a:pathLst>
                <a:path w="2257" h="1688" extrusionOk="0">
                  <a:moveTo>
                    <a:pt x="0" y="0"/>
                  </a:moveTo>
                  <a:lnTo>
                    <a:pt x="0" y="1688"/>
                  </a:lnTo>
                  <a:lnTo>
                    <a:pt x="2257" y="1688"/>
                  </a:lnTo>
                  <a:lnTo>
                    <a:pt x="2257"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110"/>
            <p:cNvSpPr/>
            <p:nvPr/>
          </p:nvSpPr>
          <p:spPr>
            <a:xfrm>
              <a:off x="5185538" y="5233975"/>
              <a:ext cx="83450" cy="83450"/>
            </a:xfrm>
            <a:custGeom>
              <a:avLst/>
              <a:gdLst/>
              <a:ahLst/>
              <a:cxnLst/>
              <a:rect l="l" t="t" r="r" b="b"/>
              <a:pathLst>
                <a:path w="3338" h="3338" extrusionOk="0">
                  <a:moveTo>
                    <a:pt x="3338" y="0"/>
                  </a:moveTo>
                  <a:cubicBezTo>
                    <a:pt x="3281" y="38"/>
                    <a:pt x="3224" y="76"/>
                    <a:pt x="3167" y="114"/>
                  </a:cubicBezTo>
                  <a:lnTo>
                    <a:pt x="114" y="3167"/>
                  </a:lnTo>
                  <a:cubicBezTo>
                    <a:pt x="76" y="3205"/>
                    <a:pt x="38" y="3262"/>
                    <a:pt x="0" y="3338"/>
                  </a:cubicBezTo>
                  <a:lnTo>
                    <a:pt x="3319" y="3338"/>
                  </a:lnTo>
                  <a:lnTo>
                    <a:pt x="3319" y="19"/>
                  </a:lnTo>
                  <a:lnTo>
                    <a:pt x="333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110"/>
            <p:cNvSpPr/>
            <p:nvPr/>
          </p:nvSpPr>
          <p:spPr>
            <a:xfrm>
              <a:off x="5219188" y="5352450"/>
              <a:ext cx="16625" cy="14275"/>
            </a:xfrm>
            <a:custGeom>
              <a:avLst/>
              <a:gdLst/>
              <a:ahLst/>
              <a:cxnLst/>
              <a:rect l="l" t="t" r="r" b="b"/>
              <a:pathLst>
                <a:path w="665" h="571" extrusionOk="0">
                  <a:moveTo>
                    <a:pt x="304" y="1"/>
                  </a:moveTo>
                  <a:cubicBezTo>
                    <a:pt x="153" y="1"/>
                    <a:pt x="1" y="117"/>
                    <a:pt x="1" y="286"/>
                  </a:cubicBezTo>
                  <a:cubicBezTo>
                    <a:pt x="1" y="438"/>
                    <a:pt x="133" y="571"/>
                    <a:pt x="285" y="571"/>
                  </a:cubicBezTo>
                  <a:cubicBezTo>
                    <a:pt x="551" y="571"/>
                    <a:pt x="664" y="267"/>
                    <a:pt x="494" y="78"/>
                  </a:cubicBezTo>
                  <a:cubicBezTo>
                    <a:pt x="441" y="24"/>
                    <a:pt x="373" y="1"/>
                    <a:pt x="30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110"/>
            <p:cNvSpPr/>
            <p:nvPr/>
          </p:nvSpPr>
          <p:spPr>
            <a:xfrm>
              <a:off x="5177013" y="5225925"/>
              <a:ext cx="281600" cy="360275"/>
            </a:xfrm>
            <a:custGeom>
              <a:avLst/>
              <a:gdLst/>
              <a:ahLst/>
              <a:cxnLst/>
              <a:rect l="l" t="t" r="r" b="b"/>
              <a:pathLst>
                <a:path w="11264" h="14411" extrusionOk="0">
                  <a:moveTo>
                    <a:pt x="3394" y="967"/>
                  </a:moveTo>
                  <a:lnTo>
                    <a:pt x="3394" y="3375"/>
                  </a:lnTo>
                  <a:lnTo>
                    <a:pt x="967" y="3375"/>
                  </a:lnTo>
                  <a:lnTo>
                    <a:pt x="3394" y="967"/>
                  </a:lnTo>
                  <a:close/>
                  <a:moveTo>
                    <a:pt x="8741" y="569"/>
                  </a:moveTo>
                  <a:cubicBezTo>
                    <a:pt x="8893" y="569"/>
                    <a:pt x="9007" y="683"/>
                    <a:pt x="9007" y="853"/>
                  </a:cubicBezTo>
                  <a:lnTo>
                    <a:pt x="9007" y="11699"/>
                  </a:lnTo>
                  <a:cubicBezTo>
                    <a:pt x="9007" y="11851"/>
                    <a:pt x="8893" y="11984"/>
                    <a:pt x="8741" y="11984"/>
                  </a:cubicBezTo>
                  <a:lnTo>
                    <a:pt x="853" y="11984"/>
                  </a:lnTo>
                  <a:cubicBezTo>
                    <a:pt x="702" y="11984"/>
                    <a:pt x="569" y="11851"/>
                    <a:pt x="569" y="11699"/>
                  </a:cubicBezTo>
                  <a:lnTo>
                    <a:pt x="569" y="3944"/>
                  </a:lnTo>
                  <a:lnTo>
                    <a:pt x="3660" y="3944"/>
                  </a:lnTo>
                  <a:cubicBezTo>
                    <a:pt x="3830" y="3944"/>
                    <a:pt x="3944" y="3811"/>
                    <a:pt x="3944" y="3660"/>
                  </a:cubicBezTo>
                  <a:lnTo>
                    <a:pt x="3944" y="569"/>
                  </a:lnTo>
                  <a:close/>
                  <a:moveTo>
                    <a:pt x="10410" y="2257"/>
                  </a:moveTo>
                  <a:cubicBezTo>
                    <a:pt x="10581" y="2257"/>
                    <a:pt x="10694" y="2370"/>
                    <a:pt x="10694" y="2541"/>
                  </a:cubicBezTo>
                  <a:lnTo>
                    <a:pt x="10694" y="13558"/>
                  </a:lnTo>
                  <a:cubicBezTo>
                    <a:pt x="10694" y="13709"/>
                    <a:pt x="10581" y="13842"/>
                    <a:pt x="10429" y="13842"/>
                  </a:cubicBezTo>
                  <a:lnTo>
                    <a:pt x="2541" y="13842"/>
                  </a:lnTo>
                  <a:cubicBezTo>
                    <a:pt x="2389" y="13842"/>
                    <a:pt x="2257" y="13709"/>
                    <a:pt x="2257" y="13558"/>
                  </a:cubicBezTo>
                  <a:lnTo>
                    <a:pt x="2257" y="12553"/>
                  </a:lnTo>
                  <a:lnTo>
                    <a:pt x="8741" y="12553"/>
                  </a:lnTo>
                  <a:cubicBezTo>
                    <a:pt x="9196" y="12553"/>
                    <a:pt x="9576" y="12173"/>
                    <a:pt x="9576" y="11699"/>
                  </a:cubicBezTo>
                  <a:lnTo>
                    <a:pt x="9576" y="2257"/>
                  </a:lnTo>
                  <a:close/>
                  <a:moveTo>
                    <a:pt x="3906" y="0"/>
                  </a:moveTo>
                  <a:cubicBezTo>
                    <a:pt x="3679" y="0"/>
                    <a:pt x="3470" y="76"/>
                    <a:pt x="3299" y="247"/>
                  </a:cubicBezTo>
                  <a:lnTo>
                    <a:pt x="247" y="3299"/>
                  </a:lnTo>
                  <a:cubicBezTo>
                    <a:pt x="95" y="3451"/>
                    <a:pt x="0" y="3660"/>
                    <a:pt x="19" y="3887"/>
                  </a:cubicBezTo>
                  <a:lnTo>
                    <a:pt x="19" y="11718"/>
                  </a:lnTo>
                  <a:cubicBezTo>
                    <a:pt x="19" y="12173"/>
                    <a:pt x="379" y="12553"/>
                    <a:pt x="853" y="12553"/>
                  </a:cubicBezTo>
                  <a:lnTo>
                    <a:pt x="1688" y="12553"/>
                  </a:lnTo>
                  <a:lnTo>
                    <a:pt x="1688" y="13577"/>
                  </a:lnTo>
                  <a:cubicBezTo>
                    <a:pt x="1707" y="14032"/>
                    <a:pt x="2067" y="14411"/>
                    <a:pt x="2541" y="14411"/>
                  </a:cubicBezTo>
                  <a:lnTo>
                    <a:pt x="10410" y="14411"/>
                  </a:lnTo>
                  <a:cubicBezTo>
                    <a:pt x="10884" y="14411"/>
                    <a:pt x="11263" y="14032"/>
                    <a:pt x="11263" y="13577"/>
                  </a:cubicBezTo>
                  <a:lnTo>
                    <a:pt x="11263" y="2541"/>
                  </a:lnTo>
                  <a:cubicBezTo>
                    <a:pt x="11263" y="2067"/>
                    <a:pt x="10884" y="1688"/>
                    <a:pt x="10429" y="1688"/>
                  </a:cubicBezTo>
                  <a:lnTo>
                    <a:pt x="9576" y="1688"/>
                  </a:lnTo>
                  <a:lnTo>
                    <a:pt x="9576" y="853"/>
                  </a:lnTo>
                  <a:cubicBezTo>
                    <a:pt x="9576" y="379"/>
                    <a:pt x="9196" y="0"/>
                    <a:pt x="874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110"/>
            <p:cNvSpPr/>
            <p:nvPr/>
          </p:nvSpPr>
          <p:spPr>
            <a:xfrm>
              <a:off x="5304038" y="5268100"/>
              <a:ext cx="70200" cy="56450"/>
            </a:xfrm>
            <a:custGeom>
              <a:avLst/>
              <a:gdLst/>
              <a:ahLst/>
              <a:cxnLst/>
              <a:rect l="l" t="t" r="r" b="b"/>
              <a:pathLst>
                <a:path w="2808" h="2258" extrusionOk="0">
                  <a:moveTo>
                    <a:pt x="2238" y="570"/>
                  </a:moveTo>
                  <a:lnTo>
                    <a:pt x="2238" y="1688"/>
                  </a:lnTo>
                  <a:lnTo>
                    <a:pt x="551" y="1688"/>
                  </a:lnTo>
                  <a:lnTo>
                    <a:pt x="551" y="570"/>
                  </a:lnTo>
                  <a:close/>
                  <a:moveTo>
                    <a:pt x="266" y="1"/>
                  </a:moveTo>
                  <a:cubicBezTo>
                    <a:pt x="115" y="1"/>
                    <a:pt x="1" y="133"/>
                    <a:pt x="1" y="285"/>
                  </a:cubicBezTo>
                  <a:lnTo>
                    <a:pt x="1" y="1973"/>
                  </a:lnTo>
                  <a:cubicBezTo>
                    <a:pt x="1" y="2124"/>
                    <a:pt x="115" y="2257"/>
                    <a:pt x="266" y="2257"/>
                  </a:cubicBezTo>
                  <a:lnTo>
                    <a:pt x="2523" y="2257"/>
                  </a:lnTo>
                  <a:cubicBezTo>
                    <a:pt x="2674" y="2257"/>
                    <a:pt x="2807" y="2124"/>
                    <a:pt x="2807" y="1973"/>
                  </a:cubicBezTo>
                  <a:lnTo>
                    <a:pt x="2807" y="285"/>
                  </a:lnTo>
                  <a:cubicBezTo>
                    <a:pt x="2807" y="133"/>
                    <a:pt x="2674" y="1"/>
                    <a:pt x="252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110"/>
            <p:cNvSpPr/>
            <p:nvPr/>
          </p:nvSpPr>
          <p:spPr>
            <a:xfrm>
              <a:off x="5244613" y="5352450"/>
              <a:ext cx="132650" cy="14325"/>
            </a:xfrm>
            <a:custGeom>
              <a:avLst/>
              <a:gdLst/>
              <a:ahLst/>
              <a:cxnLst/>
              <a:rect l="l" t="t" r="r" b="b"/>
              <a:pathLst>
                <a:path w="5306" h="573" extrusionOk="0">
                  <a:moveTo>
                    <a:pt x="371" y="0"/>
                  </a:moveTo>
                  <a:cubicBezTo>
                    <a:pt x="0" y="0"/>
                    <a:pt x="0" y="572"/>
                    <a:pt x="371" y="572"/>
                  </a:cubicBezTo>
                  <a:cubicBezTo>
                    <a:pt x="382" y="572"/>
                    <a:pt x="394" y="572"/>
                    <a:pt x="406" y="571"/>
                  </a:cubicBezTo>
                  <a:lnTo>
                    <a:pt x="4900" y="571"/>
                  </a:lnTo>
                  <a:cubicBezTo>
                    <a:pt x="4912" y="572"/>
                    <a:pt x="4923" y="572"/>
                    <a:pt x="4934" y="572"/>
                  </a:cubicBezTo>
                  <a:cubicBezTo>
                    <a:pt x="5305" y="572"/>
                    <a:pt x="5305" y="0"/>
                    <a:pt x="4934" y="0"/>
                  </a:cubicBezTo>
                  <a:cubicBezTo>
                    <a:pt x="4923" y="0"/>
                    <a:pt x="4912" y="1"/>
                    <a:pt x="4900" y="2"/>
                  </a:cubicBezTo>
                  <a:lnTo>
                    <a:pt x="406" y="2"/>
                  </a:lnTo>
                  <a:cubicBezTo>
                    <a:pt x="394" y="1"/>
                    <a:pt x="382" y="0"/>
                    <a:pt x="37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110"/>
            <p:cNvSpPr/>
            <p:nvPr/>
          </p:nvSpPr>
          <p:spPr>
            <a:xfrm>
              <a:off x="5216638" y="5394625"/>
              <a:ext cx="160625" cy="14325"/>
            </a:xfrm>
            <a:custGeom>
              <a:avLst/>
              <a:gdLst/>
              <a:ahLst/>
              <a:cxnLst/>
              <a:rect l="l" t="t" r="r" b="b"/>
              <a:pathLst>
                <a:path w="6425" h="573" extrusionOk="0">
                  <a:moveTo>
                    <a:pt x="354" y="1"/>
                  </a:moveTo>
                  <a:cubicBezTo>
                    <a:pt x="0" y="1"/>
                    <a:pt x="0" y="573"/>
                    <a:pt x="354" y="573"/>
                  </a:cubicBezTo>
                  <a:cubicBezTo>
                    <a:pt x="365" y="573"/>
                    <a:pt x="376" y="572"/>
                    <a:pt x="387" y="571"/>
                  </a:cubicBezTo>
                  <a:lnTo>
                    <a:pt x="6019" y="571"/>
                  </a:lnTo>
                  <a:cubicBezTo>
                    <a:pt x="6031" y="572"/>
                    <a:pt x="6042" y="573"/>
                    <a:pt x="6053" y="573"/>
                  </a:cubicBezTo>
                  <a:cubicBezTo>
                    <a:pt x="6424" y="573"/>
                    <a:pt x="6424" y="1"/>
                    <a:pt x="6053" y="1"/>
                  </a:cubicBezTo>
                  <a:cubicBezTo>
                    <a:pt x="6042" y="1"/>
                    <a:pt x="6031" y="1"/>
                    <a:pt x="6019" y="2"/>
                  </a:cubicBezTo>
                  <a:lnTo>
                    <a:pt x="387" y="2"/>
                  </a:lnTo>
                  <a:cubicBezTo>
                    <a:pt x="376" y="1"/>
                    <a:pt x="365" y="1"/>
                    <a:pt x="35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110"/>
            <p:cNvSpPr/>
            <p:nvPr/>
          </p:nvSpPr>
          <p:spPr>
            <a:xfrm>
              <a:off x="5217288" y="5436850"/>
              <a:ext cx="159300" cy="14250"/>
            </a:xfrm>
            <a:custGeom>
              <a:avLst/>
              <a:gdLst/>
              <a:ahLst/>
              <a:cxnLst/>
              <a:rect l="l" t="t" r="r" b="b"/>
              <a:pathLst>
                <a:path w="6372" h="570" extrusionOk="0">
                  <a:moveTo>
                    <a:pt x="361" y="1"/>
                  </a:moveTo>
                  <a:cubicBezTo>
                    <a:pt x="1" y="1"/>
                    <a:pt x="1" y="570"/>
                    <a:pt x="361" y="570"/>
                  </a:cubicBezTo>
                  <a:lnTo>
                    <a:pt x="5993" y="570"/>
                  </a:lnTo>
                  <a:cubicBezTo>
                    <a:pt x="6372" y="570"/>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110"/>
            <p:cNvSpPr/>
            <p:nvPr/>
          </p:nvSpPr>
          <p:spPr>
            <a:xfrm>
              <a:off x="5217288" y="5479050"/>
              <a:ext cx="159300" cy="14250"/>
            </a:xfrm>
            <a:custGeom>
              <a:avLst/>
              <a:gdLst/>
              <a:ahLst/>
              <a:cxnLst/>
              <a:rect l="l" t="t" r="r" b="b"/>
              <a:pathLst>
                <a:path w="6372" h="570" extrusionOk="0">
                  <a:moveTo>
                    <a:pt x="361" y="1"/>
                  </a:moveTo>
                  <a:cubicBezTo>
                    <a:pt x="1" y="1"/>
                    <a:pt x="1" y="569"/>
                    <a:pt x="361" y="569"/>
                  </a:cubicBezTo>
                  <a:lnTo>
                    <a:pt x="5993" y="569"/>
                  </a:lnTo>
                  <a:cubicBezTo>
                    <a:pt x="6372" y="569"/>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2" name="Google Shape;3462;p110"/>
          <p:cNvGrpSpPr/>
          <p:nvPr/>
        </p:nvGrpSpPr>
        <p:grpSpPr>
          <a:xfrm>
            <a:off x="6693094" y="4071585"/>
            <a:ext cx="365761" cy="365743"/>
            <a:chOff x="5781888" y="5225925"/>
            <a:chExt cx="425700" cy="426175"/>
          </a:xfrm>
        </p:grpSpPr>
        <p:sp>
          <p:nvSpPr>
            <p:cNvPr id="3463" name="Google Shape;3463;p110"/>
            <p:cNvSpPr/>
            <p:nvPr/>
          </p:nvSpPr>
          <p:spPr>
            <a:xfrm>
              <a:off x="5782813" y="5350575"/>
              <a:ext cx="173525" cy="161675"/>
            </a:xfrm>
            <a:custGeom>
              <a:avLst/>
              <a:gdLst/>
              <a:ahLst/>
              <a:cxnLst/>
              <a:rect l="l" t="t" r="r" b="b"/>
              <a:pathLst>
                <a:path w="6941" h="6467" extrusionOk="0">
                  <a:moveTo>
                    <a:pt x="1120" y="1"/>
                  </a:moveTo>
                  <a:cubicBezTo>
                    <a:pt x="115" y="2030"/>
                    <a:pt x="1" y="4381"/>
                    <a:pt x="854" y="6467"/>
                  </a:cubicBezTo>
                  <a:lnTo>
                    <a:pt x="694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110"/>
            <p:cNvSpPr/>
            <p:nvPr/>
          </p:nvSpPr>
          <p:spPr>
            <a:xfrm>
              <a:off x="5907488" y="5478575"/>
              <a:ext cx="160725" cy="165075"/>
            </a:xfrm>
            <a:custGeom>
              <a:avLst/>
              <a:gdLst/>
              <a:ahLst/>
              <a:cxnLst/>
              <a:rect l="l" t="t" r="r" b="b"/>
              <a:pathLst>
                <a:path w="6429" h="6603" extrusionOk="0">
                  <a:moveTo>
                    <a:pt x="1" y="1"/>
                  </a:moveTo>
                  <a:lnTo>
                    <a:pt x="1" y="5784"/>
                  </a:lnTo>
                  <a:cubicBezTo>
                    <a:pt x="1094" y="6330"/>
                    <a:pt x="2282" y="6602"/>
                    <a:pt x="3475" y="6602"/>
                  </a:cubicBezTo>
                  <a:cubicBezTo>
                    <a:pt x="4475" y="6602"/>
                    <a:pt x="5477" y="6411"/>
                    <a:pt x="6429" y="6030"/>
                  </a:cubicBezTo>
                  <a:lnTo>
                    <a:pt x="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110"/>
            <p:cNvSpPr/>
            <p:nvPr/>
          </p:nvSpPr>
          <p:spPr>
            <a:xfrm>
              <a:off x="6035013" y="5366700"/>
              <a:ext cx="164525" cy="160250"/>
            </a:xfrm>
            <a:custGeom>
              <a:avLst/>
              <a:gdLst/>
              <a:ahLst/>
              <a:cxnLst/>
              <a:rect l="l" t="t" r="r" b="b"/>
              <a:pathLst>
                <a:path w="6581" h="6410" extrusionOk="0">
                  <a:moveTo>
                    <a:pt x="6011" y="1"/>
                  </a:moveTo>
                  <a:cubicBezTo>
                    <a:pt x="5670" y="380"/>
                    <a:pt x="361" y="6030"/>
                    <a:pt x="0" y="6410"/>
                  </a:cubicBezTo>
                  <a:lnTo>
                    <a:pt x="5727" y="6410"/>
                  </a:lnTo>
                  <a:cubicBezTo>
                    <a:pt x="6277" y="5329"/>
                    <a:pt x="6561" y="4115"/>
                    <a:pt x="6580" y="2883"/>
                  </a:cubicBezTo>
                  <a:cubicBezTo>
                    <a:pt x="6561" y="1897"/>
                    <a:pt x="6391" y="930"/>
                    <a:pt x="6011"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110"/>
            <p:cNvSpPr/>
            <p:nvPr/>
          </p:nvSpPr>
          <p:spPr>
            <a:xfrm>
              <a:off x="5922663" y="5233975"/>
              <a:ext cx="161200" cy="165450"/>
            </a:xfrm>
            <a:custGeom>
              <a:avLst/>
              <a:gdLst/>
              <a:ahLst/>
              <a:cxnLst/>
              <a:rect l="l" t="t" r="r" b="b"/>
              <a:pathLst>
                <a:path w="6448" h="6618" extrusionOk="0">
                  <a:moveTo>
                    <a:pt x="2883" y="0"/>
                  </a:moveTo>
                  <a:lnTo>
                    <a:pt x="2883" y="19"/>
                  </a:lnTo>
                  <a:cubicBezTo>
                    <a:pt x="1897" y="19"/>
                    <a:pt x="911" y="190"/>
                    <a:pt x="1" y="569"/>
                  </a:cubicBezTo>
                  <a:lnTo>
                    <a:pt x="6448" y="6618"/>
                  </a:lnTo>
                  <a:lnTo>
                    <a:pt x="6448" y="873"/>
                  </a:lnTo>
                  <a:cubicBezTo>
                    <a:pt x="5348" y="304"/>
                    <a:pt x="4115" y="0"/>
                    <a:pt x="288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110"/>
            <p:cNvSpPr/>
            <p:nvPr/>
          </p:nvSpPr>
          <p:spPr>
            <a:xfrm>
              <a:off x="5804163" y="5402250"/>
              <a:ext cx="103350" cy="220925"/>
            </a:xfrm>
            <a:custGeom>
              <a:avLst/>
              <a:gdLst/>
              <a:ahLst/>
              <a:cxnLst/>
              <a:rect l="l" t="t" r="r" b="b"/>
              <a:pathLst>
                <a:path w="4134" h="8837" extrusionOk="0">
                  <a:moveTo>
                    <a:pt x="4134" y="1"/>
                  </a:moveTo>
                  <a:lnTo>
                    <a:pt x="0" y="4400"/>
                  </a:lnTo>
                  <a:cubicBezTo>
                    <a:pt x="797" y="6334"/>
                    <a:pt x="2257" y="7908"/>
                    <a:pt x="4134" y="8837"/>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110"/>
            <p:cNvSpPr/>
            <p:nvPr/>
          </p:nvSpPr>
          <p:spPr>
            <a:xfrm>
              <a:off x="5959638" y="5526925"/>
              <a:ext cx="218550" cy="102425"/>
            </a:xfrm>
            <a:custGeom>
              <a:avLst/>
              <a:gdLst/>
              <a:ahLst/>
              <a:cxnLst/>
              <a:rect l="l" t="t" r="r" b="b"/>
              <a:pathLst>
                <a:path w="8742" h="4097" extrusionOk="0">
                  <a:moveTo>
                    <a:pt x="1" y="1"/>
                  </a:moveTo>
                  <a:lnTo>
                    <a:pt x="4343" y="4096"/>
                  </a:lnTo>
                  <a:cubicBezTo>
                    <a:pt x="6258" y="3300"/>
                    <a:pt x="7832" y="1859"/>
                    <a:pt x="87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110"/>
            <p:cNvSpPr/>
            <p:nvPr/>
          </p:nvSpPr>
          <p:spPr>
            <a:xfrm>
              <a:off x="6083838" y="5255775"/>
              <a:ext cx="101475" cy="219025"/>
            </a:xfrm>
            <a:custGeom>
              <a:avLst/>
              <a:gdLst/>
              <a:ahLst/>
              <a:cxnLst/>
              <a:rect l="l" t="t" r="r" b="b"/>
              <a:pathLst>
                <a:path w="4059" h="8761" extrusionOk="0">
                  <a:moveTo>
                    <a:pt x="1" y="1"/>
                  </a:moveTo>
                  <a:lnTo>
                    <a:pt x="1" y="8761"/>
                  </a:lnTo>
                  <a:lnTo>
                    <a:pt x="4058" y="4438"/>
                  </a:lnTo>
                  <a:cubicBezTo>
                    <a:pt x="3300" y="2504"/>
                    <a:pt x="1859" y="930"/>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110"/>
            <p:cNvSpPr/>
            <p:nvPr/>
          </p:nvSpPr>
          <p:spPr>
            <a:xfrm>
              <a:off x="5810788" y="5248200"/>
              <a:ext cx="221400" cy="102400"/>
            </a:xfrm>
            <a:custGeom>
              <a:avLst/>
              <a:gdLst/>
              <a:ahLst/>
              <a:cxnLst/>
              <a:rect l="l" t="t" r="r" b="b"/>
              <a:pathLst>
                <a:path w="8856" h="4096" extrusionOk="0">
                  <a:moveTo>
                    <a:pt x="4476" y="0"/>
                  </a:moveTo>
                  <a:cubicBezTo>
                    <a:pt x="2523" y="778"/>
                    <a:pt x="949" y="2238"/>
                    <a:pt x="1" y="4096"/>
                  </a:cubicBezTo>
                  <a:lnTo>
                    <a:pt x="8856" y="4096"/>
                  </a:lnTo>
                  <a:lnTo>
                    <a:pt x="447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110"/>
            <p:cNvSpPr/>
            <p:nvPr/>
          </p:nvSpPr>
          <p:spPr>
            <a:xfrm>
              <a:off x="6075313" y="5308975"/>
              <a:ext cx="19925" cy="16975"/>
            </a:xfrm>
            <a:custGeom>
              <a:avLst/>
              <a:gdLst/>
              <a:ahLst/>
              <a:cxnLst/>
              <a:rect l="l" t="t" r="r" b="b"/>
              <a:pathLst>
                <a:path w="797" h="679" extrusionOk="0">
                  <a:moveTo>
                    <a:pt x="348" y="1"/>
                  </a:moveTo>
                  <a:cubicBezTo>
                    <a:pt x="179" y="1"/>
                    <a:pt x="19" y="135"/>
                    <a:pt x="19" y="338"/>
                  </a:cubicBezTo>
                  <a:cubicBezTo>
                    <a:pt x="0" y="527"/>
                    <a:pt x="152" y="679"/>
                    <a:pt x="342" y="679"/>
                  </a:cubicBezTo>
                  <a:cubicBezTo>
                    <a:pt x="645" y="679"/>
                    <a:pt x="797" y="319"/>
                    <a:pt x="588" y="110"/>
                  </a:cubicBezTo>
                  <a:cubicBezTo>
                    <a:pt x="518" y="34"/>
                    <a:pt x="432" y="1"/>
                    <a:pt x="3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110"/>
            <p:cNvSpPr/>
            <p:nvPr/>
          </p:nvSpPr>
          <p:spPr>
            <a:xfrm>
              <a:off x="5781888" y="5225925"/>
              <a:ext cx="425700" cy="426175"/>
            </a:xfrm>
            <a:custGeom>
              <a:avLst/>
              <a:gdLst/>
              <a:ahLst/>
              <a:cxnLst/>
              <a:rect l="l" t="t" r="r" b="b"/>
              <a:pathLst>
                <a:path w="17028" h="17047" extrusionOk="0">
                  <a:moveTo>
                    <a:pt x="5556" y="1271"/>
                  </a:moveTo>
                  <a:lnTo>
                    <a:pt x="9158" y="4665"/>
                  </a:lnTo>
                  <a:lnTo>
                    <a:pt x="1726" y="4665"/>
                  </a:lnTo>
                  <a:cubicBezTo>
                    <a:pt x="2617" y="3148"/>
                    <a:pt x="3944" y="1972"/>
                    <a:pt x="5556" y="1271"/>
                  </a:cubicBezTo>
                  <a:close/>
                  <a:moveTo>
                    <a:pt x="8514" y="664"/>
                  </a:moveTo>
                  <a:cubicBezTo>
                    <a:pt x="9632" y="664"/>
                    <a:pt x="10732" y="910"/>
                    <a:pt x="11756" y="1403"/>
                  </a:cubicBezTo>
                  <a:lnTo>
                    <a:pt x="11756" y="2332"/>
                  </a:lnTo>
                  <a:cubicBezTo>
                    <a:pt x="11766" y="2531"/>
                    <a:pt x="11922" y="2631"/>
                    <a:pt x="12081" y="2631"/>
                  </a:cubicBezTo>
                  <a:cubicBezTo>
                    <a:pt x="12240" y="2631"/>
                    <a:pt x="12401" y="2531"/>
                    <a:pt x="12420" y="2332"/>
                  </a:cubicBezTo>
                  <a:lnTo>
                    <a:pt x="12420" y="1764"/>
                  </a:lnTo>
                  <a:cubicBezTo>
                    <a:pt x="13899" y="2636"/>
                    <a:pt x="15074" y="3982"/>
                    <a:pt x="15757" y="5575"/>
                  </a:cubicBezTo>
                  <a:lnTo>
                    <a:pt x="12420" y="9121"/>
                  </a:lnTo>
                  <a:lnTo>
                    <a:pt x="12420" y="4987"/>
                  </a:lnTo>
                  <a:cubicBezTo>
                    <a:pt x="12401" y="4788"/>
                    <a:pt x="12240" y="4688"/>
                    <a:pt x="12081" y="4688"/>
                  </a:cubicBezTo>
                  <a:cubicBezTo>
                    <a:pt x="11922" y="4688"/>
                    <a:pt x="11766" y="4788"/>
                    <a:pt x="11756" y="4987"/>
                  </a:cubicBezTo>
                  <a:lnTo>
                    <a:pt x="11756" y="6182"/>
                  </a:lnTo>
                  <a:lnTo>
                    <a:pt x="6257" y="1024"/>
                  </a:lnTo>
                  <a:cubicBezTo>
                    <a:pt x="6978" y="796"/>
                    <a:pt x="7736" y="664"/>
                    <a:pt x="8514" y="664"/>
                  </a:cubicBezTo>
                  <a:close/>
                  <a:moveTo>
                    <a:pt x="6200" y="5309"/>
                  </a:moveTo>
                  <a:lnTo>
                    <a:pt x="1024" y="10827"/>
                  </a:lnTo>
                  <a:cubicBezTo>
                    <a:pt x="436" y="9007"/>
                    <a:pt x="550" y="7035"/>
                    <a:pt x="1365" y="5309"/>
                  </a:cubicBezTo>
                  <a:close/>
                  <a:moveTo>
                    <a:pt x="16004" y="6257"/>
                  </a:moveTo>
                  <a:cubicBezTo>
                    <a:pt x="16572" y="8040"/>
                    <a:pt x="16459" y="9993"/>
                    <a:pt x="15643" y="11699"/>
                  </a:cubicBezTo>
                  <a:lnTo>
                    <a:pt x="10903" y="11699"/>
                  </a:lnTo>
                  <a:lnTo>
                    <a:pt x="16004" y="6257"/>
                  </a:lnTo>
                  <a:close/>
                  <a:moveTo>
                    <a:pt x="9879" y="5328"/>
                  </a:moveTo>
                  <a:lnTo>
                    <a:pt x="11756" y="7092"/>
                  </a:lnTo>
                  <a:lnTo>
                    <a:pt x="11756" y="9841"/>
                  </a:lnTo>
                  <a:lnTo>
                    <a:pt x="9993" y="11718"/>
                  </a:lnTo>
                  <a:lnTo>
                    <a:pt x="7243" y="11718"/>
                  </a:lnTo>
                  <a:lnTo>
                    <a:pt x="5366" y="9955"/>
                  </a:lnTo>
                  <a:lnTo>
                    <a:pt x="5366" y="7205"/>
                  </a:lnTo>
                  <a:lnTo>
                    <a:pt x="7111" y="5328"/>
                  </a:lnTo>
                  <a:close/>
                  <a:moveTo>
                    <a:pt x="4684" y="7926"/>
                  </a:moveTo>
                  <a:lnTo>
                    <a:pt x="4684" y="15340"/>
                  </a:lnTo>
                  <a:cubicBezTo>
                    <a:pt x="3186" y="14468"/>
                    <a:pt x="1991" y="13140"/>
                    <a:pt x="1289" y="11548"/>
                  </a:cubicBezTo>
                  <a:lnTo>
                    <a:pt x="4684" y="7926"/>
                  </a:lnTo>
                  <a:close/>
                  <a:moveTo>
                    <a:pt x="15283" y="12363"/>
                  </a:moveTo>
                  <a:cubicBezTo>
                    <a:pt x="14413" y="13857"/>
                    <a:pt x="13091" y="15030"/>
                    <a:pt x="11523" y="15732"/>
                  </a:cubicBezTo>
                  <a:lnTo>
                    <a:pt x="11523" y="15732"/>
                  </a:lnTo>
                  <a:lnTo>
                    <a:pt x="7945" y="12363"/>
                  </a:lnTo>
                  <a:close/>
                  <a:moveTo>
                    <a:pt x="5366" y="10865"/>
                  </a:moveTo>
                  <a:lnTo>
                    <a:pt x="10827" y="16004"/>
                  </a:lnTo>
                  <a:cubicBezTo>
                    <a:pt x="10088" y="16231"/>
                    <a:pt x="9291" y="16364"/>
                    <a:pt x="8514" y="16364"/>
                  </a:cubicBezTo>
                  <a:cubicBezTo>
                    <a:pt x="7414" y="16364"/>
                    <a:pt x="6352" y="16117"/>
                    <a:pt x="5366" y="15662"/>
                  </a:cubicBezTo>
                  <a:lnTo>
                    <a:pt x="5366" y="10865"/>
                  </a:lnTo>
                  <a:close/>
                  <a:moveTo>
                    <a:pt x="8514" y="0"/>
                  </a:moveTo>
                  <a:cubicBezTo>
                    <a:pt x="3906" y="0"/>
                    <a:pt x="0" y="3944"/>
                    <a:pt x="0" y="8514"/>
                  </a:cubicBezTo>
                  <a:cubicBezTo>
                    <a:pt x="0" y="13102"/>
                    <a:pt x="3925" y="17046"/>
                    <a:pt x="8514" y="17046"/>
                  </a:cubicBezTo>
                  <a:cubicBezTo>
                    <a:pt x="9557" y="17046"/>
                    <a:pt x="10600" y="16838"/>
                    <a:pt x="11586" y="16440"/>
                  </a:cubicBezTo>
                  <a:cubicBezTo>
                    <a:pt x="14714" y="15169"/>
                    <a:pt x="17027" y="12041"/>
                    <a:pt x="17027" y="8533"/>
                  </a:cubicBezTo>
                  <a:cubicBezTo>
                    <a:pt x="17027" y="3925"/>
                    <a:pt x="13102" y="0"/>
                    <a:pt x="8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3" name="Google Shape;3473;p110"/>
          <p:cNvGrpSpPr/>
          <p:nvPr/>
        </p:nvGrpSpPr>
        <p:grpSpPr>
          <a:xfrm>
            <a:off x="7411190" y="4071579"/>
            <a:ext cx="365755" cy="365755"/>
            <a:chOff x="6492938" y="5137275"/>
            <a:chExt cx="511975" cy="511975"/>
          </a:xfrm>
        </p:grpSpPr>
        <p:sp>
          <p:nvSpPr>
            <p:cNvPr id="3474" name="Google Shape;3474;p110"/>
            <p:cNvSpPr/>
            <p:nvPr/>
          </p:nvSpPr>
          <p:spPr>
            <a:xfrm>
              <a:off x="6502888" y="5147225"/>
              <a:ext cx="492075" cy="492075"/>
            </a:xfrm>
            <a:custGeom>
              <a:avLst/>
              <a:gdLst/>
              <a:ahLst/>
              <a:cxnLst/>
              <a:rect l="l" t="t" r="r" b="b"/>
              <a:pathLst>
                <a:path w="19683" h="19683" extrusionOk="0">
                  <a:moveTo>
                    <a:pt x="797" y="1"/>
                  </a:moveTo>
                  <a:cubicBezTo>
                    <a:pt x="342" y="1"/>
                    <a:pt x="0" y="342"/>
                    <a:pt x="0" y="797"/>
                  </a:cubicBezTo>
                  <a:lnTo>
                    <a:pt x="0" y="18867"/>
                  </a:lnTo>
                  <a:cubicBezTo>
                    <a:pt x="0" y="19322"/>
                    <a:pt x="342" y="19682"/>
                    <a:pt x="797" y="19682"/>
                  </a:cubicBezTo>
                  <a:lnTo>
                    <a:pt x="18886" y="19682"/>
                  </a:lnTo>
                  <a:cubicBezTo>
                    <a:pt x="19322" y="19682"/>
                    <a:pt x="19683" y="19322"/>
                    <a:pt x="19683" y="18867"/>
                  </a:cubicBezTo>
                  <a:lnTo>
                    <a:pt x="19683" y="797"/>
                  </a:lnTo>
                  <a:cubicBezTo>
                    <a:pt x="19683" y="342"/>
                    <a:pt x="19322" y="1"/>
                    <a:pt x="188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110"/>
            <p:cNvSpPr/>
            <p:nvPr/>
          </p:nvSpPr>
          <p:spPr>
            <a:xfrm>
              <a:off x="6552663" y="5197000"/>
              <a:ext cx="392050" cy="392050"/>
            </a:xfrm>
            <a:custGeom>
              <a:avLst/>
              <a:gdLst/>
              <a:ahLst/>
              <a:cxnLst/>
              <a:rect l="l" t="t" r="r" b="b"/>
              <a:pathLst>
                <a:path w="15682" h="15682" extrusionOk="0">
                  <a:moveTo>
                    <a:pt x="11453" y="4248"/>
                  </a:moveTo>
                  <a:lnTo>
                    <a:pt x="11453" y="11453"/>
                  </a:lnTo>
                  <a:lnTo>
                    <a:pt x="4248" y="11453"/>
                  </a:lnTo>
                  <a:lnTo>
                    <a:pt x="4248" y="4248"/>
                  </a:lnTo>
                  <a:close/>
                  <a:moveTo>
                    <a:pt x="2636" y="0"/>
                  </a:moveTo>
                  <a:lnTo>
                    <a:pt x="2636" y="2636"/>
                  </a:lnTo>
                  <a:lnTo>
                    <a:pt x="0" y="2636"/>
                  </a:lnTo>
                  <a:lnTo>
                    <a:pt x="0" y="4248"/>
                  </a:lnTo>
                  <a:lnTo>
                    <a:pt x="2636" y="4248"/>
                  </a:lnTo>
                  <a:lnTo>
                    <a:pt x="2636" y="13046"/>
                  </a:lnTo>
                  <a:lnTo>
                    <a:pt x="11453" y="13046"/>
                  </a:lnTo>
                  <a:lnTo>
                    <a:pt x="11453" y="15682"/>
                  </a:lnTo>
                  <a:lnTo>
                    <a:pt x="13046" y="15682"/>
                  </a:lnTo>
                  <a:lnTo>
                    <a:pt x="13046" y="13046"/>
                  </a:lnTo>
                  <a:lnTo>
                    <a:pt x="15682" y="13046"/>
                  </a:lnTo>
                  <a:lnTo>
                    <a:pt x="15682" y="11453"/>
                  </a:lnTo>
                  <a:lnTo>
                    <a:pt x="13046" y="11453"/>
                  </a:lnTo>
                  <a:lnTo>
                    <a:pt x="13046" y="2636"/>
                  </a:lnTo>
                  <a:lnTo>
                    <a:pt x="4248" y="2636"/>
                  </a:lnTo>
                  <a:lnTo>
                    <a:pt x="424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110"/>
            <p:cNvSpPr/>
            <p:nvPr/>
          </p:nvSpPr>
          <p:spPr>
            <a:xfrm>
              <a:off x="6529438" y="5462925"/>
              <a:ext cx="23250" cy="20000"/>
            </a:xfrm>
            <a:custGeom>
              <a:avLst/>
              <a:gdLst/>
              <a:ahLst/>
              <a:cxnLst/>
              <a:rect l="l" t="t" r="r" b="b"/>
              <a:pathLst>
                <a:path w="930" h="800" extrusionOk="0">
                  <a:moveTo>
                    <a:pt x="531" y="1"/>
                  </a:moveTo>
                  <a:cubicBezTo>
                    <a:pt x="171" y="1"/>
                    <a:pt x="0" y="437"/>
                    <a:pt x="247" y="683"/>
                  </a:cubicBezTo>
                  <a:cubicBezTo>
                    <a:pt x="327" y="763"/>
                    <a:pt x="427" y="799"/>
                    <a:pt x="525" y="799"/>
                  </a:cubicBezTo>
                  <a:cubicBezTo>
                    <a:pt x="730" y="799"/>
                    <a:pt x="929" y="643"/>
                    <a:pt x="929" y="399"/>
                  </a:cubicBezTo>
                  <a:cubicBezTo>
                    <a:pt x="929" y="171"/>
                    <a:pt x="759" y="1"/>
                    <a:pt x="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110"/>
            <p:cNvSpPr/>
            <p:nvPr/>
          </p:nvSpPr>
          <p:spPr>
            <a:xfrm>
              <a:off x="6492938" y="5137275"/>
              <a:ext cx="511975" cy="511975"/>
            </a:xfrm>
            <a:custGeom>
              <a:avLst/>
              <a:gdLst/>
              <a:ahLst/>
              <a:cxnLst/>
              <a:rect l="l" t="t" r="r" b="b"/>
              <a:pathLst>
                <a:path w="20479" h="20479" extrusionOk="0">
                  <a:moveTo>
                    <a:pt x="19265" y="797"/>
                  </a:moveTo>
                  <a:cubicBezTo>
                    <a:pt x="19493" y="797"/>
                    <a:pt x="19663" y="967"/>
                    <a:pt x="19663" y="1195"/>
                  </a:cubicBezTo>
                  <a:lnTo>
                    <a:pt x="19663" y="19284"/>
                  </a:lnTo>
                  <a:cubicBezTo>
                    <a:pt x="19663" y="19493"/>
                    <a:pt x="19493" y="19682"/>
                    <a:pt x="19265" y="19682"/>
                  </a:cubicBezTo>
                  <a:lnTo>
                    <a:pt x="1176" y="19682"/>
                  </a:lnTo>
                  <a:cubicBezTo>
                    <a:pt x="967" y="19682"/>
                    <a:pt x="778" y="19493"/>
                    <a:pt x="778" y="19284"/>
                  </a:cubicBezTo>
                  <a:lnTo>
                    <a:pt x="778" y="1195"/>
                  </a:lnTo>
                  <a:cubicBezTo>
                    <a:pt x="778" y="967"/>
                    <a:pt x="967" y="797"/>
                    <a:pt x="1176" y="797"/>
                  </a:cubicBezTo>
                  <a:close/>
                  <a:moveTo>
                    <a:pt x="1195" y="0"/>
                  </a:moveTo>
                  <a:cubicBezTo>
                    <a:pt x="531" y="0"/>
                    <a:pt x="0" y="531"/>
                    <a:pt x="0" y="1195"/>
                  </a:cubicBezTo>
                  <a:lnTo>
                    <a:pt x="0" y="19265"/>
                  </a:lnTo>
                  <a:cubicBezTo>
                    <a:pt x="0" y="19929"/>
                    <a:pt x="531" y="20479"/>
                    <a:pt x="1195" y="20479"/>
                  </a:cubicBezTo>
                  <a:lnTo>
                    <a:pt x="19284" y="20479"/>
                  </a:lnTo>
                  <a:cubicBezTo>
                    <a:pt x="19929" y="20479"/>
                    <a:pt x="20479" y="19929"/>
                    <a:pt x="20479" y="19265"/>
                  </a:cubicBezTo>
                  <a:lnTo>
                    <a:pt x="20479" y="1195"/>
                  </a:lnTo>
                  <a:cubicBezTo>
                    <a:pt x="20479" y="531"/>
                    <a:pt x="19929" y="0"/>
                    <a:pt x="19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110"/>
            <p:cNvSpPr/>
            <p:nvPr/>
          </p:nvSpPr>
          <p:spPr>
            <a:xfrm>
              <a:off x="6542713" y="5187050"/>
              <a:ext cx="411950" cy="412425"/>
            </a:xfrm>
            <a:custGeom>
              <a:avLst/>
              <a:gdLst/>
              <a:ahLst/>
              <a:cxnLst/>
              <a:rect l="l" t="t" r="r" b="b"/>
              <a:pathLst>
                <a:path w="16478" h="16497" extrusionOk="0">
                  <a:moveTo>
                    <a:pt x="2636" y="3451"/>
                  </a:moveTo>
                  <a:lnTo>
                    <a:pt x="2636" y="4248"/>
                  </a:lnTo>
                  <a:lnTo>
                    <a:pt x="797" y="4248"/>
                  </a:lnTo>
                  <a:lnTo>
                    <a:pt x="797" y="3451"/>
                  </a:lnTo>
                  <a:close/>
                  <a:moveTo>
                    <a:pt x="12477" y="3451"/>
                  </a:moveTo>
                  <a:lnTo>
                    <a:pt x="11681" y="4248"/>
                  </a:lnTo>
                  <a:lnTo>
                    <a:pt x="5044" y="4248"/>
                  </a:lnTo>
                  <a:lnTo>
                    <a:pt x="5044" y="3451"/>
                  </a:lnTo>
                  <a:close/>
                  <a:moveTo>
                    <a:pt x="10884" y="5044"/>
                  </a:moveTo>
                  <a:lnTo>
                    <a:pt x="5044" y="10884"/>
                  </a:lnTo>
                  <a:lnTo>
                    <a:pt x="5044" y="5044"/>
                  </a:lnTo>
                  <a:close/>
                  <a:moveTo>
                    <a:pt x="11434" y="5613"/>
                  </a:moveTo>
                  <a:lnTo>
                    <a:pt x="11434" y="11434"/>
                  </a:lnTo>
                  <a:lnTo>
                    <a:pt x="5613" y="11434"/>
                  </a:lnTo>
                  <a:lnTo>
                    <a:pt x="11434" y="5613"/>
                  </a:lnTo>
                  <a:close/>
                  <a:moveTo>
                    <a:pt x="4248" y="797"/>
                  </a:moveTo>
                  <a:lnTo>
                    <a:pt x="4248" y="11851"/>
                  </a:lnTo>
                  <a:cubicBezTo>
                    <a:pt x="4248" y="12060"/>
                    <a:pt x="4437" y="12249"/>
                    <a:pt x="4646" y="12249"/>
                  </a:cubicBezTo>
                  <a:lnTo>
                    <a:pt x="11453" y="12249"/>
                  </a:lnTo>
                  <a:lnTo>
                    <a:pt x="11434" y="13046"/>
                  </a:lnTo>
                  <a:lnTo>
                    <a:pt x="3451" y="13046"/>
                  </a:lnTo>
                  <a:lnTo>
                    <a:pt x="3451" y="797"/>
                  </a:lnTo>
                  <a:close/>
                  <a:moveTo>
                    <a:pt x="15681" y="12249"/>
                  </a:moveTo>
                  <a:lnTo>
                    <a:pt x="15681" y="13046"/>
                  </a:lnTo>
                  <a:lnTo>
                    <a:pt x="13842" y="13046"/>
                  </a:lnTo>
                  <a:lnTo>
                    <a:pt x="13842" y="12249"/>
                  </a:lnTo>
                  <a:close/>
                  <a:moveTo>
                    <a:pt x="13046" y="4001"/>
                  </a:moveTo>
                  <a:lnTo>
                    <a:pt x="13046" y="15681"/>
                  </a:lnTo>
                  <a:lnTo>
                    <a:pt x="12249" y="15681"/>
                  </a:lnTo>
                  <a:lnTo>
                    <a:pt x="12249" y="4816"/>
                  </a:lnTo>
                  <a:lnTo>
                    <a:pt x="13046" y="4001"/>
                  </a:lnTo>
                  <a:close/>
                  <a:moveTo>
                    <a:pt x="3034" y="0"/>
                  </a:moveTo>
                  <a:cubicBezTo>
                    <a:pt x="2826" y="0"/>
                    <a:pt x="2636" y="190"/>
                    <a:pt x="2636" y="417"/>
                  </a:cubicBezTo>
                  <a:lnTo>
                    <a:pt x="2636" y="2655"/>
                  </a:lnTo>
                  <a:lnTo>
                    <a:pt x="398" y="2655"/>
                  </a:lnTo>
                  <a:cubicBezTo>
                    <a:pt x="171" y="2655"/>
                    <a:pt x="0" y="2826"/>
                    <a:pt x="0" y="3053"/>
                  </a:cubicBezTo>
                  <a:lnTo>
                    <a:pt x="0" y="4646"/>
                  </a:lnTo>
                  <a:cubicBezTo>
                    <a:pt x="0" y="4854"/>
                    <a:pt x="171" y="5044"/>
                    <a:pt x="398" y="5044"/>
                  </a:cubicBezTo>
                  <a:lnTo>
                    <a:pt x="2636" y="5044"/>
                  </a:lnTo>
                  <a:lnTo>
                    <a:pt x="2636" y="13444"/>
                  </a:lnTo>
                  <a:cubicBezTo>
                    <a:pt x="2636" y="13653"/>
                    <a:pt x="2826" y="13842"/>
                    <a:pt x="3034" y="13842"/>
                  </a:cubicBezTo>
                  <a:lnTo>
                    <a:pt x="11434" y="13842"/>
                  </a:lnTo>
                  <a:lnTo>
                    <a:pt x="11434" y="16080"/>
                  </a:lnTo>
                  <a:cubicBezTo>
                    <a:pt x="11434" y="16307"/>
                    <a:pt x="11624" y="16497"/>
                    <a:pt x="11851" y="16497"/>
                  </a:cubicBezTo>
                  <a:lnTo>
                    <a:pt x="13444" y="16497"/>
                  </a:lnTo>
                  <a:cubicBezTo>
                    <a:pt x="13672" y="16497"/>
                    <a:pt x="13842" y="16307"/>
                    <a:pt x="13842" y="16080"/>
                  </a:cubicBezTo>
                  <a:lnTo>
                    <a:pt x="13842" y="13842"/>
                  </a:lnTo>
                  <a:lnTo>
                    <a:pt x="16080" y="13842"/>
                  </a:lnTo>
                  <a:cubicBezTo>
                    <a:pt x="16307" y="13842"/>
                    <a:pt x="16478" y="13671"/>
                    <a:pt x="16478" y="13444"/>
                  </a:cubicBezTo>
                  <a:lnTo>
                    <a:pt x="16478" y="11851"/>
                  </a:lnTo>
                  <a:cubicBezTo>
                    <a:pt x="16478" y="11624"/>
                    <a:pt x="16307" y="11434"/>
                    <a:pt x="16080" y="11434"/>
                  </a:cubicBezTo>
                  <a:lnTo>
                    <a:pt x="13842" y="11434"/>
                  </a:lnTo>
                  <a:lnTo>
                    <a:pt x="13842" y="3224"/>
                  </a:lnTo>
                  <a:lnTo>
                    <a:pt x="15568" y="1498"/>
                  </a:lnTo>
                  <a:cubicBezTo>
                    <a:pt x="15859" y="1207"/>
                    <a:pt x="15591" y="804"/>
                    <a:pt x="15280" y="804"/>
                  </a:cubicBezTo>
                  <a:cubicBezTo>
                    <a:pt x="15185" y="804"/>
                    <a:pt x="15087" y="841"/>
                    <a:pt x="14999" y="929"/>
                  </a:cubicBezTo>
                  <a:lnTo>
                    <a:pt x="13273" y="2655"/>
                  </a:lnTo>
                  <a:lnTo>
                    <a:pt x="5044" y="2655"/>
                  </a:lnTo>
                  <a:lnTo>
                    <a:pt x="5044" y="417"/>
                  </a:lnTo>
                  <a:cubicBezTo>
                    <a:pt x="5044" y="190"/>
                    <a:pt x="4854" y="0"/>
                    <a:pt x="46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110"/>
            <p:cNvSpPr/>
            <p:nvPr/>
          </p:nvSpPr>
          <p:spPr>
            <a:xfrm>
              <a:off x="6532763" y="5503225"/>
              <a:ext cx="19925" cy="106200"/>
            </a:xfrm>
            <a:custGeom>
              <a:avLst/>
              <a:gdLst/>
              <a:ahLst/>
              <a:cxnLst/>
              <a:rect l="l" t="t" r="r" b="b"/>
              <a:pathLst>
                <a:path w="797" h="4248" extrusionOk="0">
                  <a:moveTo>
                    <a:pt x="398" y="1"/>
                  </a:moveTo>
                  <a:cubicBezTo>
                    <a:pt x="171" y="1"/>
                    <a:pt x="0" y="171"/>
                    <a:pt x="0" y="399"/>
                  </a:cubicBezTo>
                  <a:lnTo>
                    <a:pt x="0" y="3850"/>
                  </a:lnTo>
                  <a:cubicBezTo>
                    <a:pt x="0" y="4115"/>
                    <a:pt x="199" y="4248"/>
                    <a:pt x="398" y="4248"/>
                  </a:cubicBezTo>
                  <a:cubicBezTo>
                    <a:pt x="597" y="4248"/>
                    <a:pt x="796" y="4115"/>
                    <a:pt x="796" y="3850"/>
                  </a:cubicBezTo>
                  <a:lnTo>
                    <a:pt x="796" y="399"/>
                  </a:lnTo>
                  <a:cubicBezTo>
                    <a:pt x="796" y="171"/>
                    <a:pt x="626" y="1"/>
                    <a:pt x="3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0" name="Google Shape;3480;p110"/>
          <p:cNvGrpSpPr/>
          <p:nvPr/>
        </p:nvGrpSpPr>
        <p:grpSpPr>
          <a:xfrm>
            <a:off x="8129302" y="4080287"/>
            <a:ext cx="365714" cy="348340"/>
            <a:chOff x="7447163" y="5136800"/>
            <a:chExt cx="929625" cy="895475"/>
          </a:xfrm>
        </p:grpSpPr>
        <p:sp>
          <p:nvSpPr>
            <p:cNvPr id="3481" name="Google Shape;3481;p110"/>
            <p:cNvSpPr/>
            <p:nvPr/>
          </p:nvSpPr>
          <p:spPr>
            <a:xfrm>
              <a:off x="7877113" y="5154575"/>
              <a:ext cx="480700" cy="451525"/>
            </a:xfrm>
            <a:custGeom>
              <a:avLst/>
              <a:gdLst/>
              <a:ahLst/>
              <a:cxnLst/>
              <a:rect l="l" t="t" r="r" b="b"/>
              <a:pathLst>
                <a:path w="19228" h="18061" extrusionOk="0">
                  <a:moveTo>
                    <a:pt x="12309" y="0"/>
                  </a:moveTo>
                  <a:cubicBezTo>
                    <a:pt x="10700" y="0"/>
                    <a:pt x="9093" y="617"/>
                    <a:pt x="7870" y="1849"/>
                  </a:cubicBezTo>
                  <a:lnTo>
                    <a:pt x="2390" y="7310"/>
                  </a:lnTo>
                  <a:cubicBezTo>
                    <a:pt x="494" y="9206"/>
                    <a:pt x="1" y="12069"/>
                    <a:pt x="1158" y="14477"/>
                  </a:cubicBezTo>
                  <a:lnTo>
                    <a:pt x="4059" y="11595"/>
                  </a:lnTo>
                  <a:cubicBezTo>
                    <a:pt x="4097" y="10913"/>
                    <a:pt x="4381" y="10268"/>
                    <a:pt x="4855" y="9794"/>
                  </a:cubicBezTo>
                  <a:lnTo>
                    <a:pt x="10885" y="3878"/>
                  </a:lnTo>
                  <a:cubicBezTo>
                    <a:pt x="11328" y="3615"/>
                    <a:pt x="11817" y="3488"/>
                    <a:pt x="12302" y="3488"/>
                  </a:cubicBezTo>
                  <a:cubicBezTo>
                    <a:pt x="13144" y="3488"/>
                    <a:pt x="13972" y="3870"/>
                    <a:pt x="14525" y="4580"/>
                  </a:cubicBezTo>
                  <a:cubicBezTo>
                    <a:pt x="15379" y="5698"/>
                    <a:pt x="15284" y="7272"/>
                    <a:pt x="14298" y="8277"/>
                  </a:cubicBezTo>
                  <a:lnTo>
                    <a:pt x="8818" y="13738"/>
                  </a:lnTo>
                  <a:cubicBezTo>
                    <a:pt x="8344" y="14231"/>
                    <a:pt x="7699" y="14515"/>
                    <a:pt x="7017" y="14553"/>
                  </a:cubicBezTo>
                  <a:lnTo>
                    <a:pt x="4135" y="17454"/>
                  </a:lnTo>
                  <a:cubicBezTo>
                    <a:pt x="4998" y="17862"/>
                    <a:pt x="5920" y="18061"/>
                    <a:pt x="6835" y="18061"/>
                  </a:cubicBezTo>
                  <a:cubicBezTo>
                    <a:pt x="8472" y="18061"/>
                    <a:pt x="10086" y="17426"/>
                    <a:pt x="11302" y="16222"/>
                  </a:cubicBezTo>
                  <a:lnTo>
                    <a:pt x="16763" y="10742"/>
                  </a:lnTo>
                  <a:cubicBezTo>
                    <a:pt x="19228" y="8277"/>
                    <a:pt x="19228" y="4295"/>
                    <a:pt x="16763" y="1849"/>
                  </a:cubicBezTo>
                  <a:cubicBezTo>
                    <a:pt x="15530" y="617"/>
                    <a:pt x="13919" y="0"/>
                    <a:pt x="123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110"/>
            <p:cNvSpPr/>
            <p:nvPr/>
          </p:nvSpPr>
          <p:spPr>
            <a:xfrm>
              <a:off x="7730638" y="5408775"/>
              <a:ext cx="362675" cy="352000"/>
            </a:xfrm>
            <a:custGeom>
              <a:avLst/>
              <a:gdLst/>
              <a:ahLst/>
              <a:cxnLst/>
              <a:rect l="l" t="t" r="r" b="b"/>
              <a:pathLst>
                <a:path w="14507" h="14080" extrusionOk="0">
                  <a:moveTo>
                    <a:pt x="12210" y="0"/>
                  </a:moveTo>
                  <a:cubicBezTo>
                    <a:pt x="11672" y="0"/>
                    <a:pt x="11131" y="204"/>
                    <a:pt x="10714" y="612"/>
                  </a:cubicBezTo>
                  <a:lnTo>
                    <a:pt x="835" y="10491"/>
                  </a:lnTo>
                  <a:cubicBezTo>
                    <a:pt x="1" y="11325"/>
                    <a:pt x="1" y="12653"/>
                    <a:pt x="835" y="13468"/>
                  </a:cubicBezTo>
                  <a:cubicBezTo>
                    <a:pt x="1243" y="13876"/>
                    <a:pt x="1778" y="14079"/>
                    <a:pt x="2314" y="14079"/>
                  </a:cubicBezTo>
                  <a:cubicBezTo>
                    <a:pt x="2850" y="14079"/>
                    <a:pt x="3385" y="13876"/>
                    <a:pt x="3793" y="13468"/>
                  </a:cubicBezTo>
                  <a:cubicBezTo>
                    <a:pt x="5253" y="12008"/>
                    <a:pt x="12212" y="5049"/>
                    <a:pt x="13691" y="3570"/>
                  </a:cubicBezTo>
                  <a:cubicBezTo>
                    <a:pt x="14506" y="2755"/>
                    <a:pt x="14506" y="1427"/>
                    <a:pt x="13691" y="612"/>
                  </a:cubicBezTo>
                  <a:cubicBezTo>
                    <a:pt x="13283" y="204"/>
                    <a:pt x="12748" y="0"/>
                    <a:pt x="12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110"/>
            <p:cNvSpPr/>
            <p:nvPr/>
          </p:nvSpPr>
          <p:spPr>
            <a:xfrm>
              <a:off x="7466613" y="5563125"/>
              <a:ext cx="480225" cy="451850"/>
            </a:xfrm>
            <a:custGeom>
              <a:avLst/>
              <a:gdLst/>
              <a:ahLst/>
              <a:cxnLst/>
              <a:rect l="l" t="t" r="r" b="b"/>
              <a:pathLst>
                <a:path w="19209" h="18074" extrusionOk="0">
                  <a:moveTo>
                    <a:pt x="12380" y="0"/>
                  </a:moveTo>
                  <a:cubicBezTo>
                    <a:pt x="10748" y="0"/>
                    <a:pt x="9139" y="639"/>
                    <a:pt x="7926" y="1852"/>
                  </a:cubicBezTo>
                  <a:lnTo>
                    <a:pt x="2465" y="7332"/>
                  </a:lnTo>
                  <a:cubicBezTo>
                    <a:pt x="0" y="9778"/>
                    <a:pt x="0" y="13760"/>
                    <a:pt x="2446" y="16225"/>
                  </a:cubicBezTo>
                  <a:cubicBezTo>
                    <a:pt x="3679" y="17457"/>
                    <a:pt x="5291" y="18073"/>
                    <a:pt x="6902" y="18073"/>
                  </a:cubicBezTo>
                  <a:cubicBezTo>
                    <a:pt x="8514" y="18073"/>
                    <a:pt x="10126" y="17457"/>
                    <a:pt x="11358" y="16225"/>
                  </a:cubicBezTo>
                  <a:lnTo>
                    <a:pt x="16838" y="10764"/>
                  </a:lnTo>
                  <a:cubicBezTo>
                    <a:pt x="18715" y="8868"/>
                    <a:pt x="19208" y="6004"/>
                    <a:pt x="18071" y="3596"/>
                  </a:cubicBezTo>
                  <a:lnTo>
                    <a:pt x="18071" y="3596"/>
                  </a:lnTo>
                  <a:lnTo>
                    <a:pt x="15169" y="6479"/>
                  </a:lnTo>
                  <a:cubicBezTo>
                    <a:pt x="15132" y="7161"/>
                    <a:pt x="14847" y="7806"/>
                    <a:pt x="14354" y="8280"/>
                  </a:cubicBezTo>
                  <a:lnTo>
                    <a:pt x="8893" y="13760"/>
                  </a:lnTo>
                  <a:cubicBezTo>
                    <a:pt x="8341" y="14341"/>
                    <a:pt x="7597" y="14635"/>
                    <a:pt x="6852" y="14635"/>
                  </a:cubicBezTo>
                  <a:cubicBezTo>
                    <a:pt x="6137" y="14635"/>
                    <a:pt x="5421" y="14364"/>
                    <a:pt x="4873" y="13817"/>
                  </a:cubicBezTo>
                  <a:cubicBezTo>
                    <a:pt x="3755" y="12698"/>
                    <a:pt x="3774" y="10878"/>
                    <a:pt x="4930" y="9797"/>
                  </a:cubicBezTo>
                  <a:lnTo>
                    <a:pt x="10410" y="4317"/>
                  </a:lnTo>
                  <a:cubicBezTo>
                    <a:pt x="10884" y="3843"/>
                    <a:pt x="11529" y="3558"/>
                    <a:pt x="12193" y="3502"/>
                  </a:cubicBezTo>
                  <a:lnTo>
                    <a:pt x="15094" y="619"/>
                  </a:lnTo>
                  <a:cubicBezTo>
                    <a:pt x="14226" y="203"/>
                    <a:pt x="13299" y="0"/>
                    <a:pt x="123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110"/>
            <p:cNvSpPr/>
            <p:nvPr/>
          </p:nvSpPr>
          <p:spPr>
            <a:xfrm>
              <a:off x="8072763" y="5281225"/>
              <a:ext cx="47325" cy="34675"/>
            </a:xfrm>
            <a:custGeom>
              <a:avLst/>
              <a:gdLst/>
              <a:ahLst/>
              <a:cxnLst/>
              <a:rect l="l" t="t" r="r" b="b"/>
              <a:pathLst>
                <a:path w="1893" h="1387" extrusionOk="0">
                  <a:moveTo>
                    <a:pt x="1022" y="1"/>
                  </a:moveTo>
                  <a:cubicBezTo>
                    <a:pt x="473" y="1"/>
                    <a:pt x="0" y="727"/>
                    <a:pt x="537" y="1220"/>
                  </a:cubicBezTo>
                  <a:lnTo>
                    <a:pt x="556" y="1258"/>
                  </a:lnTo>
                  <a:cubicBezTo>
                    <a:pt x="688" y="1348"/>
                    <a:pt x="826" y="1387"/>
                    <a:pt x="958" y="1387"/>
                  </a:cubicBezTo>
                  <a:cubicBezTo>
                    <a:pt x="1469" y="1387"/>
                    <a:pt x="1892" y="799"/>
                    <a:pt x="1561" y="272"/>
                  </a:cubicBezTo>
                  <a:cubicBezTo>
                    <a:pt x="1542" y="253"/>
                    <a:pt x="1523" y="253"/>
                    <a:pt x="1523" y="234"/>
                  </a:cubicBezTo>
                  <a:cubicBezTo>
                    <a:pt x="1367" y="69"/>
                    <a:pt x="1191" y="1"/>
                    <a:pt x="10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110"/>
            <p:cNvSpPr/>
            <p:nvPr/>
          </p:nvSpPr>
          <p:spPr>
            <a:xfrm>
              <a:off x="7447163" y="5136800"/>
              <a:ext cx="929625" cy="895475"/>
            </a:xfrm>
            <a:custGeom>
              <a:avLst/>
              <a:gdLst/>
              <a:ahLst/>
              <a:cxnLst/>
              <a:rect l="l" t="t" r="r" b="b"/>
              <a:pathLst>
                <a:path w="37185" h="35819" extrusionOk="0">
                  <a:moveTo>
                    <a:pt x="29495" y="1418"/>
                  </a:moveTo>
                  <a:cubicBezTo>
                    <a:pt x="30927" y="1418"/>
                    <a:pt x="32359" y="1963"/>
                    <a:pt x="33449" y="3053"/>
                  </a:cubicBezTo>
                  <a:cubicBezTo>
                    <a:pt x="35630" y="5234"/>
                    <a:pt x="35630" y="8780"/>
                    <a:pt x="33449" y="10960"/>
                  </a:cubicBezTo>
                  <a:lnTo>
                    <a:pt x="28007" y="16440"/>
                  </a:lnTo>
                  <a:cubicBezTo>
                    <a:pt x="26936" y="17496"/>
                    <a:pt x="25500" y="18069"/>
                    <a:pt x="24030" y="18069"/>
                  </a:cubicBezTo>
                  <a:cubicBezTo>
                    <a:pt x="23548" y="18069"/>
                    <a:pt x="23062" y="18007"/>
                    <a:pt x="22584" y="17881"/>
                  </a:cubicBezTo>
                  <a:lnTo>
                    <a:pt x="24537" y="15928"/>
                  </a:lnTo>
                  <a:cubicBezTo>
                    <a:pt x="25277" y="15833"/>
                    <a:pt x="25978" y="15473"/>
                    <a:pt x="26509" y="14942"/>
                  </a:cubicBezTo>
                  <a:lnTo>
                    <a:pt x="31989" y="9481"/>
                  </a:lnTo>
                  <a:cubicBezTo>
                    <a:pt x="33221" y="8230"/>
                    <a:pt x="33354" y="6258"/>
                    <a:pt x="32273" y="4854"/>
                  </a:cubicBezTo>
                  <a:cubicBezTo>
                    <a:pt x="31587" y="3975"/>
                    <a:pt x="30548" y="3501"/>
                    <a:pt x="29492" y="3501"/>
                  </a:cubicBezTo>
                  <a:cubicBezTo>
                    <a:pt x="28887" y="3501"/>
                    <a:pt x="28276" y="3657"/>
                    <a:pt x="27723" y="3982"/>
                  </a:cubicBezTo>
                  <a:cubicBezTo>
                    <a:pt x="27191" y="4447"/>
                    <a:pt x="27562" y="5247"/>
                    <a:pt x="28172" y="5247"/>
                  </a:cubicBezTo>
                  <a:cubicBezTo>
                    <a:pt x="28258" y="5247"/>
                    <a:pt x="28349" y="5231"/>
                    <a:pt x="28443" y="5196"/>
                  </a:cubicBezTo>
                  <a:cubicBezTo>
                    <a:pt x="28813" y="4974"/>
                    <a:pt x="29185" y="4877"/>
                    <a:pt x="29538" y="4877"/>
                  </a:cubicBezTo>
                  <a:cubicBezTo>
                    <a:pt x="31207" y="4877"/>
                    <a:pt x="32440" y="7055"/>
                    <a:pt x="30984" y="8495"/>
                  </a:cubicBezTo>
                  <a:lnTo>
                    <a:pt x="26338" y="13141"/>
                  </a:lnTo>
                  <a:cubicBezTo>
                    <a:pt x="26433" y="11529"/>
                    <a:pt x="25163" y="10164"/>
                    <a:pt x="23532" y="10164"/>
                  </a:cubicBezTo>
                  <a:lnTo>
                    <a:pt x="23361" y="10164"/>
                  </a:lnTo>
                  <a:lnTo>
                    <a:pt x="24556" y="8988"/>
                  </a:lnTo>
                  <a:cubicBezTo>
                    <a:pt x="25093" y="8615"/>
                    <a:pt x="24456" y="7796"/>
                    <a:pt x="23930" y="7796"/>
                  </a:cubicBezTo>
                  <a:cubicBezTo>
                    <a:pt x="23787" y="7796"/>
                    <a:pt x="23652" y="7856"/>
                    <a:pt x="23551" y="8002"/>
                  </a:cubicBezTo>
                  <a:lnTo>
                    <a:pt x="21541" y="10012"/>
                  </a:lnTo>
                  <a:cubicBezTo>
                    <a:pt x="21010" y="10543"/>
                    <a:pt x="20669" y="11226"/>
                    <a:pt x="20555" y="11984"/>
                  </a:cubicBezTo>
                  <a:lnTo>
                    <a:pt x="18621" y="13937"/>
                  </a:lnTo>
                  <a:cubicBezTo>
                    <a:pt x="18109" y="12003"/>
                    <a:pt x="18659" y="9936"/>
                    <a:pt x="20062" y="8514"/>
                  </a:cubicBezTo>
                  <a:lnTo>
                    <a:pt x="25542" y="3053"/>
                  </a:lnTo>
                  <a:cubicBezTo>
                    <a:pt x="26632" y="1963"/>
                    <a:pt x="28064" y="1418"/>
                    <a:pt x="29495" y="1418"/>
                  </a:cubicBezTo>
                  <a:close/>
                  <a:moveTo>
                    <a:pt x="23536" y="11546"/>
                  </a:moveTo>
                  <a:cubicBezTo>
                    <a:pt x="24613" y="11546"/>
                    <a:pt x="25541" y="12952"/>
                    <a:pt x="24537" y="13956"/>
                  </a:cubicBezTo>
                  <a:lnTo>
                    <a:pt x="15454" y="23039"/>
                  </a:lnTo>
                  <a:lnTo>
                    <a:pt x="14639" y="23854"/>
                  </a:lnTo>
                  <a:cubicBezTo>
                    <a:pt x="14336" y="24157"/>
                    <a:pt x="13997" y="24284"/>
                    <a:pt x="13670" y="24284"/>
                  </a:cubicBezTo>
                  <a:cubicBezTo>
                    <a:pt x="12587" y="24284"/>
                    <a:pt x="11647" y="22883"/>
                    <a:pt x="12667" y="21863"/>
                  </a:cubicBezTo>
                  <a:lnTo>
                    <a:pt x="22565" y="11984"/>
                  </a:lnTo>
                  <a:cubicBezTo>
                    <a:pt x="22869" y="11675"/>
                    <a:pt x="23210" y="11546"/>
                    <a:pt x="23536" y="11546"/>
                  </a:cubicBezTo>
                  <a:close/>
                  <a:moveTo>
                    <a:pt x="10847" y="22678"/>
                  </a:moveTo>
                  <a:lnTo>
                    <a:pt x="10847" y="22678"/>
                  </a:lnTo>
                  <a:cubicBezTo>
                    <a:pt x="10790" y="23494"/>
                    <a:pt x="11093" y="24271"/>
                    <a:pt x="11662" y="24840"/>
                  </a:cubicBezTo>
                  <a:cubicBezTo>
                    <a:pt x="12186" y="25363"/>
                    <a:pt x="12886" y="25662"/>
                    <a:pt x="13629" y="25662"/>
                  </a:cubicBezTo>
                  <a:cubicBezTo>
                    <a:pt x="13694" y="25662"/>
                    <a:pt x="13759" y="25660"/>
                    <a:pt x="13824" y="25655"/>
                  </a:cubicBezTo>
                  <a:lnTo>
                    <a:pt x="13824" y="25655"/>
                  </a:lnTo>
                  <a:lnTo>
                    <a:pt x="9159" y="30320"/>
                  </a:lnTo>
                  <a:cubicBezTo>
                    <a:pt x="8752" y="30727"/>
                    <a:pt x="8216" y="30931"/>
                    <a:pt x="7678" y="30931"/>
                  </a:cubicBezTo>
                  <a:cubicBezTo>
                    <a:pt x="7140" y="30931"/>
                    <a:pt x="6599" y="30727"/>
                    <a:pt x="6182" y="30320"/>
                  </a:cubicBezTo>
                  <a:cubicBezTo>
                    <a:pt x="5367" y="29485"/>
                    <a:pt x="5367" y="28158"/>
                    <a:pt x="6182" y="27343"/>
                  </a:cubicBezTo>
                  <a:lnTo>
                    <a:pt x="10847" y="22678"/>
                  </a:lnTo>
                  <a:close/>
                  <a:moveTo>
                    <a:pt x="13148" y="17761"/>
                  </a:moveTo>
                  <a:cubicBezTo>
                    <a:pt x="13632" y="17761"/>
                    <a:pt x="14120" y="17825"/>
                    <a:pt x="14601" y="17957"/>
                  </a:cubicBezTo>
                  <a:lnTo>
                    <a:pt x="12667" y="19891"/>
                  </a:lnTo>
                  <a:cubicBezTo>
                    <a:pt x="11909" y="20005"/>
                    <a:pt x="11226" y="20346"/>
                    <a:pt x="10676" y="20877"/>
                  </a:cubicBezTo>
                  <a:lnTo>
                    <a:pt x="5215" y="26357"/>
                  </a:lnTo>
                  <a:cubicBezTo>
                    <a:pt x="3926" y="27741"/>
                    <a:pt x="3964" y="29884"/>
                    <a:pt x="5310" y="31211"/>
                  </a:cubicBezTo>
                  <a:cubicBezTo>
                    <a:pt x="5991" y="31892"/>
                    <a:pt x="6886" y="32233"/>
                    <a:pt x="7783" y="32233"/>
                  </a:cubicBezTo>
                  <a:cubicBezTo>
                    <a:pt x="8635" y="32233"/>
                    <a:pt x="9490" y="31925"/>
                    <a:pt x="10164" y="31306"/>
                  </a:cubicBezTo>
                  <a:lnTo>
                    <a:pt x="15625" y="25826"/>
                  </a:lnTo>
                  <a:cubicBezTo>
                    <a:pt x="16156" y="25295"/>
                    <a:pt x="16516" y="24593"/>
                    <a:pt x="16611" y="23854"/>
                  </a:cubicBezTo>
                  <a:lnTo>
                    <a:pt x="18564" y="21901"/>
                  </a:lnTo>
                  <a:lnTo>
                    <a:pt x="18564" y="21901"/>
                  </a:lnTo>
                  <a:cubicBezTo>
                    <a:pt x="19076" y="23835"/>
                    <a:pt x="18526" y="25902"/>
                    <a:pt x="17104" y="27324"/>
                  </a:cubicBezTo>
                  <a:lnTo>
                    <a:pt x="17123" y="27324"/>
                  </a:lnTo>
                  <a:lnTo>
                    <a:pt x="11643" y="32785"/>
                  </a:lnTo>
                  <a:cubicBezTo>
                    <a:pt x="10553" y="33875"/>
                    <a:pt x="9121" y="34420"/>
                    <a:pt x="7690" y="34420"/>
                  </a:cubicBezTo>
                  <a:cubicBezTo>
                    <a:pt x="6258" y="34420"/>
                    <a:pt x="4827" y="33875"/>
                    <a:pt x="3736" y="32785"/>
                  </a:cubicBezTo>
                  <a:cubicBezTo>
                    <a:pt x="1537" y="30604"/>
                    <a:pt x="1537" y="27058"/>
                    <a:pt x="3736" y="24878"/>
                  </a:cubicBezTo>
                  <a:lnTo>
                    <a:pt x="9197" y="19398"/>
                  </a:lnTo>
                  <a:cubicBezTo>
                    <a:pt x="10265" y="18344"/>
                    <a:pt x="11687" y="17761"/>
                    <a:pt x="13148" y="17761"/>
                  </a:cubicBezTo>
                  <a:close/>
                  <a:moveTo>
                    <a:pt x="29514" y="0"/>
                  </a:moveTo>
                  <a:cubicBezTo>
                    <a:pt x="27727" y="0"/>
                    <a:pt x="25940" y="683"/>
                    <a:pt x="24575" y="2048"/>
                  </a:cubicBezTo>
                  <a:lnTo>
                    <a:pt x="19095" y="7528"/>
                  </a:lnTo>
                  <a:cubicBezTo>
                    <a:pt x="17123" y="9500"/>
                    <a:pt x="16516" y="12439"/>
                    <a:pt x="17521" y="15037"/>
                  </a:cubicBezTo>
                  <a:lnTo>
                    <a:pt x="15720" y="16838"/>
                  </a:lnTo>
                  <a:cubicBezTo>
                    <a:pt x="14890" y="16517"/>
                    <a:pt x="14025" y="16360"/>
                    <a:pt x="13168" y="16360"/>
                  </a:cubicBezTo>
                  <a:cubicBezTo>
                    <a:pt x="11342" y="16360"/>
                    <a:pt x="9553" y="17070"/>
                    <a:pt x="8211" y="18412"/>
                  </a:cubicBezTo>
                  <a:lnTo>
                    <a:pt x="2731" y="23892"/>
                  </a:lnTo>
                  <a:cubicBezTo>
                    <a:pt x="1" y="26622"/>
                    <a:pt x="1" y="31040"/>
                    <a:pt x="2731" y="33771"/>
                  </a:cubicBezTo>
                  <a:cubicBezTo>
                    <a:pt x="4097" y="35136"/>
                    <a:pt x="5888" y="35819"/>
                    <a:pt x="7680" y="35819"/>
                  </a:cubicBezTo>
                  <a:cubicBezTo>
                    <a:pt x="9472" y="35819"/>
                    <a:pt x="11264" y="35136"/>
                    <a:pt x="12629" y="33771"/>
                  </a:cubicBezTo>
                  <a:lnTo>
                    <a:pt x="18109" y="28310"/>
                  </a:lnTo>
                  <a:cubicBezTo>
                    <a:pt x="20062" y="26338"/>
                    <a:pt x="20688" y="23399"/>
                    <a:pt x="19664" y="20801"/>
                  </a:cubicBezTo>
                  <a:lnTo>
                    <a:pt x="21484" y="18981"/>
                  </a:lnTo>
                  <a:cubicBezTo>
                    <a:pt x="22316" y="19309"/>
                    <a:pt x="23184" y="19468"/>
                    <a:pt x="24043" y="19468"/>
                  </a:cubicBezTo>
                  <a:cubicBezTo>
                    <a:pt x="25866" y="19468"/>
                    <a:pt x="27653" y="18753"/>
                    <a:pt x="28993" y="17426"/>
                  </a:cubicBezTo>
                  <a:lnTo>
                    <a:pt x="34454" y="11946"/>
                  </a:lnTo>
                  <a:cubicBezTo>
                    <a:pt x="37184" y="9216"/>
                    <a:pt x="37184" y="4798"/>
                    <a:pt x="34454" y="2048"/>
                  </a:cubicBezTo>
                  <a:cubicBezTo>
                    <a:pt x="33089" y="683"/>
                    <a:pt x="31302" y="0"/>
                    <a:pt x="29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110"/>
            <p:cNvSpPr/>
            <p:nvPr/>
          </p:nvSpPr>
          <p:spPr>
            <a:xfrm>
              <a:off x="7640388" y="5319875"/>
              <a:ext cx="117775" cy="109200"/>
            </a:xfrm>
            <a:custGeom>
              <a:avLst/>
              <a:gdLst/>
              <a:ahLst/>
              <a:cxnLst/>
              <a:rect l="l" t="t" r="r" b="b"/>
              <a:pathLst>
                <a:path w="4711" h="4368" extrusionOk="0">
                  <a:moveTo>
                    <a:pt x="988" y="0"/>
                  </a:moveTo>
                  <a:cubicBezTo>
                    <a:pt x="452" y="0"/>
                    <a:pt x="0" y="680"/>
                    <a:pt x="482" y="1191"/>
                  </a:cubicBezTo>
                  <a:lnTo>
                    <a:pt x="3459" y="4168"/>
                  </a:lnTo>
                  <a:cubicBezTo>
                    <a:pt x="3592" y="4301"/>
                    <a:pt x="3767" y="4367"/>
                    <a:pt x="3945" y="4367"/>
                  </a:cubicBezTo>
                  <a:cubicBezTo>
                    <a:pt x="4123" y="4367"/>
                    <a:pt x="4303" y="4301"/>
                    <a:pt x="4445" y="4168"/>
                  </a:cubicBezTo>
                  <a:cubicBezTo>
                    <a:pt x="4711" y="3884"/>
                    <a:pt x="4711" y="3447"/>
                    <a:pt x="4445" y="3182"/>
                  </a:cubicBezTo>
                  <a:lnTo>
                    <a:pt x="1468" y="205"/>
                  </a:lnTo>
                  <a:cubicBezTo>
                    <a:pt x="1316" y="61"/>
                    <a:pt x="1148" y="0"/>
                    <a:pt x="9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110"/>
            <p:cNvSpPr/>
            <p:nvPr/>
          </p:nvSpPr>
          <p:spPr>
            <a:xfrm>
              <a:off x="7557613" y="5481425"/>
              <a:ext cx="142250" cy="35100"/>
            </a:xfrm>
            <a:custGeom>
              <a:avLst/>
              <a:gdLst/>
              <a:ahLst/>
              <a:cxnLst/>
              <a:rect l="l" t="t" r="r" b="b"/>
              <a:pathLst>
                <a:path w="5690" h="1404" extrusionOk="0">
                  <a:moveTo>
                    <a:pt x="1" y="702"/>
                  </a:moveTo>
                  <a:lnTo>
                    <a:pt x="1" y="721"/>
                  </a:lnTo>
                  <a:cubicBezTo>
                    <a:pt x="1" y="716"/>
                    <a:pt x="1" y="710"/>
                    <a:pt x="1" y="705"/>
                  </a:cubicBezTo>
                  <a:lnTo>
                    <a:pt x="1" y="705"/>
                  </a:lnTo>
                  <a:cubicBezTo>
                    <a:pt x="1" y="704"/>
                    <a:pt x="1" y="703"/>
                    <a:pt x="1" y="702"/>
                  </a:cubicBezTo>
                  <a:close/>
                  <a:moveTo>
                    <a:pt x="721" y="0"/>
                  </a:moveTo>
                  <a:cubicBezTo>
                    <a:pt x="328" y="0"/>
                    <a:pt x="9" y="314"/>
                    <a:pt x="1" y="705"/>
                  </a:cubicBezTo>
                  <a:lnTo>
                    <a:pt x="1" y="705"/>
                  </a:lnTo>
                  <a:cubicBezTo>
                    <a:pt x="22" y="1083"/>
                    <a:pt x="324" y="1403"/>
                    <a:pt x="721" y="1403"/>
                  </a:cubicBezTo>
                  <a:lnTo>
                    <a:pt x="4912" y="1403"/>
                  </a:lnTo>
                  <a:cubicBezTo>
                    <a:pt x="5689" y="1252"/>
                    <a:pt x="5689" y="152"/>
                    <a:pt x="49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110"/>
            <p:cNvSpPr/>
            <p:nvPr/>
          </p:nvSpPr>
          <p:spPr>
            <a:xfrm>
              <a:off x="7808863" y="5233150"/>
              <a:ext cx="35100" cy="137250"/>
            </a:xfrm>
            <a:custGeom>
              <a:avLst/>
              <a:gdLst/>
              <a:ahLst/>
              <a:cxnLst/>
              <a:rect l="l" t="t" r="r" b="b"/>
              <a:pathLst>
                <a:path w="1404" h="5490" extrusionOk="0">
                  <a:moveTo>
                    <a:pt x="695" y="0"/>
                  </a:moveTo>
                  <a:cubicBezTo>
                    <a:pt x="380" y="0"/>
                    <a:pt x="67" y="195"/>
                    <a:pt x="0" y="583"/>
                  </a:cubicBezTo>
                  <a:lnTo>
                    <a:pt x="0" y="4793"/>
                  </a:lnTo>
                  <a:cubicBezTo>
                    <a:pt x="0" y="5257"/>
                    <a:pt x="351" y="5490"/>
                    <a:pt x="702" y="5490"/>
                  </a:cubicBezTo>
                  <a:cubicBezTo>
                    <a:pt x="1053" y="5490"/>
                    <a:pt x="1404" y="5257"/>
                    <a:pt x="1404" y="4793"/>
                  </a:cubicBezTo>
                  <a:lnTo>
                    <a:pt x="1404" y="583"/>
                  </a:lnTo>
                  <a:cubicBezTo>
                    <a:pt x="1328" y="195"/>
                    <a:pt x="1010" y="0"/>
                    <a:pt x="6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110"/>
            <p:cNvSpPr/>
            <p:nvPr/>
          </p:nvSpPr>
          <p:spPr>
            <a:xfrm>
              <a:off x="8066263" y="5740475"/>
              <a:ext cx="117475" cy="108950"/>
            </a:xfrm>
            <a:custGeom>
              <a:avLst/>
              <a:gdLst/>
              <a:ahLst/>
              <a:cxnLst/>
              <a:rect l="l" t="t" r="r" b="b"/>
              <a:pathLst>
                <a:path w="4699" h="4358" extrusionOk="0">
                  <a:moveTo>
                    <a:pt x="759" y="1"/>
                  </a:moveTo>
                  <a:cubicBezTo>
                    <a:pt x="579" y="1"/>
                    <a:pt x="399" y="67"/>
                    <a:pt x="266" y="200"/>
                  </a:cubicBezTo>
                  <a:cubicBezTo>
                    <a:pt x="1" y="465"/>
                    <a:pt x="1" y="920"/>
                    <a:pt x="266" y="1186"/>
                  </a:cubicBezTo>
                  <a:lnTo>
                    <a:pt x="3243" y="4163"/>
                  </a:lnTo>
                  <a:cubicBezTo>
                    <a:pt x="3388" y="4300"/>
                    <a:pt x="3549" y="4357"/>
                    <a:pt x="3704" y="4357"/>
                  </a:cubicBezTo>
                  <a:cubicBezTo>
                    <a:pt x="4236" y="4357"/>
                    <a:pt x="4699" y="3676"/>
                    <a:pt x="4229" y="3177"/>
                  </a:cubicBezTo>
                  <a:lnTo>
                    <a:pt x="1252" y="200"/>
                  </a:lnTo>
                  <a:cubicBezTo>
                    <a:pt x="1119" y="67"/>
                    <a:pt x="939" y="1"/>
                    <a:pt x="7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110"/>
            <p:cNvSpPr/>
            <p:nvPr/>
          </p:nvSpPr>
          <p:spPr>
            <a:xfrm>
              <a:off x="7981888" y="5802000"/>
              <a:ext cx="35100" cy="134050"/>
            </a:xfrm>
            <a:custGeom>
              <a:avLst/>
              <a:gdLst/>
              <a:ahLst/>
              <a:cxnLst/>
              <a:rect l="l" t="t" r="r" b="b"/>
              <a:pathLst>
                <a:path w="1404" h="5362" extrusionOk="0">
                  <a:moveTo>
                    <a:pt x="709" y="0"/>
                  </a:moveTo>
                  <a:cubicBezTo>
                    <a:pt x="394" y="0"/>
                    <a:pt x="76" y="194"/>
                    <a:pt x="0" y="583"/>
                  </a:cubicBezTo>
                  <a:lnTo>
                    <a:pt x="0" y="4793"/>
                  </a:lnTo>
                  <a:cubicBezTo>
                    <a:pt x="76" y="5172"/>
                    <a:pt x="394" y="5361"/>
                    <a:pt x="709" y="5361"/>
                  </a:cubicBezTo>
                  <a:cubicBezTo>
                    <a:pt x="1024" y="5361"/>
                    <a:pt x="1337" y="5172"/>
                    <a:pt x="1404" y="4793"/>
                  </a:cubicBezTo>
                  <a:lnTo>
                    <a:pt x="1404" y="583"/>
                  </a:lnTo>
                  <a:cubicBezTo>
                    <a:pt x="1337" y="194"/>
                    <a:pt x="1024" y="0"/>
                    <a:pt x="7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110"/>
            <p:cNvSpPr/>
            <p:nvPr/>
          </p:nvSpPr>
          <p:spPr>
            <a:xfrm>
              <a:off x="8123138" y="5654175"/>
              <a:ext cx="143200" cy="35650"/>
            </a:xfrm>
            <a:custGeom>
              <a:avLst/>
              <a:gdLst/>
              <a:ahLst/>
              <a:cxnLst/>
              <a:rect l="l" t="t" r="r" b="b"/>
              <a:pathLst>
                <a:path w="5728" h="1426" extrusionOk="0">
                  <a:moveTo>
                    <a:pt x="713" y="1"/>
                  </a:moveTo>
                  <a:cubicBezTo>
                    <a:pt x="328" y="1"/>
                    <a:pt x="1" y="318"/>
                    <a:pt x="1" y="713"/>
                  </a:cubicBezTo>
                  <a:cubicBezTo>
                    <a:pt x="1" y="1123"/>
                    <a:pt x="325" y="1425"/>
                    <a:pt x="708" y="1425"/>
                  </a:cubicBezTo>
                  <a:cubicBezTo>
                    <a:pt x="750" y="1425"/>
                    <a:pt x="792" y="1422"/>
                    <a:pt x="835" y="1414"/>
                  </a:cubicBezTo>
                  <a:lnTo>
                    <a:pt x="5026" y="1414"/>
                  </a:lnTo>
                  <a:cubicBezTo>
                    <a:pt x="5424" y="1414"/>
                    <a:pt x="5727" y="1092"/>
                    <a:pt x="5727" y="713"/>
                  </a:cubicBezTo>
                  <a:cubicBezTo>
                    <a:pt x="5727" y="334"/>
                    <a:pt x="5424" y="30"/>
                    <a:pt x="5026" y="11"/>
                  </a:cubicBezTo>
                  <a:lnTo>
                    <a:pt x="835" y="11"/>
                  </a:lnTo>
                  <a:cubicBezTo>
                    <a:pt x="794" y="4"/>
                    <a:pt x="753" y="1"/>
                    <a:pt x="7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92" name="Google Shape;3492;p11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493" name="Google Shape;3493;p11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494" name="Google Shape;3494;p11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3498"/>
        <p:cNvGrpSpPr/>
        <p:nvPr/>
      </p:nvGrpSpPr>
      <p:grpSpPr>
        <a:xfrm>
          <a:off x="0" y="0"/>
          <a:ext cx="0" cy="0"/>
          <a:chOff x="0" y="0"/>
          <a:chExt cx="0" cy="0"/>
        </a:xfrm>
      </p:grpSpPr>
      <p:sp>
        <p:nvSpPr>
          <p:cNvPr id="3499" name="Google Shape;3499;p11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a:t>
            </a:r>
            <a:r>
              <a:rPr lang="en">
                <a:solidFill>
                  <a:schemeClr val="accent2"/>
                </a:solidFill>
              </a:rPr>
              <a:t>‘Resources’ </a:t>
            </a:r>
            <a:r>
              <a:rPr lang="en">
                <a:solidFill>
                  <a:schemeClr val="accent6"/>
                </a:solidFill>
              </a:rPr>
              <a:t>{</a:t>
            </a:r>
            <a:endParaRPr>
              <a:solidFill>
                <a:schemeClr val="accent6"/>
              </a:solidFill>
            </a:endParaRPr>
          </a:p>
        </p:txBody>
      </p:sp>
      <p:sp>
        <p:nvSpPr>
          <p:cNvPr id="3500" name="Google Shape;3500;p11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1"/>
                </a:solidFill>
              </a:rPr>
              <a:t>Photos: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3"/>
              </a:rPr>
              <a:t>Portrait hacker I</a:t>
            </a:r>
            <a:endParaRPr sz="1400"/>
          </a:p>
          <a:p>
            <a:pPr marL="457200" lvl="0" indent="-317500" algn="l" rtl="0">
              <a:spcBef>
                <a:spcPts val="0"/>
              </a:spcBef>
              <a:spcAft>
                <a:spcPts val="0"/>
              </a:spcAft>
              <a:buSzPts val="1400"/>
              <a:buChar char="∗"/>
            </a:pPr>
            <a:r>
              <a:rPr lang="en" sz="1400">
                <a:uFill>
                  <a:noFill/>
                </a:uFill>
                <a:hlinkClick r:id="rId4"/>
              </a:rPr>
              <a:t>Portrait hacker II</a:t>
            </a:r>
            <a:endParaRPr sz="1400"/>
          </a:p>
        </p:txBody>
      </p:sp>
      <p:sp>
        <p:nvSpPr>
          <p:cNvPr id="3501" name="Google Shape;3501;p11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Here’s an assortment of alternative resources whose style fits the one of this template</a:t>
            </a:r>
            <a:endParaRPr/>
          </a:p>
        </p:txBody>
      </p:sp>
      <p:sp>
        <p:nvSpPr>
          <p:cNvPr id="3502" name="Google Shape;3502;p11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503" name="Google Shape;3503;p11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504" name="Google Shape;3504;p11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505" name="Google Shape;3505;p111"/>
          <p:cNvGrpSpPr/>
          <p:nvPr/>
        </p:nvGrpSpPr>
        <p:grpSpPr>
          <a:xfrm>
            <a:off x="1084825" y="1152525"/>
            <a:ext cx="506100" cy="3417500"/>
            <a:chOff x="1084825" y="1152525"/>
            <a:chExt cx="506100" cy="3417500"/>
          </a:xfrm>
        </p:grpSpPr>
        <p:sp>
          <p:nvSpPr>
            <p:cNvPr id="3506" name="Google Shape;3506;p11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507" name="Google Shape;3507;p11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Shape 3511"/>
        <p:cNvGrpSpPr/>
        <p:nvPr/>
      </p:nvGrpSpPr>
      <p:grpSpPr>
        <a:xfrm>
          <a:off x="0" y="0"/>
          <a:ext cx="0" cy="0"/>
          <a:chOff x="0" y="0"/>
          <a:chExt cx="0" cy="0"/>
        </a:xfrm>
      </p:grpSpPr>
      <p:sp>
        <p:nvSpPr>
          <p:cNvPr id="3512" name="Google Shape;3512;p11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r>
              <a:rPr lang="en">
                <a:solidFill>
                  <a:schemeClr val="accent2"/>
                </a:solidFill>
              </a:rPr>
              <a:t> </a:t>
            </a:r>
            <a:r>
              <a:rPr lang="en">
                <a:solidFill>
                  <a:schemeClr val="accent6"/>
                </a:solidFill>
              </a:rPr>
              <a:t>{</a:t>
            </a:r>
            <a:endParaRPr>
              <a:solidFill>
                <a:schemeClr val="accent6"/>
              </a:solidFill>
            </a:endParaRPr>
          </a:p>
        </p:txBody>
      </p:sp>
      <p:sp>
        <p:nvSpPr>
          <p:cNvPr id="3513" name="Google Shape;3513;p112"/>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Photos:</a:t>
            </a:r>
            <a:endParaRPr>
              <a:solidFill>
                <a:schemeClr val="accent2"/>
              </a:solidFill>
            </a:endParaRPr>
          </a:p>
          <a:p>
            <a:pPr marL="457200" lvl="0" indent="-317500" algn="l" rtl="0">
              <a:spcBef>
                <a:spcPts val="1200"/>
              </a:spcBef>
              <a:spcAft>
                <a:spcPts val="0"/>
              </a:spcAft>
              <a:buSzPts val="1400"/>
              <a:buChar char="∗"/>
            </a:pPr>
            <a:r>
              <a:rPr lang="en" sz="1400">
                <a:uFill>
                  <a:noFill/>
                </a:uFill>
                <a:hlinkClick r:id="rId3"/>
              </a:rPr>
              <a:t>Close up hacker</a:t>
            </a:r>
            <a:endParaRPr sz="1400"/>
          </a:p>
          <a:p>
            <a:pPr marL="457200" lvl="0" indent="-317500" algn="l" rtl="0">
              <a:spcBef>
                <a:spcPts val="0"/>
              </a:spcBef>
              <a:spcAft>
                <a:spcPts val="0"/>
              </a:spcAft>
              <a:buSzPts val="1400"/>
              <a:buChar char="∗"/>
            </a:pPr>
            <a:r>
              <a:rPr lang="en" sz="1400">
                <a:uFill>
                  <a:noFill/>
                </a:uFill>
                <a:hlinkClick r:id="rId4"/>
              </a:rPr>
              <a:t>Medium shot woman working computer</a:t>
            </a:r>
            <a:endParaRPr sz="1400"/>
          </a:p>
          <a:p>
            <a:pPr marL="0" lvl="0" indent="0" algn="l" rtl="0">
              <a:spcBef>
                <a:spcPts val="1200"/>
              </a:spcBef>
              <a:spcAft>
                <a:spcPts val="0"/>
              </a:spcAft>
              <a:buNone/>
            </a:pPr>
            <a:r>
              <a:rPr lang="en">
                <a:solidFill>
                  <a:schemeClr val="accent1"/>
                </a:solidFill>
              </a:rPr>
              <a:t>Icons: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5"/>
              </a:rPr>
              <a:t>Web design</a:t>
            </a:r>
            <a:endParaRPr/>
          </a:p>
        </p:txBody>
      </p:sp>
      <p:sp>
        <p:nvSpPr>
          <p:cNvPr id="3514" name="Google Shape;3514;p112"/>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Did you like the resources on this template? Get them for free at our other websites:</a:t>
            </a:r>
            <a:endParaRPr/>
          </a:p>
        </p:txBody>
      </p:sp>
      <p:sp>
        <p:nvSpPr>
          <p:cNvPr id="3515" name="Google Shape;3515;p112"/>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516" name="Google Shape;3516;p112"/>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517" name="Google Shape;3517;p112"/>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518" name="Google Shape;3518;p112"/>
          <p:cNvGrpSpPr/>
          <p:nvPr/>
        </p:nvGrpSpPr>
        <p:grpSpPr>
          <a:xfrm>
            <a:off x="1084825" y="1152525"/>
            <a:ext cx="506100" cy="3417500"/>
            <a:chOff x="1084825" y="1152525"/>
            <a:chExt cx="506100" cy="3417500"/>
          </a:xfrm>
        </p:grpSpPr>
        <p:sp>
          <p:nvSpPr>
            <p:cNvPr id="3519" name="Google Shape;3519;p11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520" name="Google Shape;3520;p112"/>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524"/>
        <p:cNvGrpSpPr/>
        <p:nvPr/>
      </p:nvGrpSpPr>
      <p:grpSpPr>
        <a:xfrm>
          <a:off x="0" y="0"/>
          <a:ext cx="0" cy="0"/>
          <a:chOff x="0" y="0"/>
          <a:chExt cx="0" cy="0"/>
        </a:xfrm>
      </p:grpSpPr>
      <p:sp>
        <p:nvSpPr>
          <p:cNvPr id="3525" name="Google Shape;3525;p113"/>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None/>
            </a:pPr>
            <a:r>
              <a:rPr lang="en" sz="1100">
                <a:solidFill>
                  <a:srgbClr val="FFFFFF"/>
                </a:solidFill>
              </a:rPr>
              <a:t>In order to use this template, you must credit </a:t>
            </a:r>
            <a:r>
              <a:rPr lang="en" sz="1100" b="1" u="sng">
                <a:solidFill>
                  <a:srgbClr val="869FB2"/>
                </a:solidFill>
                <a:hlinkClick r:id="rId3">
                  <a:extLst>
                    <a:ext uri="{A12FA001-AC4F-418D-AE19-62706E023703}">
                      <ahyp:hlinkClr xmlns:ahyp="http://schemas.microsoft.com/office/drawing/2018/hyperlinkcolor" val="tx"/>
                    </a:ext>
                  </a:extLst>
                </a:hlinkClick>
              </a:rPr>
              <a:t>Slidesgo</a:t>
            </a:r>
            <a:r>
              <a:rPr lang="en" sz="1100">
                <a:solidFill>
                  <a:srgbClr val="435D74"/>
                </a:solidFill>
              </a:rPr>
              <a:t> </a:t>
            </a:r>
            <a:r>
              <a:rPr lang="en" sz="1100">
                <a:solidFill>
                  <a:srgbClr val="FFFFFF"/>
                </a:solidFill>
              </a:rPr>
              <a:t>by keeping the </a:t>
            </a:r>
            <a:r>
              <a:rPr lang="en" sz="1100" b="1" u="sng">
                <a:solidFill>
                  <a:schemeClr val="hlink"/>
                </a:solidFill>
                <a:hlinkClick r:id="rId4" action="ppaction://hlinksldjump"/>
              </a:rPr>
              <a:t>Thanks</a:t>
            </a:r>
            <a:r>
              <a:rPr lang="en" sz="1100">
                <a:solidFill>
                  <a:srgbClr val="869FB2"/>
                </a:solidFill>
              </a:rPr>
              <a:t> </a:t>
            </a:r>
            <a:r>
              <a:rPr lang="en" sz="1100">
                <a:solidFill>
                  <a:srgbClr val="FFFFFF"/>
                </a:solidFill>
              </a:rPr>
              <a:t>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3526" name="Google Shape;3526;p11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a:t>
            </a:r>
            <a:endParaRPr sz="2400">
              <a:solidFill>
                <a:srgbClr val="FFFFFF"/>
              </a:solidFill>
            </a:endParaRPr>
          </a:p>
        </p:txBody>
      </p:sp>
      <p:sp>
        <p:nvSpPr>
          <p:cNvPr id="3527" name="Google Shape;3527;p113"/>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531"/>
        <p:cNvGrpSpPr/>
        <p:nvPr/>
      </p:nvGrpSpPr>
      <p:grpSpPr>
        <a:xfrm>
          <a:off x="0" y="0"/>
          <a:ext cx="0" cy="0"/>
          <a:chOff x="0" y="0"/>
          <a:chExt cx="0" cy="0"/>
        </a:xfrm>
      </p:grpSpPr>
      <p:sp>
        <p:nvSpPr>
          <p:cNvPr id="3532" name="Google Shape;3532;p114"/>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3533" name="Google Shape;3533;p114"/>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000" b="1" u="sng">
                <a:solidFill>
                  <a:schemeClr val="hlink"/>
                </a:solidFill>
              </a:rPr>
              <a:t>S</a:t>
            </a:r>
            <a:r>
              <a:rPr lang="en" sz="1100" b="1" u="sng">
                <a:solidFill>
                  <a:schemeClr val="hlink"/>
                </a:solidFill>
                <a:hlinkClick r:id="rId3"/>
              </a:rPr>
              <a:t>lidesgo</a:t>
            </a:r>
            <a:r>
              <a:rPr lang="en" sz="1100">
                <a:solidFill>
                  <a:schemeClr val="lt1"/>
                </a:solidFill>
              </a:rPr>
              <a:t> or keeping the "Thanks" 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3534" name="Google Shape;3534;p114"/>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4">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538"/>
        <p:cNvGrpSpPr/>
        <p:nvPr/>
      </p:nvGrpSpPr>
      <p:grpSpPr>
        <a:xfrm>
          <a:off x="0" y="0"/>
          <a:ext cx="0" cy="0"/>
          <a:chOff x="0" y="0"/>
          <a:chExt cx="0" cy="0"/>
        </a:xfrm>
      </p:grpSpPr>
      <p:sp>
        <p:nvSpPr>
          <p:cNvPr id="3539" name="Google Shape;3539;p115"/>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3540" name="Google Shape;3540;p115"/>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Fira Code</a:t>
            </a:r>
            <a:endParaRPr sz="1100" b="1">
              <a:solidFill>
                <a:srgbClr val="EFEFE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3">
                  <a:extLst>
                    <a:ext uri="{A12FA001-AC4F-418D-AE19-62706E023703}">
                      <ahyp:hlinkClr xmlns:ahyp="http://schemas.microsoft.com/office/drawing/2018/hyperlinkcolor" val="tx"/>
                    </a:ext>
                  </a:extLst>
                </a:hlinkClick>
              </a:rPr>
              <a:t>https://fonts.google.com/specimen/Fira+Code</a:t>
            </a:r>
            <a:r>
              <a:rPr lang="en" sz="1100">
                <a:solidFill>
                  <a:srgbClr val="FFFFFF"/>
                </a:solidFill>
              </a:rPr>
              <a:t>)</a:t>
            </a:r>
            <a:endParaRPr sz="1100">
              <a:solidFill>
                <a:srgbClr val="FFFFFF"/>
              </a:solidFill>
            </a:endParaRPr>
          </a:p>
        </p:txBody>
      </p:sp>
      <p:sp>
        <p:nvSpPr>
          <p:cNvPr id="3541" name="Google Shape;3541;p115"/>
          <p:cNvSpPr/>
          <p:nvPr/>
        </p:nvSpPr>
        <p:spPr>
          <a:xfrm>
            <a:off x="2052650" y="2988225"/>
            <a:ext cx="791400" cy="754200"/>
          </a:xfrm>
          <a:prstGeom prst="roundRect">
            <a:avLst>
              <a:gd name="adj" fmla="val 16667"/>
            </a:avLst>
          </a:prstGeom>
          <a:solidFill>
            <a:srgbClr val="16191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115"/>
          <p:cNvSpPr/>
          <p:nvPr/>
        </p:nvSpPr>
        <p:spPr>
          <a:xfrm>
            <a:off x="3114470" y="2988225"/>
            <a:ext cx="791400" cy="754200"/>
          </a:xfrm>
          <a:prstGeom prst="roundRect">
            <a:avLst>
              <a:gd name="adj" fmla="val 16667"/>
            </a:avLst>
          </a:prstGeom>
          <a:solidFill>
            <a:srgbClr val="2E323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115"/>
          <p:cNvSpPr/>
          <p:nvPr/>
        </p:nvSpPr>
        <p:spPr>
          <a:xfrm>
            <a:off x="4176289" y="2988225"/>
            <a:ext cx="791400" cy="754200"/>
          </a:xfrm>
          <a:prstGeom prst="roundRect">
            <a:avLst>
              <a:gd name="adj" fmla="val 16667"/>
            </a:avLst>
          </a:prstGeom>
          <a:solidFill>
            <a:srgbClr val="70707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115"/>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#16191f</a:t>
            </a:r>
            <a:endParaRPr sz="1000">
              <a:solidFill>
                <a:srgbClr val="FFFFFF"/>
              </a:solidFill>
            </a:endParaRPr>
          </a:p>
        </p:txBody>
      </p:sp>
      <p:sp>
        <p:nvSpPr>
          <p:cNvPr id="3545" name="Google Shape;3545;p115"/>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#2e323b</a:t>
            </a:r>
            <a:endParaRPr sz="1000">
              <a:solidFill>
                <a:srgbClr val="FFFFFF"/>
              </a:solidFill>
            </a:endParaRPr>
          </a:p>
        </p:txBody>
      </p:sp>
      <p:sp>
        <p:nvSpPr>
          <p:cNvPr id="3546" name="Google Shape;3546;p115"/>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#707070</a:t>
            </a:r>
            <a:endParaRPr sz="1000">
              <a:solidFill>
                <a:srgbClr val="FFFFFF"/>
              </a:solidFill>
            </a:endParaRPr>
          </a:p>
        </p:txBody>
      </p:sp>
      <p:sp>
        <p:nvSpPr>
          <p:cNvPr id="3547" name="Google Shape;3547;p115"/>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Fonts &amp; colors used</a:t>
            </a:r>
            <a:endParaRPr sz="2400">
              <a:solidFill>
                <a:srgbClr val="FFFFFF"/>
              </a:solidFill>
            </a:endParaRPr>
          </a:p>
        </p:txBody>
      </p:sp>
      <p:sp>
        <p:nvSpPr>
          <p:cNvPr id="3548" name="Google Shape;3548;p115"/>
          <p:cNvSpPr/>
          <p:nvPr/>
        </p:nvSpPr>
        <p:spPr>
          <a:xfrm>
            <a:off x="5238125" y="2988225"/>
            <a:ext cx="791400" cy="754200"/>
          </a:xfrm>
          <a:prstGeom prst="roundRect">
            <a:avLst>
              <a:gd name="adj" fmla="val 16667"/>
            </a:avLst>
          </a:prstGeom>
          <a:solidFill>
            <a:srgbClr val="E7E7E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115"/>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#e7e7e7</a:t>
            </a:r>
            <a:endParaRPr sz="1000">
              <a:solidFill>
                <a:schemeClr val="dk1"/>
              </a:solidFill>
            </a:endParaRPr>
          </a:p>
        </p:txBody>
      </p:sp>
      <p:sp>
        <p:nvSpPr>
          <p:cNvPr id="3550" name="Google Shape;3550;p115"/>
          <p:cNvSpPr/>
          <p:nvPr/>
        </p:nvSpPr>
        <p:spPr>
          <a:xfrm>
            <a:off x="2052650" y="3919325"/>
            <a:ext cx="791400" cy="754200"/>
          </a:xfrm>
          <a:prstGeom prst="roundRect">
            <a:avLst>
              <a:gd name="adj" fmla="val 16667"/>
            </a:avLst>
          </a:prstGeom>
          <a:solidFill>
            <a:srgbClr val="FF585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115"/>
          <p:cNvSpPr/>
          <p:nvPr/>
        </p:nvSpPr>
        <p:spPr>
          <a:xfrm>
            <a:off x="3114470" y="3919325"/>
            <a:ext cx="791400" cy="754200"/>
          </a:xfrm>
          <a:prstGeom prst="roundRect">
            <a:avLst>
              <a:gd name="adj" fmla="val 16667"/>
            </a:avLst>
          </a:prstGeom>
          <a:solidFill>
            <a:srgbClr val="FCC64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115"/>
          <p:cNvSpPr/>
          <p:nvPr/>
        </p:nvSpPr>
        <p:spPr>
          <a:xfrm>
            <a:off x="4176289" y="3919325"/>
            <a:ext cx="791400" cy="754200"/>
          </a:xfrm>
          <a:prstGeom prst="roundRect">
            <a:avLst>
              <a:gd name="adj" fmla="val 16667"/>
            </a:avLst>
          </a:prstGeom>
          <a:solidFill>
            <a:srgbClr val="DBA0D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115"/>
          <p:cNvSpPr txBox="1"/>
          <p:nvPr/>
        </p:nvSpPr>
        <p:spPr>
          <a:xfrm>
            <a:off x="20526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#ff5858</a:t>
            </a:r>
            <a:endParaRPr sz="1000">
              <a:solidFill>
                <a:srgbClr val="FFFFFF"/>
              </a:solidFill>
            </a:endParaRPr>
          </a:p>
        </p:txBody>
      </p:sp>
      <p:sp>
        <p:nvSpPr>
          <p:cNvPr id="3554" name="Google Shape;3554;p115"/>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#fcc642</a:t>
            </a:r>
            <a:endParaRPr sz="1000">
              <a:solidFill>
                <a:schemeClr val="dk1"/>
              </a:solidFill>
            </a:endParaRPr>
          </a:p>
        </p:txBody>
      </p:sp>
      <p:sp>
        <p:nvSpPr>
          <p:cNvPr id="3555" name="Google Shape;3555;p115"/>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#dba0db</a:t>
            </a:r>
            <a:endParaRPr sz="1000">
              <a:solidFill>
                <a:schemeClr val="dk1"/>
              </a:solidFill>
            </a:endParaRPr>
          </a:p>
        </p:txBody>
      </p:sp>
      <p:sp>
        <p:nvSpPr>
          <p:cNvPr id="3556" name="Google Shape;3556;p115"/>
          <p:cNvSpPr/>
          <p:nvPr/>
        </p:nvSpPr>
        <p:spPr>
          <a:xfrm>
            <a:off x="5238125" y="3919325"/>
            <a:ext cx="791400" cy="754200"/>
          </a:xfrm>
          <a:prstGeom prst="roundRect">
            <a:avLst>
              <a:gd name="adj" fmla="val 16667"/>
            </a:avLst>
          </a:prstGeom>
          <a:solidFill>
            <a:srgbClr val="72D9F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115"/>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#72d9f0</a:t>
            </a:r>
            <a:endParaRPr sz="1000">
              <a:solidFill>
                <a:schemeClr val="dk1"/>
              </a:solidFill>
            </a:endParaRPr>
          </a:p>
        </p:txBody>
      </p:sp>
      <p:sp>
        <p:nvSpPr>
          <p:cNvPr id="3558" name="Google Shape;3558;p115"/>
          <p:cNvSpPr/>
          <p:nvPr/>
        </p:nvSpPr>
        <p:spPr>
          <a:xfrm>
            <a:off x="6299950" y="298822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115"/>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3560" name="Google Shape;3560;p115"/>
          <p:cNvSpPr/>
          <p:nvPr/>
        </p:nvSpPr>
        <p:spPr>
          <a:xfrm>
            <a:off x="6299950" y="3919325"/>
            <a:ext cx="791400" cy="754200"/>
          </a:xfrm>
          <a:prstGeom prst="roundRect">
            <a:avLst>
              <a:gd name="adj" fmla="val 16667"/>
            </a:avLst>
          </a:prstGeom>
          <a:solidFill>
            <a:srgbClr val="A5CF2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115"/>
          <p:cNvSpPr txBox="1"/>
          <p:nvPr/>
        </p:nvSpPr>
        <p:spPr>
          <a:xfrm>
            <a:off x="62999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#a5cf27</a:t>
            </a:r>
            <a:endParaRPr sz="1000">
              <a:solidFill>
                <a:schemeClr val="dk1"/>
              </a:solidFill>
            </a:endParaRP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565"/>
        <p:cNvGrpSpPr/>
        <p:nvPr/>
      </p:nvGrpSpPr>
      <p:grpSpPr>
        <a:xfrm>
          <a:off x="0" y="0"/>
          <a:ext cx="0" cy="0"/>
          <a:chOff x="0" y="0"/>
          <a:chExt cx="0" cy="0"/>
        </a:xfrm>
      </p:grpSpPr>
      <p:sp>
        <p:nvSpPr>
          <p:cNvPr id="3566" name="Google Shape;3566;p116"/>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3567" name="Google Shape;3567;p116"/>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3568" name="Google Shape;3568;p116">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3569" name="Google Shape;3569;p116">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3570" name="Google Shape;3570;p116">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3571" name="Google Shape;3571;p116">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3572" name="Google Shape;3572;p116"/>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3573" name="Google Shape;3573;p116"/>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3574" name="Google Shape;3574;p116"/>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3575" name="Google Shape;3575;p116"/>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3576" name="Google Shape;3576;p116">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
        <p:nvSpPr>
          <p:cNvPr id="3577" name="Google Shape;3577;p116"/>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581"/>
        <p:cNvGrpSpPr/>
        <p:nvPr/>
      </p:nvGrpSpPr>
      <p:grpSpPr>
        <a:xfrm>
          <a:off x="0" y="0"/>
          <a:ext cx="0" cy="0"/>
          <a:chOff x="0" y="0"/>
          <a:chExt cx="0" cy="0"/>
        </a:xfrm>
      </p:grpSpPr>
      <p:sp>
        <p:nvSpPr>
          <p:cNvPr id="3582" name="Google Shape;3582;p117"/>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3583" name="Google Shape;3583;p117"/>
          <p:cNvGrpSpPr/>
          <p:nvPr/>
        </p:nvGrpSpPr>
        <p:grpSpPr>
          <a:xfrm>
            <a:off x="5156078" y="3085736"/>
            <a:ext cx="474294" cy="551291"/>
            <a:chOff x="4727025" y="1332775"/>
            <a:chExt cx="59900" cy="69625"/>
          </a:xfrm>
        </p:grpSpPr>
        <p:sp>
          <p:nvSpPr>
            <p:cNvPr id="3584" name="Google Shape;3584;p117"/>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117"/>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6" name="Google Shape;3586;p117"/>
          <p:cNvGrpSpPr/>
          <p:nvPr/>
        </p:nvGrpSpPr>
        <p:grpSpPr>
          <a:xfrm>
            <a:off x="5769734" y="2314340"/>
            <a:ext cx="555653" cy="557031"/>
            <a:chOff x="4820425" y="1329900"/>
            <a:chExt cx="70175" cy="70350"/>
          </a:xfrm>
        </p:grpSpPr>
        <p:sp>
          <p:nvSpPr>
            <p:cNvPr id="3587" name="Google Shape;3587;p117"/>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117"/>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117"/>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117"/>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1" name="Google Shape;3591;p117"/>
          <p:cNvGrpSpPr/>
          <p:nvPr/>
        </p:nvGrpSpPr>
        <p:grpSpPr>
          <a:xfrm>
            <a:off x="6396103" y="2318845"/>
            <a:ext cx="582574" cy="533871"/>
            <a:chOff x="4903200" y="1331525"/>
            <a:chExt cx="73575" cy="67425"/>
          </a:xfrm>
        </p:grpSpPr>
        <p:sp>
          <p:nvSpPr>
            <p:cNvPr id="3592" name="Google Shape;3592;p117"/>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117"/>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4" name="Google Shape;3594;p117"/>
          <p:cNvGrpSpPr/>
          <p:nvPr/>
        </p:nvGrpSpPr>
        <p:grpSpPr>
          <a:xfrm>
            <a:off x="5755581" y="3078709"/>
            <a:ext cx="583960" cy="565345"/>
            <a:chOff x="4815575" y="1416800"/>
            <a:chExt cx="73750" cy="71400"/>
          </a:xfrm>
        </p:grpSpPr>
        <p:sp>
          <p:nvSpPr>
            <p:cNvPr id="3595" name="Google Shape;3595;p117"/>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117"/>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117"/>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8" name="Google Shape;3598;p117"/>
          <p:cNvGrpSpPr/>
          <p:nvPr/>
        </p:nvGrpSpPr>
        <p:grpSpPr>
          <a:xfrm>
            <a:off x="6390362" y="3108896"/>
            <a:ext cx="589898" cy="504970"/>
            <a:chOff x="4902475" y="1418875"/>
            <a:chExt cx="74500" cy="63775"/>
          </a:xfrm>
        </p:grpSpPr>
        <p:sp>
          <p:nvSpPr>
            <p:cNvPr id="3599" name="Google Shape;3599;p117"/>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117"/>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1" name="Google Shape;3601;p117"/>
          <p:cNvGrpSpPr/>
          <p:nvPr/>
        </p:nvGrpSpPr>
        <p:grpSpPr>
          <a:xfrm>
            <a:off x="5765577" y="3826000"/>
            <a:ext cx="563967" cy="567127"/>
            <a:chOff x="4818100" y="1507675"/>
            <a:chExt cx="71225" cy="71625"/>
          </a:xfrm>
        </p:grpSpPr>
        <p:sp>
          <p:nvSpPr>
            <p:cNvPr id="3602" name="Google Shape;3602;p117"/>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117"/>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117"/>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117"/>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6" name="Google Shape;3606;p117"/>
          <p:cNvGrpSpPr/>
          <p:nvPr/>
        </p:nvGrpSpPr>
        <p:grpSpPr>
          <a:xfrm>
            <a:off x="5079075" y="3829461"/>
            <a:ext cx="628301" cy="588505"/>
            <a:chOff x="4721450" y="1509475"/>
            <a:chExt cx="79350" cy="74325"/>
          </a:xfrm>
        </p:grpSpPr>
        <p:sp>
          <p:nvSpPr>
            <p:cNvPr id="3607" name="Google Shape;3607;p117"/>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117"/>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117"/>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117"/>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1" name="Google Shape;3611;p117"/>
          <p:cNvGrpSpPr/>
          <p:nvPr/>
        </p:nvGrpSpPr>
        <p:grpSpPr>
          <a:xfrm>
            <a:off x="6424608" y="3814027"/>
            <a:ext cx="557038" cy="562772"/>
            <a:chOff x="4906800" y="1507500"/>
            <a:chExt cx="70350" cy="71075"/>
          </a:xfrm>
        </p:grpSpPr>
        <p:sp>
          <p:nvSpPr>
            <p:cNvPr id="3612" name="Google Shape;3612;p117"/>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117"/>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117"/>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117"/>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117"/>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 name="Google Shape;3617;p117"/>
          <p:cNvGrpSpPr/>
          <p:nvPr/>
        </p:nvGrpSpPr>
        <p:grpSpPr>
          <a:xfrm>
            <a:off x="4462216" y="2340963"/>
            <a:ext cx="517934" cy="517934"/>
            <a:chOff x="3736598" y="2170606"/>
            <a:chExt cx="404889" cy="404889"/>
          </a:xfrm>
        </p:grpSpPr>
        <p:sp>
          <p:nvSpPr>
            <p:cNvPr id="3618" name="Google Shape;3618;p117"/>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117"/>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117"/>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117"/>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2" name="Google Shape;3622;p117"/>
          <p:cNvGrpSpPr/>
          <p:nvPr/>
        </p:nvGrpSpPr>
        <p:grpSpPr>
          <a:xfrm>
            <a:off x="3729277" y="2341061"/>
            <a:ext cx="586986" cy="517740"/>
            <a:chOff x="3161917" y="2170682"/>
            <a:chExt cx="458870" cy="404737"/>
          </a:xfrm>
        </p:grpSpPr>
        <p:sp>
          <p:nvSpPr>
            <p:cNvPr id="3623" name="Google Shape;3623;p117"/>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117"/>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117"/>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6" name="Google Shape;3626;p117"/>
          <p:cNvGrpSpPr/>
          <p:nvPr/>
        </p:nvGrpSpPr>
        <p:grpSpPr>
          <a:xfrm>
            <a:off x="3752299" y="3102400"/>
            <a:ext cx="540943" cy="517963"/>
            <a:chOff x="3179914" y="2889488"/>
            <a:chExt cx="422876" cy="404911"/>
          </a:xfrm>
        </p:grpSpPr>
        <p:sp>
          <p:nvSpPr>
            <p:cNvPr id="3627" name="Google Shape;3627;p117"/>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117"/>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117"/>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117"/>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117"/>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117"/>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 name="Google Shape;3633;p117"/>
          <p:cNvGrpSpPr/>
          <p:nvPr/>
        </p:nvGrpSpPr>
        <p:grpSpPr>
          <a:xfrm>
            <a:off x="4453093" y="3102358"/>
            <a:ext cx="536180" cy="518047"/>
            <a:chOff x="3729467" y="2889422"/>
            <a:chExt cx="419153" cy="404977"/>
          </a:xfrm>
        </p:grpSpPr>
        <p:sp>
          <p:nvSpPr>
            <p:cNvPr id="3634" name="Google Shape;3634;p117"/>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117"/>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117"/>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117"/>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117"/>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117"/>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117"/>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1" name="Google Shape;3641;p117"/>
          <p:cNvGrpSpPr/>
          <p:nvPr/>
        </p:nvGrpSpPr>
        <p:grpSpPr>
          <a:xfrm>
            <a:off x="1990126" y="3445787"/>
            <a:ext cx="965351" cy="134611"/>
            <a:chOff x="4411970" y="2962952"/>
            <a:chExt cx="706544" cy="104212"/>
          </a:xfrm>
        </p:grpSpPr>
        <p:sp>
          <p:nvSpPr>
            <p:cNvPr id="3642" name="Google Shape;3642;p117"/>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117"/>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117"/>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117"/>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6" name="Google Shape;3646;p117"/>
          <p:cNvGrpSpPr/>
          <p:nvPr/>
        </p:nvGrpSpPr>
        <p:grpSpPr>
          <a:xfrm>
            <a:off x="1990126" y="3041077"/>
            <a:ext cx="960158" cy="289172"/>
            <a:chOff x="4411970" y="2726085"/>
            <a:chExt cx="643107" cy="193659"/>
          </a:xfrm>
        </p:grpSpPr>
        <p:sp>
          <p:nvSpPr>
            <p:cNvPr id="3647" name="Google Shape;3647;p117"/>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117"/>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117"/>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0" name="Google Shape;3650;p117"/>
          <p:cNvGrpSpPr/>
          <p:nvPr/>
        </p:nvGrpSpPr>
        <p:grpSpPr>
          <a:xfrm>
            <a:off x="998624" y="3295400"/>
            <a:ext cx="811503" cy="252584"/>
            <a:chOff x="4411970" y="4340222"/>
            <a:chExt cx="779467" cy="242683"/>
          </a:xfrm>
        </p:grpSpPr>
        <p:sp>
          <p:nvSpPr>
            <p:cNvPr id="3651" name="Google Shape;3651;p117"/>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117"/>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117"/>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4" name="Google Shape;3654;p117"/>
          <p:cNvGrpSpPr/>
          <p:nvPr/>
        </p:nvGrpSpPr>
        <p:grpSpPr>
          <a:xfrm>
            <a:off x="1990126" y="2709308"/>
            <a:ext cx="965160" cy="216230"/>
            <a:chOff x="4411970" y="2468674"/>
            <a:chExt cx="747317" cy="167425"/>
          </a:xfrm>
        </p:grpSpPr>
        <p:sp>
          <p:nvSpPr>
            <p:cNvPr id="3655" name="Google Shape;3655;p117"/>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117"/>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57" name="Google Shape;3657;p117"/>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58" name="Google Shape;3658;p117"/>
          <p:cNvGrpSpPr/>
          <p:nvPr/>
        </p:nvGrpSpPr>
        <p:grpSpPr>
          <a:xfrm>
            <a:off x="997692" y="2334687"/>
            <a:ext cx="1959041" cy="208784"/>
            <a:chOff x="6336019" y="3733725"/>
            <a:chExt cx="2566206" cy="351310"/>
          </a:xfrm>
        </p:grpSpPr>
        <p:sp>
          <p:nvSpPr>
            <p:cNvPr id="3659" name="Google Shape;3659;p117"/>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117"/>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117"/>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117"/>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3" name="Google Shape;3663;p117"/>
          <p:cNvGrpSpPr/>
          <p:nvPr/>
        </p:nvGrpSpPr>
        <p:grpSpPr>
          <a:xfrm>
            <a:off x="1990126" y="3950602"/>
            <a:ext cx="946551" cy="153200"/>
            <a:chOff x="4404545" y="3301592"/>
            <a:chExt cx="782403" cy="129272"/>
          </a:xfrm>
        </p:grpSpPr>
        <p:sp>
          <p:nvSpPr>
            <p:cNvPr id="3664" name="Google Shape;3664;p117"/>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117"/>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6" name="Google Shape;3666;p117"/>
          <p:cNvGrpSpPr/>
          <p:nvPr/>
        </p:nvGrpSpPr>
        <p:grpSpPr>
          <a:xfrm>
            <a:off x="1990126" y="3695937"/>
            <a:ext cx="962257" cy="139127"/>
            <a:chOff x="4411970" y="3131459"/>
            <a:chExt cx="710520" cy="117397"/>
          </a:xfrm>
        </p:grpSpPr>
        <p:sp>
          <p:nvSpPr>
            <p:cNvPr id="3667" name="Google Shape;3667;p117"/>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117"/>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69" name="Google Shape;3669;p117"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70" name="Google Shape;3670;p117"/>
          <p:cNvGrpSpPr/>
          <p:nvPr/>
        </p:nvGrpSpPr>
        <p:grpSpPr>
          <a:xfrm>
            <a:off x="990271" y="3621603"/>
            <a:ext cx="823838" cy="458988"/>
            <a:chOff x="4411970" y="1801825"/>
            <a:chExt cx="734586" cy="409262"/>
          </a:xfrm>
        </p:grpSpPr>
        <p:sp>
          <p:nvSpPr>
            <p:cNvPr id="3671" name="Google Shape;3671;p117"/>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117"/>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3" name="Google Shape;3673;p117"/>
          <p:cNvGrpSpPr/>
          <p:nvPr/>
        </p:nvGrpSpPr>
        <p:grpSpPr>
          <a:xfrm>
            <a:off x="3095243" y="2339173"/>
            <a:ext cx="521514" cy="521514"/>
            <a:chOff x="5681300" y="2527788"/>
            <a:chExt cx="805800" cy="805800"/>
          </a:xfrm>
        </p:grpSpPr>
        <p:sp>
          <p:nvSpPr>
            <p:cNvPr id="3674" name="Google Shape;3674;p117"/>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117"/>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6" name="Google Shape;3676;p117"/>
          <p:cNvGrpSpPr/>
          <p:nvPr/>
        </p:nvGrpSpPr>
        <p:grpSpPr>
          <a:xfrm>
            <a:off x="3089483" y="3094865"/>
            <a:ext cx="533033" cy="533033"/>
            <a:chOff x="4049800" y="640400"/>
            <a:chExt cx="858900" cy="858900"/>
          </a:xfrm>
        </p:grpSpPr>
        <p:sp>
          <p:nvSpPr>
            <p:cNvPr id="3677" name="Google Shape;3677;p117"/>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117"/>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9" name="Google Shape;3679;p117"/>
          <p:cNvGrpSpPr/>
          <p:nvPr/>
        </p:nvGrpSpPr>
        <p:grpSpPr>
          <a:xfrm>
            <a:off x="3014966" y="3772543"/>
            <a:ext cx="682068" cy="682068"/>
            <a:chOff x="5080188" y="927900"/>
            <a:chExt cx="961200" cy="961200"/>
          </a:xfrm>
        </p:grpSpPr>
        <p:sp>
          <p:nvSpPr>
            <p:cNvPr id="3680" name="Google Shape;3680;p117"/>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117"/>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117"/>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117"/>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117"/>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117"/>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117"/>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117"/>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8" name="Google Shape;3688;p117"/>
          <p:cNvGrpSpPr/>
          <p:nvPr/>
        </p:nvGrpSpPr>
        <p:grpSpPr>
          <a:xfrm>
            <a:off x="4478465" y="3869234"/>
            <a:ext cx="505650" cy="504006"/>
            <a:chOff x="6039282" y="1042577"/>
            <a:chExt cx="734315" cy="731929"/>
          </a:xfrm>
        </p:grpSpPr>
        <p:sp>
          <p:nvSpPr>
            <p:cNvPr id="3689" name="Google Shape;3689;p117"/>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117"/>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117"/>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117"/>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117"/>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117"/>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117"/>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117"/>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117"/>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117"/>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117"/>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117"/>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117"/>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117"/>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117"/>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117"/>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117"/>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117"/>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117"/>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117"/>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117"/>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0" name="Google Shape;3710;p117"/>
          <p:cNvGrpSpPr/>
          <p:nvPr/>
        </p:nvGrpSpPr>
        <p:grpSpPr>
          <a:xfrm>
            <a:off x="5091067" y="2298862"/>
            <a:ext cx="567744" cy="602136"/>
            <a:chOff x="1825800" y="1651625"/>
            <a:chExt cx="539989" cy="571775"/>
          </a:xfrm>
        </p:grpSpPr>
        <p:sp>
          <p:nvSpPr>
            <p:cNvPr id="3711" name="Google Shape;3711;p117"/>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117"/>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117"/>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117"/>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5" name="Google Shape;3715;p117"/>
          <p:cNvGrpSpPr/>
          <p:nvPr/>
        </p:nvGrpSpPr>
        <p:grpSpPr>
          <a:xfrm>
            <a:off x="3765995" y="3855579"/>
            <a:ext cx="508123" cy="507955"/>
            <a:chOff x="1897577" y="2802432"/>
            <a:chExt cx="492176" cy="492014"/>
          </a:xfrm>
        </p:grpSpPr>
        <p:sp>
          <p:nvSpPr>
            <p:cNvPr id="3716" name="Google Shape;3716;p117"/>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117"/>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117"/>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117"/>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117"/>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117"/>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117"/>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117"/>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117"/>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117"/>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11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11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8" name="Google Shape;3728;p117"/>
          <p:cNvGrpSpPr/>
          <p:nvPr/>
        </p:nvGrpSpPr>
        <p:grpSpPr>
          <a:xfrm>
            <a:off x="997525" y="4169123"/>
            <a:ext cx="809227" cy="200842"/>
            <a:chOff x="2013045" y="4813233"/>
            <a:chExt cx="921986" cy="228854"/>
          </a:xfrm>
        </p:grpSpPr>
        <p:sp>
          <p:nvSpPr>
            <p:cNvPr id="3729" name="Google Shape;3729;p117"/>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117"/>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1" name="Google Shape;3731;p117"/>
          <p:cNvGrpSpPr/>
          <p:nvPr/>
        </p:nvGrpSpPr>
        <p:grpSpPr>
          <a:xfrm>
            <a:off x="1005985" y="2656004"/>
            <a:ext cx="792421" cy="269941"/>
            <a:chOff x="1046767" y="4756633"/>
            <a:chExt cx="859646" cy="292841"/>
          </a:xfrm>
        </p:grpSpPr>
        <p:sp>
          <p:nvSpPr>
            <p:cNvPr id="3732" name="Google Shape;3732;p117"/>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117"/>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117"/>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35" name="Google Shape;3735;p117"/>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117"/>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117"/>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117"/>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39" name="Google Shape;3739;p117"/>
          <p:cNvGrpSpPr/>
          <p:nvPr/>
        </p:nvGrpSpPr>
        <p:grpSpPr>
          <a:xfrm>
            <a:off x="7141841" y="2550562"/>
            <a:ext cx="166473" cy="141497"/>
            <a:chOff x="4660325" y="1866850"/>
            <a:chExt cx="68350" cy="58100"/>
          </a:xfrm>
        </p:grpSpPr>
        <p:sp>
          <p:nvSpPr>
            <p:cNvPr id="3740" name="Google Shape;3740;p117"/>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117"/>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2" name="Google Shape;3742;p117"/>
          <p:cNvGrpSpPr/>
          <p:nvPr/>
        </p:nvGrpSpPr>
        <p:grpSpPr>
          <a:xfrm>
            <a:off x="7451186" y="2576286"/>
            <a:ext cx="162515" cy="90049"/>
            <a:chOff x="4791775" y="1877500"/>
            <a:chExt cx="66725" cy="36975"/>
          </a:xfrm>
        </p:grpSpPr>
        <p:sp>
          <p:nvSpPr>
            <p:cNvPr id="3743" name="Google Shape;3743;p117"/>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117"/>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5" name="Google Shape;3745;p117"/>
          <p:cNvGrpSpPr/>
          <p:nvPr/>
        </p:nvGrpSpPr>
        <p:grpSpPr>
          <a:xfrm>
            <a:off x="7772899" y="2576286"/>
            <a:ext cx="144979" cy="90049"/>
            <a:chOff x="4923925" y="1877500"/>
            <a:chExt cx="59525" cy="36975"/>
          </a:xfrm>
        </p:grpSpPr>
        <p:sp>
          <p:nvSpPr>
            <p:cNvPr id="3746" name="Google Shape;3746;p117"/>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117"/>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8" name="Google Shape;3748;p117"/>
          <p:cNvGrpSpPr/>
          <p:nvPr/>
        </p:nvGrpSpPr>
        <p:grpSpPr>
          <a:xfrm>
            <a:off x="8067390" y="2558477"/>
            <a:ext cx="141447" cy="125667"/>
            <a:chOff x="5058450" y="1870100"/>
            <a:chExt cx="58075" cy="51600"/>
          </a:xfrm>
        </p:grpSpPr>
        <p:sp>
          <p:nvSpPr>
            <p:cNvPr id="3749" name="Google Shape;3749;p117"/>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117"/>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1" name="Google Shape;3751;p117"/>
          <p:cNvGrpSpPr/>
          <p:nvPr/>
        </p:nvGrpSpPr>
        <p:grpSpPr>
          <a:xfrm>
            <a:off x="7481905" y="2980885"/>
            <a:ext cx="101077" cy="107645"/>
            <a:chOff x="4811425" y="2065025"/>
            <a:chExt cx="41500" cy="44200"/>
          </a:xfrm>
        </p:grpSpPr>
        <p:sp>
          <p:nvSpPr>
            <p:cNvPr id="3752" name="Google Shape;3752;p117"/>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117"/>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4" name="Google Shape;3754;p117"/>
          <p:cNvGrpSpPr/>
          <p:nvPr/>
        </p:nvGrpSpPr>
        <p:grpSpPr>
          <a:xfrm>
            <a:off x="7774342" y="2981098"/>
            <a:ext cx="120867" cy="107218"/>
            <a:chOff x="4929875" y="2065025"/>
            <a:chExt cx="49625" cy="44025"/>
          </a:xfrm>
        </p:grpSpPr>
        <p:sp>
          <p:nvSpPr>
            <p:cNvPr id="3755" name="Google Shape;3755;p117"/>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117"/>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7" name="Google Shape;3757;p117"/>
          <p:cNvGrpSpPr/>
          <p:nvPr/>
        </p:nvGrpSpPr>
        <p:grpSpPr>
          <a:xfrm>
            <a:off x="8103011" y="2984112"/>
            <a:ext cx="70206" cy="101191"/>
            <a:chOff x="5083925" y="2066350"/>
            <a:chExt cx="28825" cy="41550"/>
          </a:xfrm>
        </p:grpSpPr>
        <p:sp>
          <p:nvSpPr>
            <p:cNvPr id="3758" name="Google Shape;3758;p117"/>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117"/>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0" name="Google Shape;3760;p117"/>
          <p:cNvGrpSpPr/>
          <p:nvPr/>
        </p:nvGrpSpPr>
        <p:grpSpPr>
          <a:xfrm>
            <a:off x="7134565" y="2999759"/>
            <a:ext cx="181026" cy="69896"/>
            <a:chOff x="4659775" y="2072775"/>
            <a:chExt cx="74325" cy="28700"/>
          </a:xfrm>
        </p:grpSpPr>
        <p:sp>
          <p:nvSpPr>
            <p:cNvPr id="3761" name="Google Shape;3761;p117"/>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117"/>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117"/>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4" name="Google Shape;3764;p117"/>
          <p:cNvGrpSpPr/>
          <p:nvPr/>
        </p:nvGrpSpPr>
        <p:grpSpPr>
          <a:xfrm>
            <a:off x="8054421" y="2790324"/>
            <a:ext cx="167387" cy="89197"/>
            <a:chOff x="4662475" y="1976500"/>
            <a:chExt cx="68725" cy="36625"/>
          </a:xfrm>
        </p:grpSpPr>
        <p:sp>
          <p:nvSpPr>
            <p:cNvPr id="3765" name="Google Shape;3765;p117"/>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117"/>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117"/>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8" name="Google Shape;3768;p117"/>
          <p:cNvGrpSpPr/>
          <p:nvPr/>
        </p:nvGrpSpPr>
        <p:grpSpPr>
          <a:xfrm>
            <a:off x="7751326" y="2793764"/>
            <a:ext cx="166899" cy="82317"/>
            <a:chOff x="4920150" y="1977875"/>
            <a:chExt cx="68525" cy="33800"/>
          </a:xfrm>
        </p:grpSpPr>
        <p:sp>
          <p:nvSpPr>
            <p:cNvPr id="3769" name="Google Shape;3769;p117"/>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117"/>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117"/>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2" name="Google Shape;3772;p117"/>
          <p:cNvGrpSpPr/>
          <p:nvPr/>
        </p:nvGrpSpPr>
        <p:grpSpPr>
          <a:xfrm>
            <a:off x="7162483" y="3197682"/>
            <a:ext cx="125190" cy="127859"/>
            <a:chOff x="4676550" y="2160575"/>
            <a:chExt cx="51400" cy="52500"/>
          </a:xfrm>
        </p:grpSpPr>
        <p:sp>
          <p:nvSpPr>
            <p:cNvPr id="3773" name="Google Shape;3773;p117"/>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117"/>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117"/>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6" name="Google Shape;3776;p117"/>
          <p:cNvGrpSpPr/>
          <p:nvPr/>
        </p:nvGrpSpPr>
        <p:grpSpPr>
          <a:xfrm>
            <a:off x="7459741" y="3204714"/>
            <a:ext cx="145405" cy="113794"/>
            <a:chOff x="4768325" y="2163475"/>
            <a:chExt cx="59700" cy="46725"/>
          </a:xfrm>
        </p:grpSpPr>
        <p:sp>
          <p:nvSpPr>
            <p:cNvPr id="3777" name="Google Shape;3777;p117"/>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117"/>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79" name="Google Shape;3779;p117"/>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117"/>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117"/>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117"/>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117"/>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117"/>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85" name="Google Shape;3785;p117"/>
          <p:cNvGrpSpPr/>
          <p:nvPr/>
        </p:nvGrpSpPr>
        <p:grpSpPr>
          <a:xfrm>
            <a:off x="7476059" y="3459808"/>
            <a:ext cx="112768" cy="106853"/>
            <a:chOff x="4768575" y="2253950"/>
            <a:chExt cx="46300" cy="43875"/>
          </a:xfrm>
        </p:grpSpPr>
        <p:sp>
          <p:nvSpPr>
            <p:cNvPr id="3786" name="Google Shape;3786;p117"/>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117"/>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8" name="Google Shape;3788;p117"/>
          <p:cNvGrpSpPr/>
          <p:nvPr/>
        </p:nvGrpSpPr>
        <p:grpSpPr>
          <a:xfrm>
            <a:off x="7775682" y="3948834"/>
            <a:ext cx="118187" cy="146246"/>
            <a:chOff x="4960900" y="2433225"/>
            <a:chExt cx="48525" cy="60050"/>
          </a:xfrm>
        </p:grpSpPr>
        <p:sp>
          <p:nvSpPr>
            <p:cNvPr id="3789" name="Google Shape;3789;p117"/>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117"/>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1" name="Google Shape;3791;p117"/>
          <p:cNvGrpSpPr/>
          <p:nvPr/>
        </p:nvGrpSpPr>
        <p:grpSpPr>
          <a:xfrm>
            <a:off x="7464247" y="4212895"/>
            <a:ext cx="136394" cy="143810"/>
            <a:chOff x="4854075" y="2527625"/>
            <a:chExt cx="56000" cy="59050"/>
          </a:xfrm>
        </p:grpSpPr>
        <p:sp>
          <p:nvSpPr>
            <p:cNvPr id="3792" name="Google Shape;3792;p117"/>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117"/>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94" name="Google Shape;3794;p117"/>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117"/>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117"/>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97" name="Google Shape;3797;p117"/>
          <p:cNvGrpSpPr/>
          <p:nvPr/>
        </p:nvGrpSpPr>
        <p:grpSpPr>
          <a:xfrm>
            <a:off x="8088458" y="3676639"/>
            <a:ext cx="99312" cy="160797"/>
            <a:chOff x="5059700" y="2334775"/>
            <a:chExt cx="40775" cy="66025"/>
          </a:xfrm>
        </p:grpSpPr>
        <p:sp>
          <p:nvSpPr>
            <p:cNvPr id="3798" name="Google Shape;3798;p117"/>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117"/>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117"/>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117"/>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117"/>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117"/>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117"/>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117"/>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117"/>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7" name="Google Shape;3807;p117"/>
          <p:cNvGrpSpPr/>
          <p:nvPr/>
        </p:nvGrpSpPr>
        <p:grpSpPr>
          <a:xfrm>
            <a:off x="8045622" y="3941771"/>
            <a:ext cx="184984" cy="160371"/>
            <a:chOff x="5037700" y="2430325"/>
            <a:chExt cx="75950" cy="65850"/>
          </a:xfrm>
        </p:grpSpPr>
        <p:sp>
          <p:nvSpPr>
            <p:cNvPr id="3808" name="Google Shape;3808;p117"/>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117"/>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0" name="Google Shape;3810;p117"/>
          <p:cNvGrpSpPr/>
          <p:nvPr/>
        </p:nvGrpSpPr>
        <p:grpSpPr>
          <a:xfrm>
            <a:off x="7465128" y="3708223"/>
            <a:ext cx="173014" cy="97629"/>
            <a:chOff x="4756975" y="2341800"/>
            <a:chExt cx="91975" cy="51925"/>
          </a:xfrm>
        </p:grpSpPr>
        <p:sp>
          <p:nvSpPr>
            <p:cNvPr id="3811" name="Google Shape;3811;p117"/>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117"/>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117"/>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117"/>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117"/>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117"/>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117"/>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117"/>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117"/>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117"/>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117"/>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117"/>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117"/>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117"/>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117"/>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117"/>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117"/>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117"/>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117"/>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117"/>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1" name="Google Shape;3831;p117"/>
          <p:cNvGrpSpPr/>
          <p:nvPr/>
        </p:nvGrpSpPr>
        <p:grpSpPr>
          <a:xfrm>
            <a:off x="7732065" y="4196920"/>
            <a:ext cx="212497" cy="175761"/>
            <a:chOff x="4943575" y="2516350"/>
            <a:chExt cx="98675" cy="81700"/>
          </a:xfrm>
        </p:grpSpPr>
        <p:sp>
          <p:nvSpPr>
            <p:cNvPr id="3832" name="Google Shape;3832;p117"/>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117"/>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117"/>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117"/>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117"/>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117"/>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117"/>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117"/>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117"/>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117"/>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117"/>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117"/>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117"/>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117"/>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117"/>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117"/>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117"/>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117"/>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117"/>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117"/>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117"/>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117"/>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117"/>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117"/>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117"/>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117"/>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117"/>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117"/>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117"/>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117"/>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117"/>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117"/>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117"/>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117"/>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117"/>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117"/>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117"/>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117"/>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117"/>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117"/>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117"/>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117"/>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117"/>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117"/>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117"/>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117"/>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117"/>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117"/>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117"/>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117"/>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117"/>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117"/>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117"/>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117"/>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117"/>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117"/>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117"/>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117"/>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117"/>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117"/>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117"/>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117"/>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117"/>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117"/>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117"/>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117"/>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117"/>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117"/>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117"/>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117"/>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117"/>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117"/>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117"/>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117"/>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117"/>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117"/>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117"/>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117"/>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10" name="Google Shape;3910;p117"/>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117"/>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117"/>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117"/>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117"/>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Shape 3918"/>
        <p:cNvGrpSpPr/>
        <p:nvPr/>
      </p:nvGrpSpPr>
      <p:grpSpPr>
        <a:xfrm>
          <a:off x="0" y="0"/>
          <a:ext cx="0" cy="0"/>
          <a:chOff x="0" y="0"/>
          <a:chExt cx="0" cy="0"/>
        </a:xfrm>
      </p:grpSpPr>
      <p:grpSp>
        <p:nvGrpSpPr>
          <p:cNvPr id="3919" name="Google Shape;3919;p118"/>
          <p:cNvGrpSpPr/>
          <p:nvPr/>
        </p:nvGrpSpPr>
        <p:grpSpPr>
          <a:xfrm>
            <a:off x="6647587" y="3567393"/>
            <a:ext cx="560636" cy="516497"/>
            <a:chOff x="6652051" y="3714143"/>
            <a:chExt cx="560636" cy="516497"/>
          </a:xfrm>
        </p:grpSpPr>
        <p:grpSp>
          <p:nvGrpSpPr>
            <p:cNvPr id="3920" name="Google Shape;3920;p118"/>
            <p:cNvGrpSpPr/>
            <p:nvPr/>
          </p:nvGrpSpPr>
          <p:grpSpPr>
            <a:xfrm>
              <a:off x="6669657" y="3716715"/>
              <a:ext cx="466768" cy="464314"/>
              <a:chOff x="3139766" y="765669"/>
              <a:chExt cx="886380" cy="881888"/>
            </a:xfrm>
          </p:grpSpPr>
          <p:grpSp>
            <p:nvGrpSpPr>
              <p:cNvPr id="3921" name="Google Shape;3921;p118"/>
              <p:cNvGrpSpPr/>
              <p:nvPr/>
            </p:nvGrpSpPr>
            <p:grpSpPr>
              <a:xfrm>
                <a:off x="3139766" y="765669"/>
                <a:ext cx="886380" cy="881888"/>
                <a:chOff x="3139766" y="765669"/>
                <a:chExt cx="886380" cy="881888"/>
              </a:xfrm>
            </p:grpSpPr>
            <p:sp>
              <p:nvSpPr>
                <p:cNvPr id="3922" name="Google Shape;3922;p118"/>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118"/>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118"/>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118"/>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118"/>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118"/>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118"/>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118"/>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118"/>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31" name="Google Shape;3931;p118"/>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118"/>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118"/>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118"/>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35" name="Google Shape;3935;p118"/>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6" name="Google Shape;3936;p118"/>
          <p:cNvGrpSpPr/>
          <p:nvPr/>
        </p:nvGrpSpPr>
        <p:grpSpPr>
          <a:xfrm>
            <a:off x="7646296" y="3047976"/>
            <a:ext cx="104231" cy="320340"/>
            <a:chOff x="7564426" y="3224343"/>
            <a:chExt cx="119985" cy="368801"/>
          </a:xfrm>
        </p:grpSpPr>
        <p:sp>
          <p:nvSpPr>
            <p:cNvPr id="3937" name="Google Shape;3937;p118"/>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118"/>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9" name="Google Shape;3939;p118"/>
          <p:cNvGrpSpPr/>
          <p:nvPr/>
        </p:nvGrpSpPr>
        <p:grpSpPr>
          <a:xfrm>
            <a:off x="7345785" y="3042077"/>
            <a:ext cx="189489" cy="332132"/>
            <a:chOff x="8370831" y="3202002"/>
            <a:chExt cx="218129" cy="382376"/>
          </a:xfrm>
        </p:grpSpPr>
        <p:sp>
          <p:nvSpPr>
            <p:cNvPr id="3940" name="Google Shape;3940;p118"/>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118"/>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2" name="Google Shape;3942;p118"/>
          <p:cNvGrpSpPr/>
          <p:nvPr/>
        </p:nvGrpSpPr>
        <p:grpSpPr>
          <a:xfrm>
            <a:off x="8069174" y="3453209"/>
            <a:ext cx="309429" cy="267000"/>
            <a:chOff x="6742064" y="3750480"/>
            <a:chExt cx="399315" cy="344560"/>
          </a:xfrm>
        </p:grpSpPr>
        <p:sp>
          <p:nvSpPr>
            <p:cNvPr id="3943" name="Google Shape;3943;p118"/>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118"/>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5" name="Google Shape;3945;p118"/>
          <p:cNvGrpSpPr/>
          <p:nvPr/>
        </p:nvGrpSpPr>
        <p:grpSpPr>
          <a:xfrm>
            <a:off x="7608193" y="3804257"/>
            <a:ext cx="180437" cy="281608"/>
            <a:chOff x="7248525" y="3739696"/>
            <a:chExt cx="230531" cy="359790"/>
          </a:xfrm>
        </p:grpSpPr>
        <p:sp>
          <p:nvSpPr>
            <p:cNvPr id="3946" name="Google Shape;3946;p118"/>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118"/>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8" name="Google Shape;3948;p118"/>
          <p:cNvGrpSpPr/>
          <p:nvPr/>
        </p:nvGrpSpPr>
        <p:grpSpPr>
          <a:xfrm>
            <a:off x="7854113" y="3447481"/>
            <a:ext cx="162896" cy="278710"/>
            <a:chOff x="7601242" y="3729267"/>
            <a:chExt cx="222566" cy="380803"/>
          </a:xfrm>
        </p:grpSpPr>
        <p:sp>
          <p:nvSpPr>
            <p:cNvPr id="3949" name="Google Shape;3949;p118"/>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118"/>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51" name="Google Shape;3951;p118"/>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52" name="Google Shape;3952;p118"/>
          <p:cNvGrpSpPr/>
          <p:nvPr/>
        </p:nvGrpSpPr>
        <p:grpSpPr>
          <a:xfrm>
            <a:off x="7343758" y="3448622"/>
            <a:ext cx="193543" cy="275990"/>
            <a:chOff x="8304647" y="3738687"/>
            <a:chExt cx="225076" cy="320956"/>
          </a:xfrm>
        </p:grpSpPr>
        <p:sp>
          <p:nvSpPr>
            <p:cNvPr id="3953" name="Google Shape;3953;p118"/>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118"/>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118"/>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6" name="Google Shape;3956;p118"/>
          <p:cNvGrpSpPr/>
          <p:nvPr/>
        </p:nvGrpSpPr>
        <p:grpSpPr>
          <a:xfrm>
            <a:off x="7616251" y="3448622"/>
            <a:ext cx="178492" cy="275990"/>
            <a:chOff x="8615101" y="3738687"/>
            <a:chExt cx="207573" cy="320956"/>
          </a:xfrm>
        </p:grpSpPr>
        <p:sp>
          <p:nvSpPr>
            <p:cNvPr id="3957" name="Google Shape;3957;p118"/>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118"/>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118"/>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60" name="Google Shape;3960;p118"/>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61" name="Google Shape;3961;p118"/>
          <p:cNvGrpSpPr/>
          <p:nvPr/>
        </p:nvGrpSpPr>
        <p:grpSpPr>
          <a:xfrm>
            <a:off x="7841782" y="3851282"/>
            <a:ext cx="187557" cy="187557"/>
            <a:chOff x="8565775" y="671075"/>
            <a:chExt cx="441000" cy="441000"/>
          </a:xfrm>
        </p:grpSpPr>
        <p:sp>
          <p:nvSpPr>
            <p:cNvPr id="3962" name="Google Shape;3962;p118"/>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118"/>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64" name="Google Shape;3964;p118"/>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118"/>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66" name="Google Shape;3966;p118"/>
          <p:cNvGrpSpPr/>
          <p:nvPr/>
        </p:nvGrpSpPr>
        <p:grpSpPr>
          <a:xfrm>
            <a:off x="5996254" y="2923808"/>
            <a:ext cx="587865" cy="517731"/>
            <a:chOff x="6000718" y="3070557"/>
            <a:chExt cx="587865" cy="517731"/>
          </a:xfrm>
        </p:grpSpPr>
        <p:sp>
          <p:nvSpPr>
            <p:cNvPr id="3967" name="Google Shape;3967;p118"/>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118"/>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118"/>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118"/>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118"/>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118"/>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118"/>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118"/>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118"/>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118"/>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7" name="Google Shape;3977;p118"/>
          <p:cNvGrpSpPr/>
          <p:nvPr/>
        </p:nvGrpSpPr>
        <p:grpSpPr>
          <a:xfrm>
            <a:off x="6011059" y="3567468"/>
            <a:ext cx="557665" cy="516387"/>
            <a:chOff x="6015523" y="3714217"/>
            <a:chExt cx="557665" cy="516387"/>
          </a:xfrm>
        </p:grpSpPr>
        <p:grpSp>
          <p:nvGrpSpPr>
            <p:cNvPr id="3978" name="Google Shape;3978;p118"/>
            <p:cNvGrpSpPr/>
            <p:nvPr/>
          </p:nvGrpSpPr>
          <p:grpSpPr>
            <a:xfrm>
              <a:off x="6036094" y="3716980"/>
              <a:ext cx="529822" cy="510480"/>
              <a:chOff x="3148311" y="-545634"/>
              <a:chExt cx="1006118" cy="969572"/>
            </a:xfrm>
          </p:grpSpPr>
          <p:sp>
            <p:nvSpPr>
              <p:cNvPr id="3979" name="Google Shape;3979;p118"/>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118"/>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118"/>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118"/>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118"/>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118"/>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118"/>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118"/>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118"/>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118"/>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9" name="Google Shape;3989;p118"/>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0" name="Google Shape;3990;p118"/>
          <p:cNvGrpSpPr/>
          <p:nvPr/>
        </p:nvGrpSpPr>
        <p:grpSpPr>
          <a:xfrm>
            <a:off x="6639841" y="2926879"/>
            <a:ext cx="576302" cy="511871"/>
            <a:chOff x="6644304" y="3073628"/>
            <a:chExt cx="576302" cy="511871"/>
          </a:xfrm>
        </p:grpSpPr>
        <p:grpSp>
          <p:nvGrpSpPr>
            <p:cNvPr id="3991" name="Google Shape;3991;p118"/>
            <p:cNvGrpSpPr/>
            <p:nvPr/>
          </p:nvGrpSpPr>
          <p:grpSpPr>
            <a:xfrm>
              <a:off x="6712169" y="3073651"/>
              <a:ext cx="481611" cy="506713"/>
              <a:chOff x="1833536" y="-546641"/>
              <a:chExt cx="914567" cy="962419"/>
            </a:xfrm>
          </p:grpSpPr>
          <p:grpSp>
            <p:nvGrpSpPr>
              <p:cNvPr id="3992" name="Google Shape;3992;p118"/>
              <p:cNvGrpSpPr/>
              <p:nvPr/>
            </p:nvGrpSpPr>
            <p:grpSpPr>
              <a:xfrm>
                <a:off x="1833536" y="-524249"/>
                <a:ext cx="914567" cy="940027"/>
                <a:chOff x="1833536" y="-524249"/>
                <a:chExt cx="914567" cy="940027"/>
              </a:xfrm>
            </p:grpSpPr>
            <p:sp>
              <p:nvSpPr>
                <p:cNvPr id="3993" name="Google Shape;3993;p118"/>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118"/>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118"/>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118"/>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118"/>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98" name="Google Shape;3998;p118"/>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118"/>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118"/>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118"/>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02" name="Google Shape;4002;p118"/>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3" name="Google Shape;4003;p118"/>
          <p:cNvGrpSpPr/>
          <p:nvPr/>
        </p:nvGrpSpPr>
        <p:grpSpPr>
          <a:xfrm>
            <a:off x="719115" y="2852867"/>
            <a:ext cx="2622876" cy="1333540"/>
            <a:chOff x="238125" y="1038125"/>
            <a:chExt cx="7146800" cy="3633625"/>
          </a:xfrm>
        </p:grpSpPr>
        <p:sp>
          <p:nvSpPr>
            <p:cNvPr id="4004" name="Google Shape;4004;p118"/>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118"/>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118"/>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118"/>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118"/>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118"/>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118"/>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118"/>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118"/>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118"/>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118"/>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118"/>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118"/>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118"/>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118"/>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118"/>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118"/>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118"/>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118"/>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118"/>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118"/>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118"/>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118"/>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118"/>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118"/>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118"/>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118"/>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118"/>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118"/>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118"/>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118"/>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118"/>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118"/>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118"/>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118"/>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118"/>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118"/>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118"/>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118"/>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118"/>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118"/>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118"/>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118"/>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118"/>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118"/>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118"/>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118"/>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118"/>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118"/>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118"/>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118"/>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118"/>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118"/>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118"/>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118"/>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118"/>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118"/>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118"/>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118"/>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118"/>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118"/>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118"/>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118"/>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118"/>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118"/>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118"/>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118"/>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118"/>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118"/>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118"/>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118"/>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118"/>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118"/>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118"/>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118"/>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118"/>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118"/>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118"/>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118"/>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118"/>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118"/>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118"/>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118"/>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118"/>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118"/>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118"/>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118"/>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118"/>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118"/>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118"/>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118"/>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118"/>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118"/>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118"/>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118"/>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118"/>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118"/>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118"/>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118"/>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118"/>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118"/>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118"/>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118"/>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118"/>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118"/>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118"/>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118"/>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118"/>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118"/>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118"/>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118"/>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118"/>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118"/>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118"/>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118"/>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118"/>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118"/>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118"/>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118"/>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118"/>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118"/>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118"/>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118"/>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118"/>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118"/>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118"/>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118"/>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118"/>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118"/>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118"/>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118"/>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118"/>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118"/>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118"/>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118"/>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118"/>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118"/>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118"/>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118"/>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118"/>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118"/>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118"/>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118"/>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118"/>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118"/>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118"/>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118"/>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118"/>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118"/>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118"/>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118"/>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118"/>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118"/>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118"/>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118"/>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118"/>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118"/>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118"/>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118"/>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118"/>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118"/>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118"/>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118"/>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118"/>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118"/>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118"/>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118"/>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118"/>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118"/>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118"/>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118"/>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118"/>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118"/>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118"/>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118"/>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118"/>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118"/>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118"/>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118"/>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118"/>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118"/>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118"/>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118"/>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118"/>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118"/>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118"/>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118"/>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118"/>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118"/>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118"/>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118"/>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118"/>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118"/>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118"/>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118"/>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118"/>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118"/>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118"/>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118"/>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118"/>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118"/>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118"/>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118"/>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118"/>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118"/>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118"/>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118"/>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118"/>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118"/>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118"/>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118"/>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118"/>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118"/>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118"/>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118"/>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118"/>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118"/>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118"/>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118"/>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118"/>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118"/>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118"/>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118"/>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118"/>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118"/>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118"/>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118"/>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118"/>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118"/>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118"/>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118"/>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118"/>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118"/>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118"/>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118"/>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118"/>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118"/>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118"/>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118"/>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118"/>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118"/>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118"/>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118"/>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118"/>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118"/>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118"/>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118"/>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118"/>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118"/>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118"/>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118"/>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118"/>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118"/>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118"/>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118"/>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118"/>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118"/>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118"/>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118"/>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118"/>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118"/>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118"/>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118"/>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118"/>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118"/>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118"/>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118"/>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118"/>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118"/>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118"/>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118"/>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118"/>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118"/>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118"/>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118"/>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118"/>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118"/>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118"/>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118"/>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118"/>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118"/>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118"/>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118"/>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118"/>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118"/>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118"/>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118"/>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118"/>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118"/>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118"/>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118"/>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118"/>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118"/>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118"/>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118"/>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118"/>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118"/>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118"/>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118"/>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118"/>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118"/>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118"/>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118"/>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118"/>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118"/>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118"/>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118"/>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118"/>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118"/>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118"/>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118"/>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118"/>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118"/>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118"/>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118"/>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118"/>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118"/>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118"/>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118"/>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118"/>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118"/>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118"/>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118"/>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118"/>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118"/>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118"/>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118"/>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118"/>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118"/>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118"/>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118"/>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118"/>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118"/>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118"/>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118"/>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118"/>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118"/>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118"/>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118"/>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118"/>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118"/>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118"/>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118"/>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118"/>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118"/>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118"/>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118"/>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118"/>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118"/>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118"/>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118"/>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118"/>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118"/>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118"/>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118"/>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118"/>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118"/>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118"/>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118"/>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118"/>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118"/>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118"/>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118"/>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118"/>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118"/>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118"/>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118"/>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118"/>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118"/>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118"/>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118"/>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118"/>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118"/>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118"/>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118"/>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118"/>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118"/>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118"/>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118"/>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118"/>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118"/>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118"/>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118"/>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118"/>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118"/>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118"/>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118"/>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118"/>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118"/>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118"/>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118"/>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118"/>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118"/>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118"/>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118"/>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118"/>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118"/>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118"/>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118"/>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118"/>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118"/>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118"/>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118"/>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118"/>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118"/>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118"/>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118"/>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118"/>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118"/>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118"/>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118"/>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118"/>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118"/>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118"/>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118"/>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118"/>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118"/>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118"/>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118"/>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118"/>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118"/>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118"/>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118"/>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118"/>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118"/>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118"/>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118"/>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118"/>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118"/>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118"/>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118"/>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118"/>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118"/>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118"/>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118"/>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118"/>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118"/>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118"/>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118"/>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118"/>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118"/>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118"/>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118"/>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118"/>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118"/>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118"/>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118"/>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118"/>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118"/>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118"/>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118"/>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118"/>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118"/>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118"/>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118"/>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118"/>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118"/>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118"/>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118"/>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118"/>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118"/>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118"/>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118"/>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118"/>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118"/>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118"/>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118"/>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118"/>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118"/>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118"/>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118"/>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118"/>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118"/>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118"/>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118"/>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118"/>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118"/>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118"/>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118"/>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118"/>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118"/>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118"/>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118"/>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118"/>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118"/>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118"/>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118"/>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118"/>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118"/>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118"/>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118"/>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118"/>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118"/>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118"/>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118"/>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118"/>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118"/>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118"/>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118"/>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118"/>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118"/>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118"/>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118"/>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118"/>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118"/>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118"/>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118"/>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118"/>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118"/>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118"/>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118"/>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118"/>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118"/>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118"/>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118"/>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118"/>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118"/>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118"/>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118"/>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118"/>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118"/>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118"/>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118"/>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118"/>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118"/>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118"/>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118"/>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118"/>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118"/>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118"/>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118"/>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118"/>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118"/>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118"/>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118"/>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118"/>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118"/>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118"/>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118"/>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118"/>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118"/>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118"/>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118"/>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118"/>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118"/>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118"/>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118"/>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118"/>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118"/>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118"/>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118"/>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118"/>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118"/>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118"/>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118"/>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118"/>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118"/>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118"/>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118"/>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118"/>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118"/>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118"/>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118"/>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118"/>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118"/>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118"/>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118"/>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118"/>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118"/>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118"/>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118"/>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118"/>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118"/>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118"/>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118"/>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118"/>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118"/>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118"/>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118"/>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118"/>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118"/>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118"/>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118"/>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118"/>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118"/>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118"/>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118"/>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118"/>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118"/>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118"/>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118"/>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118"/>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118"/>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118"/>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118"/>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118"/>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118"/>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118"/>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118"/>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118"/>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118"/>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118"/>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118"/>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118"/>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118"/>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118"/>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118"/>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118"/>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118"/>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118"/>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118"/>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118"/>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118"/>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118"/>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118"/>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118"/>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118"/>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118"/>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118"/>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118"/>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118"/>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118"/>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118"/>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118"/>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118"/>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118"/>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118"/>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118"/>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118"/>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118"/>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118"/>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118"/>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118"/>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118"/>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118"/>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118"/>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118"/>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118"/>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118"/>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118"/>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118"/>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118"/>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118"/>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118"/>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118"/>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118"/>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118"/>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118"/>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118"/>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118"/>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118"/>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118"/>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118"/>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118"/>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118"/>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118"/>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118"/>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118"/>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118"/>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118"/>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118"/>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118"/>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118"/>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118"/>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118"/>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118"/>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118"/>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118"/>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118"/>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118"/>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118"/>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118"/>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118"/>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118"/>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118"/>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118"/>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118"/>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118"/>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118"/>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118"/>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118"/>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118"/>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118"/>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118"/>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118"/>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118"/>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118"/>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118"/>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118"/>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118"/>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118"/>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118"/>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118"/>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118"/>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118"/>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118"/>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118"/>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118"/>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118"/>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118"/>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118"/>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118"/>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118"/>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118"/>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118"/>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118"/>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118"/>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118"/>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118"/>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118"/>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118"/>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118"/>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118"/>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118"/>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118"/>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118"/>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118"/>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118"/>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118"/>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118"/>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118"/>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118"/>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118"/>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118"/>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118"/>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118"/>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118"/>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118"/>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118"/>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118"/>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118"/>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118"/>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118"/>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118"/>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118"/>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118"/>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118"/>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118"/>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118"/>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118"/>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118"/>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118"/>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118"/>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118"/>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118"/>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118"/>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118"/>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118"/>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118"/>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118"/>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118"/>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118"/>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118"/>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118"/>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118"/>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118"/>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118"/>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118"/>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118"/>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118"/>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118"/>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118"/>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118"/>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118"/>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118"/>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118"/>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118"/>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118"/>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118"/>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118"/>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118"/>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118"/>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118"/>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118"/>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118"/>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118"/>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118"/>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118"/>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118"/>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118"/>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118"/>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118"/>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118"/>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118"/>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118"/>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118"/>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118"/>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118"/>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118"/>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118"/>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118"/>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118"/>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118"/>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118"/>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118"/>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118"/>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118"/>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118"/>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118"/>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118"/>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118"/>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118"/>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118"/>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118"/>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118"/>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118"/>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118"/>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118"/>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118"/>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118"/>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118"/>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118"/>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118"/>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118"/>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118"/>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118"/>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118"/>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118"/>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118"/>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118"/>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118"/>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118"/>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118"/>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118"/>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118"/>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118"/>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118"/>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118"/>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118"/>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118"/>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118"/>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118"/>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118"/>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118"/>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118"/>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118"/>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118"/>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118"/>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118"/>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118"/>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118"/>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118"/>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118"/>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118"/>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118"/>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118"/>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118"/>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118"/>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118"/>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118"/>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118"/>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118"/>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118"/>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118"/>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118"/>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118"/>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118"/>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118"/>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118"/>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118"/>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118"/>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118"/>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118"/>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118"/>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118"/>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118"/>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118"/>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118"/>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118"/>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118"/>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118"/>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118"/>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118"/>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118"/>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118"/>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118"/>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118"/>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118"/>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118"/>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118"/>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118"/>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118"/>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118"/>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118"/>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118"/>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118"/>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118"/>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118"/>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118"/>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118"/>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118"/>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118"/>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118"/>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118"/>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118"/>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118"/>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118"/>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118"/>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118"/>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118"/>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118"/>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118"/>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118"/>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118"/>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118"/>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118"/>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118"/>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118"/>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118"/>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118"/>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118"/>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118"/>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118"/>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118"/>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118"/>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118"/>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118"/>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118"/>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118"/>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118"/>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118"/>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118"/>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118"/>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118"/>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118"/>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118"/>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118"/>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118"/>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118"/>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118"/>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118"/>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118"/>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118"/>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118"/>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118"/>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118"/>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118"/>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118"/>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118"/>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118"/>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118"/>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118"/>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118"/>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118"/>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118"/>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118"/>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118"/>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118"/>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118"/>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118"/>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118"/>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118"/>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118"/>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118"/>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118"/>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118"/>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118"/>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118"/>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118"/>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118"/>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118"/>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118"/>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118"/>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118"/>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118"/>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118"/>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118"/>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118"/>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118"/>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118"/>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118"/>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118"/>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118"/>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118"/>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118"/>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118"/>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118"/>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118"/>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118"/>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118"/>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118"/>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118"/>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118"/>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118"/>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118"/>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118"/>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118"/>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118"/>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118"/>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118"/>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118"/>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118"/>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118"/>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118"/>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118"/>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118"/>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118"/>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118"/>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118"/>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118"/>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118"/>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118"/>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118"/>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118"/>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118"/>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118"/>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118"/>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118"/>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118"/>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118"/>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118"/>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118"/>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118"/>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118"/>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118"/>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118"/>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118"/>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118"/>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118"/>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118"/>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118"/>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118"/>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118"/>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118"/>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118"/>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118"/>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118"/>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118"/>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118"/>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118"/>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118"/>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118"/>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118"/>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118"/>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118"/>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118"/>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118"/>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118"/>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118"/>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118"/>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118"/>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118"/>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118"/>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118"/>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118"/>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118"/>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118"/>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118"/>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118"/>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118"/>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118"/>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118"/>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118"/>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118"/>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118"/>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118"/>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118"/>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118"/>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118"/>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118"/>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118"/>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118"/>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118"/>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118"/>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118"/>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118"/>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118"/>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118"/>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118"/>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118"/>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118"/>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118"/>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118"/>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118"/>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118"/>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118"/>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118"/>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118"/>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118"/>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118"/>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118"/>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118"/>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118"/>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118"/>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118"/>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118"/>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118"/>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118"/>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118"/>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118"/>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118"/>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118"/>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118"/>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118"/>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118"/>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118"/>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118"/>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118"/>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118"/>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118"/>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118"/>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118"/>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118"/>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118"/>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118"/>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118"/>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118"/>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118"/>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118"/>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118"/>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118"/>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118"/>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118"/>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118"/>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118"/>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118"/>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118"/>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118"/>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118"/>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118"/>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118"/>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118"/>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118"/>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118"/>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118"/>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118"/>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118"/>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118"/>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118"/>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118"/>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118"/>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118"/>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118"/>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118"/>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118"/>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118"/>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118"/>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118"/>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118"/>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118"/>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118"/>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118"/>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118"/>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118"/>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118"/>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118"/>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118"/>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118"/>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118"/>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118"/>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118"/>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118"/>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118"/>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118"/>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118"/>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118"/>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118"/>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118"/>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118"/>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118"/>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118"/>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118"/>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118"/>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118"/>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118"/>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118"/>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118"/>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118"/>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118"/>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118"/>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118"/>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118"/>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118"/>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118"/>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118"/>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118"/>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118"/>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118"/>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118"/>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118"/>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118"/>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118"/>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118"/>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118"/>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118"/>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118"/>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118"/>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118"/>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118"/>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118"/>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118"/>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118"/>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118"/>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118"/>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118"/>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118"/>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118"/>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118"/>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118"/>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118"/>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118"/>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118"/>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118"/>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118"/>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118"/>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118"/>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118"/>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118"/>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118"/>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118"/>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118"/>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118"/>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118"/>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118"/>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118"/>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118"/>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118"/>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118"/>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118"/>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118"/>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118"/>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118"/>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118"/>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118"/>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118"/>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118"/>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118"/>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118"/>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118"/>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118"/>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118"/>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118"/>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118"/>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118"/>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118"/>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118"/>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118"/>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118"/>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118"/>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118"/>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118"/>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118"/>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118"/>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118"/>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118"/>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118"/>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118"/>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118"/>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118"/>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118"/>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118"/>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118"/>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118"/>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118"/>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118"/>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118"/>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118"/>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118"/>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118"/>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118"/>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118"/>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118"/>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118"/>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118"/>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118"/>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118"/>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118"/>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118"/>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118"/>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118"/>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118"/>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118"/>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118"/>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118"/>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118"/>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118"/>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118"/>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118"/>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118"/>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118"/>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118"/>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118"/>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118"/>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118"/>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118"/>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118"/>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118"/>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118"/>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118"/>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118"/>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118"/>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118"/>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118"/>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118"/>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118"/>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118"/>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118"/>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118"/>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118"/>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118"/>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118"/>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118"/>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118"/>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118"/>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118"/>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118"/>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118"/>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118"/>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118"/>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118"/>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118"/>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118"/>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118"/>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118"/>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118"/>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118"/>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118"/>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118"/>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118"/>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118"/>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118"/>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118"/>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118"/>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118"/>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118"/>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118"/>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118"/>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118"/>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118"/>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118"/>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118"/>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118"/>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118"/>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118"/>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118"/>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118"/>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118"/>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118"/>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118"/>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118"/>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118"/>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118"/>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118"/>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118"/>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118"/>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118"/>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118"/>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118"/>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118"/>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118"/>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118"/>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118"/>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118"/>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118"/>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118"/>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118"/>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118"/>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118"/>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118"/>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118"/>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118"/>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118"/>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118"/>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118"/>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118"/>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118"/>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118"/>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118"/>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118"/>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118"/>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118"/>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118"/>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118"/>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118"/>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118"/>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118"/>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118"/>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118"/>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118"/>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118"/>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118"/>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118"/>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118"/>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118"/>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118"/>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118"/>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118"/>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118"/>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118"/>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118"/>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118"/>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118"/>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118"/>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118"/>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118"/>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118"/>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118"/>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118"/>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118"/>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118"/>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118"/>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118"/>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118"/>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118"/>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118"/>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118"/>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118"/>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118"/>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118"/>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118"/>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118"/>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118"/>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118"/>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118"/>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118"/>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118"/>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118"/>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118"/>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118"/>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118"/>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118"/>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118"/>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118"/>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118"/>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118"/>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118"/>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118"/>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118"/>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118"/>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118"/>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118"/>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118"/>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118"/>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118"/>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118"/>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118"/>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118"/>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118"/>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118"/>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118"/>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118"/>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118"/>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118"/>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118"/>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118"/>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118"/>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118"/>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118"/>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118"/>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118"/>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118"/>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118"/>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118"/>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118"/>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118"/>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118"/>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118"/>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118"/>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118"/>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118"/>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118"/>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118"/>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118"/>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118"/>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118"/>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118"/>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118"/>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118"/>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118"/>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118"/>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118"/>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118"/>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118"/>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118"/>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118"/>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118"/>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118"/>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118"/>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118"/>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118"/>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118"/>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118"/>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118"/>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118"/>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118"/>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118"/>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118"/>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118"/>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118"/>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118"/>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118"/>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118"/>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118"/>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118"/>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118"/>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118"/>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118"/>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118"/>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118"/>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118"/>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118"/>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118"/>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118"/>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118"/>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118"/>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118"/>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118"/>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118"/>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118"/>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118"/>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118"/>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118"/>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118"/>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118"/>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118"/>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118"/>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118"/>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118"/>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118"/>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118"/>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118"/>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118"/>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118"/>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118"/>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118"/>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118"/>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118"/>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118"/>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118"/>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118"/>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118"/>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118"/>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118"/>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118"/>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118"/>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118"/>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118"/>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118"/>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118"/>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118"/>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118"/>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118"/>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118"/>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118"/>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118"/>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118"/>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118"/>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118"/>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118"/>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118"/>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118"/>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118"/>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118"/>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118"/>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118"/>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118"/>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118"/>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118"/>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118"/>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118"/>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118"/>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118"/>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118"/>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118"/>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118"/>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118"/>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118"/>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118"/>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118"/>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118"/>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118"/>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118"/>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6" name="Google Shape;5576;p118"/>
          <p:cNvGrpSpPr/>
          <p:nvPr/>
        </p:nvGrpSpPr>
        <p:grpSpPr>
          <a:xfrm>
            <a:off x="3574273" y="2854307"/>
            <a:ext cx="2241344" cy="1330656"/>
            <a:chOff x="3597785" y="3065882"/>
            <a:chExt cx="2241344" cy="1330656"/>
          </a:xfrm>
        </p:grpSpPr>
        <p:grpSp>
          <p:nvGrpSpPr>
            <p:cNvPr id="5577" name="Google Shape;5577;p118"/>
            <p:cNvGrpSpPr/>
            <p:nvPr/>
          </p:nvGrpSpPr>
          <p:grpSpPr>
            <a:xfrm>
              <a:off x="5296908" y="3937355"/>
              <a:ext cx="143198" cy="32380"/>
              <a:chOff x="5296908" y="3937355"/>
              <a:chExt cx="143198" cy="32380"/>
            </a:xfrm>
          </p:grpSpPr>
          <p:sp>
            <p:nvSpPr>
              <p:cNvPr id="5578" name="Google Shape;5578;p118"/>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79" name="Google Shape;5579;p118"/>
              <p:cNvGrpSpPr/>
              <p:nvPr/>
            </p:nvGrpSpPr>
            <p:grpSpPr>
              <a:xfrm>
                <a:off x="5402331" y="3937355"/>
                <a:ext cx="37776" cy="32380"/>
                <a:chOff x="5402331" y="3937355"/>
                <a:chExt cx="37776" cy="32380"/>
              </a:xfrm>
            </p:grpSpPr>
            <p:sp>
              <p:nvSpPr>
                <p:cNvPr id="5580" name="Google Shape;5580;p118"/>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118"/>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2" name="Google Shape;5582;p118"/>
              <p:cNvGrpSpPr/>
              <p:nvPr/>
            </p:nvGrpSpPr>
            <p:grpSpPr>
              <a:xfrm>
                <a:off x="5296908" y="3937355"/>
                <a:ext cx="37783" cy="32380"/>
                <a:chOff x="5296908" y="3937355"/>
                <a:chExt cx="37783" cy="32380"/>
              </a:xfrm>
            </p:grpSpPr>
            <p:sp>
              <p:nvSpPr>
                <p:cNvPr id="5583" name="Google Shape;5583;p118"/>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118"/>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85" name="Google Shape;5585;p118"/>
            <p:cNvGrpSpPr/>
            <p:nvPr/>
          </p:nvGrpSpPr>
          <p:grpSpPr>
            <a:xfrm>
              <a:off x="4724163" y="3119631"/>
              <a:ext cx="120838" cy="84218"/>
              <a:chOff x="4724163" y="3119631"/>
              <a:chExt cx="120838" cy="84218"/>
            </a:xfrm>
          </p:grpSpPr>
          <p:grpSp>
            <p:nvGrpSpPr>
              <p:cNvPr id="5586" name="Google Shape;5586;p118"/>
              <p:cNvGrpSpPr/>
              <p:nvPr/>
            </p:nvGrpSpPr>
            <p:grpSpPr>
              <a:xfrm>
                <a:off x="4746712" y="3132773"/>
                <a:ext cx="86869" cy="56424"/>
                <a:chOff x="4746712" y="3132773"/>
                <a:chExt cx="86869" cy="56424"/>
              </a:xfrm>
            </p:grpSpPr>
            <p:sp>
              <p:nvSpPr>
                <p:cNvPr id="5587" name="Google Shape;5587;p118"/>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118"/>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9" name="Google Shape;5589;p118"/>
              <p:cNvGrpSpPr/>
              <p:nvPr/>
            </p:nvGrpSpPr>
            <p:grpSpPr>
              <a:xfrm>
                <a:off x="4773634" y="3143336"/>
                <a:ext cx="37776" cy="32451"/>
                <a:chOff x="4773634" y="3143336"/>
                <a:chExt cx="37776" cy="32451"/>
              </a:xfrm>
            </p:grpSpPr>
            <p:sp>
              <p:nvSpPr>
                <p:cNvPr id="5590" name="Google Shape;5590;p118"/>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118"/>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2" name="Google Shape;5592;p118"/>
              <p:cNvGrpSpPr/>
              <p:nvPr/>
            </p:nvGrpSpPr>
            <p:grpSpPr>
              <a:xfrm>
                <a:off x="4724163" y="3131248"/>
                <a:ext cx="37776" cy="32459"/>
                <a:chOff x="4724163" y="3131248"/>
                <a:chExt cx="37776" cy="32459"/>
              </a:xfrm>
            </p:grpSpPr>
            <p:sp>
              <p:nvSpPr>
                <p:cNvPr id="5593" name="Google Shape;5593;p118"/>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118"/>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5" name="Google Shape;5595;p118"/>
              <p:cNvGrpSpPr/>
              <p:nvPr/>
            </p:nvGrpSpPr>
            <p:grpSpPr>
              <a:xfrm>
                <a:off x="4755081" y="3176054"/>
                <a:ext cx="32357" cy="27795"/>
                <a:chOff x="4755081" y="3176054"/>
                <a:chExt cx="32357" cy="27795"/>
              </a:xfrm>
            </p:grpSpPr>
            <p:sp>
              <p:nvSpPr>
                <p:cNvPr id="5596" name="Google Shape;5596;p118"/>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118"/>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8" name="Google Shape;5598;p118"/>
              <p:cNvGrpSpPr/>
              <p:nvPr/>
            </p:nvGrpSpPr>
            <p:grpSpPr>
              <a:xfrm>
                <a:off x="4812550" y="3119631"/>
                <a:ext cx="32451" cy="27803"/>
                <a:chOff x="4812550" y="3119631"/>
                <a:chExt cx="32451" cy="27803"/>
              </a:xfrm>
            </p:grpSpPr>
            <p:sp>
              <p:nvSpPr>
                <p:cNvPr id="5599" name="Google Shape;5599;p118"/>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118"/>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01" name="Google Shape;5601;p118"/>
            <p:cNvGrpSpPr/>
            <p:nvPr/>
          </p:nvGrpSpPr>
          <p:grpSpPr>
            <a:xfrm>
              <a:off x="5382826" y="4027197"/>
              <a:ext cx="268967" cy="250422"/>
              <a:chOff x="5382826" y="4027197"/>
              <a:chExt cx="268967" cy="250422"/>
            </a:xfrm>
          </p:grpSpPr>
          <p:grpSp>
            <p:nvGrpSpPr>
              <p:cNvPr id="5602" name="Google Shape;5602;p118"/>
              <p:cNvGrpSpPr/>
              <p:nvPr/>
            </p:nvGrpSpPr>
            <p:grpSpPr>
              <a:xfrm>
                <a:off x="5405280" y="4042510"/>
                <a:ext cx="237570" cy="218647"/>
                <a:chOff x="5405280" y="4042510"/>
                <a:chExt cx="237570" cy="218647"/>
              </a:xfrm>
            </p:grpSpPr>
            <p:sp>
              <p:nvSpPr>
                <p:cNvPr id="5603" name="Google Shape;5603;p118"/>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118"/>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118"/>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118"/>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118"/>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118"/>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9" name="Google Shape;5609;p118"/>
              <p:cNvGrpSpPr/>
              <p:nvPr/>
            </p:nvGrpSpPr>
            <p:grpSpPr>
              <a:xfrm>
                <a:off x="5382826" y="4125549"/>
                <a:ext cx="37776" cy="32380"/>
                <a:chOff x="5382826" y="4125549"/>
                <a:chExt cx="37776" cy="32380"/>
              </a:xfrm>
            </p:grpSpPr>
            <p:sp>
              <p:nvSpPr>
                <p:cNvPr id="5610" name="Google Shape;5610;p118"/>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118"/>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2" name="Google Shape;5612;p118"/>
              <p:cNvGrpSpPr/>
              <p:nvPr/>
            </p:nvGrpSpPr>
            <p:grpSpPr>
              <a:xfrm>
                <a:off x="5475680" y="4195587"/>
                <a:ext cx="37783" cy="32364"/>
                <a:chOff x="5475680" y="4195587"/>
                <a:chExt cx="37783" cy="32364"/>
              </a:xfrm>
            </p:grpSpPr>
            <p:sp>
              <p:nvSpPr>
                <p:cNvPr id="5613" name="Google Shape;5613;p118"/>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118"/>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5" name="Google Shape;5615;p118"/>
              <p:cNvGrpSpPr/>
              <p:nvPr/>
            </p:nvGrpSpPr>
            <p:grpSpPr>
              <a:xfrm>
                <a:off x="5532575" y="4027197"/>
                <a:ext cx="33308" cy="32262"/>
                <a:chOff x="5532575" y="4027197"/>
                <a:chExt cx="33308" cy="32262"/>
              </a:xfrm>
            </p:grpSpPr>
            <p:sp>
              <p:nvSpPr>
                <p:cNvPr id="5616" name="Google Shape;5616;p118"/>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118"/>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8" name="Google Shape;5618;p118"/>
              <p:cNvGrpSpPr/>
              <p:nvPr/>
            </p:nvGrpSpPr>
            <p:grpSpPr>
              <a:xfrm>
                <a:off x="5590706" y="4245348"/>
                <a:ext cx="33497" cy="32270"/>
                <a:chOff x="5590706" y="4245348"/>
                <a:chExt cx="33497" cy="32270"/>
              </a:xfrm>
            </p:grpSpPr>
            <p:sp>
              <p:nvSpPr>
                <p:cNvPr id="5619" name="Google Shape;5619;p118"/>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118"/>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1" name="Google Shape;5621;p118"/>
              <p:cNvGrpSpPr/>
              <p:nvPr/>
            </p:nvGrpSpPr>
            <p:grpSpPr>
              <a:xfrm>
                <a:off x="5618681" y="4109677"/>
                <a:ext cx="33112" cy="32357"/>
                <a:chOff x="5618681" y="4109677"/>
                <a:chExt cx="33112" cy="32357"/>
              </a:xfrm>
            </p:grpSpPr>
            <p:sp>
              <p:nvSpPr>
                <p:cNvPr id="5622" name="Google Shape;5622;p118"/>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118"/>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4" name="Google Shape;5624;p118"/>
              <p:cNvGrpSpPr/>
              <p:nvPr/>
            </p:nvGrpSpPr>
            <p:grpSpPr>
              <a:xfrm>
                <a:off x="5479298" y="4128262"/>
                <a:ext cx="31405" cy="26906"/>
                <a:chOff x="5479298" y="4128262"/>
                <a:chExt cx="31405" cy="26906"/>
              </a:xfrm>
            </p:grpSpPr>
            <p:sp>
              <p:nvSpPr>
                <p:cNvPr id="5625" name="Google Shape;5625;p118"/>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118"/>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7" name="Google Shape;5627;p118"/>
              <p:cNvGrpSpPr/>
              <p:nvPr/>
            </p:nvGrpSpPr>
            <p:grpSpPr>
              <a:xfrm>
                <a:off x="5582903" y="4180116"/>
                <a:ext cx="31499" cy="26898"/>
                <a:chOff x="5582903" y="4180116"/>
                <a:chExt cx="31499" cy="26898"/>
              </a:xfrm>
            </p:grpSpPr>
            <p:sp>
              <p:nvSpPr>
                <p:cNvPr id="5628" name="Google Shape;5628;p118"/>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118"/>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30" name="Google Shape;5630;p118"/>
            <p:cNvGrpSpPr/>
            <p:nvPr/>
          </p:nvGrpSpPr>
          <p:grpSpPr>
            <a:xfrm>
              <a:off x="3977681" y="3230323"/>
              <a:ext cx="94584" cy="84085"/>
              <a:chOff x="3977681" y="3230323"/>
              <a:chExt cx="94584" cy="84085"/>
            </a:xfrm>
          </p:grpSpPr>
          <p:grpSp>
            <p:nvGrpSpPr>
              <p:cNvPr id="5631" name="Google Shape;5631;p118"/>
              <p:cNvGrpSpPr/>
              <p:nvPr/>
            </p:nvGrpSpPr>
            <p:grpSpPr>
              <a:xfrm>
                <a:off x="4000135" y="3243041"/>
                <a:ext cx="59570" cy="57186"/>
                <a:chOff x="4000135" y="3243041"/>
                <a:chExt cx="59570" cy="57186"/>
              </a:xfrm>
            </p:grpSpPr>
            <p:sp>
              <p:nvSpPr>
                <p:cNvPr id="5632" name="Google Shape;5632;p118"/>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118"/>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118"/>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5" name="Google Shape;5635;p118"/>
              <p:cNvGrpSpPr/>
              <p:nvPr/>
            </p:nvGrpSpPr>
            <p:grpSpPr>
              <a:xfrm>
                <a:off x="3977681" y="3245872"/>
                <a:ext cx="37783" cy="32380"/>
                <a:chOff x="3977681" y="3245872"/>
                <a:chExt cx="37783" cy="32380"/>
              </a:xfrm>
            </p:grpSpPr>
            <p:sp>
              <p:nvSpPr>
                <p:cNvPr id="5636" name="Google Shape;5636;p118"/>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118"/>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8" name="Google Shape;5638;p118"/>
              <p:cNvGrpSpPr/>
              <p:nvPr/>
            </p:nvGrpSpPr>
            <p:grpSpPr>
              <a:xfrm>
                <a:off x="4040860" y="3262672"/>
                <a:ext cx="31405" cy="27001"/>
                <a:chOff x="4040860" y="3262672"/>
                <a:chExt cx="31405" cy="27001"/>
              </a:xfrm>
            </p:grpSpPr>
            <p:sp>
              <p:nvSpPr>
                <p:cNvPr id="5639" name="Google Shape;5639;p118"/>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118"/>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1" name="Google Shape;5641;p118"/>
              <p:cNvGrpSpPr/>
              <p:nvPr/>
            </p:nvGrpSpPr>
            <p:grpSpPr>
              <a:xfrm>
                <a:off x="4021072" y="3230323"/>
                <a:ext cx="31397" cy="26906"/>
                <a:chOff x="4021072" y="3230323"/>
                <a:chExt cx="31397" cy="26906"/>
              </a:xfrm>
            </p:grpSpPr>
            <p:sp>
              <p:nvSpPr>
                <p:cNvPr id="5642" name="Google Shape;5642;p118"/>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118"/>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4" name="Google Shape;5644;p118"/>
              <p:cNvGrpSpPr/>
              <p:nvPr/>
            </p:nvGrpSpPr>
            <p:grpSpPr>
              <a:xfrm>
                <a:off x="4001472" y="3287462"/>
                <a:ext cx="31499" cy="26945"/>
                <a:chOff x="4001472" y="3287462"/>
                <a:chExt cx="31499" cy="26945"/>
              </a:xfrm>
            </p:grpSpPr>
            <p:sp>
              <p:nvSpPr>
                <p:cNvPr id="5645" name="Google Shape;5645;p118"/>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118"/>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47" name="Google Shape;5647;p118"/>
            <p:cNvGrpSpPr/>
            <p:nvPr/>
          </p:nvGrpSpPr>
          <p:grpSpPr>
            <a:xfrm>
              <a:off x="4084715" y="3258865"/>
              <a:ext cx="184961" cy="137268"/>
              <a:chOff x="4084715" y="3258865"/>
              <a:chExt cx="184961" cy="137268"/>
            </a:xfrm>
          </p:grpSpPr>
          <p:grpSp>
            <p:nvGrpSpPr>
              <p:cNvPr id="5648" name="Google Shape;5648;p118"/>
              <p:cNvGrpSpPr/>
              <p:nvPr/>
            </p:nvGrpSpPr>
            <p:grpSpPr>
              <a:xfrm>
                <a:off x="4107453" y="3271583"/>
                <a:ext cx="153470" cy="110275"/>
                <a:chOff x="4107453" y="3271583"/>
                <a:chExt cx="153470" cy="110275"/>
              </a:xfrm>
            </p:grpSpPr>
            <p:sp>
              <p:nvSpPr>
                <p:cNvPr id="5649" name="Google Shape;5649;p118"/>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118"/>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118"/>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118"/>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3" name="Google Shape;5653;p118"/>
              <p:cNvGrpSpPr/>
              <p:nvPr/>
            </p:nvGrpSpPr>
            <p:grpSpPr>
              <a:xfrm>
                <a:off x="4136947" y="3258865"/>
                <a:ext cx="31499" cy="27001"/>
                <a:chOff x="4136947" y="3258865"/>
                <a:chExt cx="31499" cy="27001"/>
              </a:xfrm>
            </p:grpSpPr>
            <p:sp>
              <p:nvSpPr>
                <p:cNvPr id="5654" name="Google Shape;5654;p118"/>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118"/>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6" name="Google Shape;5656;p118"/>
              <p:cNvGrpSpPr/>
              <p:nvPr/>
            </p:nvGrpSpPr>
            <p:grpSpPr>
              <a:xfrm>
                <a:off x="4084715" y="3266478"/>
                <a:ext cx="31468" cy="26898"/>
                <a:chOff x="4084715" y="3266478"/>
                <a:chExt cx="31468" cy="26898"/>
              </a:xfrm>
            </p:grpSpPr>
            <p:sp>
              <p:nvSpPr>
                <p:cNvPr id="5657" name="Google Shape;5657;p118"/>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118"/>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9" name="Google Shape;5659;p118"/>
              <p:cNvGrpSpPr/>
              <p:nvPr/>
            </p:nvGrpSpPr>
            <p:grpSpPr>
              <a:xfrm>
                <a:off x="4159213" y="3279849"/>
                <a:ext cx="31405" cy="26945"/>
                <a:chOff x="4159213" y="3279849"/>
                <a:chExt cx="31405" cy="26945"/>
              </a:xfrm>
            </p:grpSpPr>
            <p:sp>
              <p:nvSpPr>
                <p:cNvPr id="5660" name="Google Shape;5660;p118"/>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118"/>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2" name="Google Shape;5662;p118"/>
              <p:cNvGrpSpPr/>
              <p:nvPr/>
            </p:nvGrpSpPr>
            <p:grpSpPr>
              <a:xfrm>
                <a:off x="4201550" y="3266502"/>
                <a:ext cx="31405" cy="26883"/>
                <a:chOff x="4201550" y="3266502"/>
                <a:chExt cx="31405" cy="26883"/>
              </a:xfrm>
            </p:grpSpPr>
            <p:sp>
              <p:nvSpPr>
                <p:cNvPr id="5663" name="Google Shape;5663;p118"/>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118"/>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5" name="Google Shape;5665;p118"/>
              <p:cNvGrpSpPr/>
              <p:nvPr/>
            </p:nvGrpSpPr>
            <p:grpSpPr>
              <a:xfrm>
                <a:off x="4201550" y="3338278"/>
                <a:ext cx="31405" cy="26930"/>
                <a:chOff x="4201550" y="3338278"/>
                <a:chExt cx="31405" cy="26930"/>
              </a:xfrm>
            </p:grpSpPr>
            <p:sp>
              <p:nvSpPr>
                <p:cNvPr id="5666" name="Google Shape;5666;p118"/>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118"/>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8" name="Google Shape;5668;p118"/>
              <p:cNvGrpSpPr/>
              <p:nvPr/>
            </p:nvGrpSpPr>
            <p:grpSpPr>
              <a:xfrm>
                <a:off x="4238272" y="3369132"/>
                <a:ext cx="31405" cy="27001"/>
                <a:chOff x="4238272" y="3369132"/>
                <a:chExt cx="31405" cy="27001"/>
              </a:xfrm>
            </p:grpSpPr>
            <p:sp>
              <p:nvSpPr>
                <p:cNvPr id="5669" name="Google Shape;5669;p118"/>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118"/>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71" name="Google Shape;5671;p118"/>
            <p:cNvGrpSpPr/>
            <p:nvPr/>
          </p:nvGrpSpPr>
          <p:grpSpPr>
            <a:xfrm>
              <a:off x="4068639" y="3200169"/>
              <a:ext cx="77643" cy="37272"/>
              <a:chOff x="4068639" y="3200169"/>
              <a:chExt cx="77643" cy="37272"/>
            </a:xfrm>
          </p:grpSpPr>
          <p:sp>
            <p:nvSpPr>
              <p:cNvPr id="5672" name="Google Shape;5672;p118"/>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73" name="Google Shape;5673;p118"/>
              <p:cNvGrpSpPr/>
              <p:nvPr/>
            </p:nvGrpSpPr>
            <p:grpSpPr>
              <a:xfrm>
                <a:off x="4114878" y="3200169"/>
                <a:ext cx="31405" cy="26993"/>
                <a:chOff x="4114878" y="3200169"/>
                <a:chExt cx="31405" cy="26993"/>
              </a:xfrm>
            </p:grpSpPr>
            <p:sp>
              <p:nvSpPr>
                <p:cNvPr id="5674" name="Google Shape;5674;p118"/>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118"/>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6" name="Google Shape;5676;p118"/>
              <p:cNvGrpSpPr/>
              <p:nvPr/>
            </p:nvGrpSpPr>
            <p:grpSpPr>
              <a:xfrm>
                <a:off x="4068639" y="3210535"/>
                <a:ext cx="31499" cy="26906"/>
                <a:chOff x="4068639" y="3210535"/>
                <a:chExt cx="31499" cy="26906"/>
              </a:xfrm>
            </p:grpSpPr>
            <p:sp>
              <p:nvSpPr>
                <p:cNvPr id="5677" name="Google Shape;5677;p118"/>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118"/>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79" name="Google Shape;5679;p118"/>
            <p:cNvGrpSpPr/>
            <p:nvPr/>
          </p:nvGrpSpPr>
          <p:grpSpPr>
            <a:xfrm>
              <a:off x="3869702" y="3066935"/>
              <a:ext cx="382664" cy="190294"/>
              <a:chOff x="3869702" y="3066935"/>
              <a:chExt cx="382664" cy="190294"/>
            </a:xfrm>
          </p:grpSpPr>
          <p:grpSp>
            <p:nvGrpSpPr>
              <p:cNvPr id="5680" name="Google Shape;5680;p118"/>
              <p:cNvGrpSpPr/>
              <p:nvPr/>
            </p:nvGrpSpPr>
            <p:grpSpPr>
              <a:xfrm>
                <a:off x="3888633" y="3082351"/>
                <a:ext cx="351172" cy="160698"/>
                <a:chOff x="3888633" y="3082351"/>
                <a:chExt cx="351172" cy="160698"/>
              </a:xfrm>
            </p:grpSpPr>
            <p:sp>
              <p:nvSpPr>
                <p:cNvPr id="5681" name="Google Shape;5681;p118"/>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118"/>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118"/>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118"/>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118"/>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118"/>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7" name="Google Shape;5687;p118"/>
              <p:cNvGrpSpPr/>
              <p:nvPr/>
            </p:nvGrpSpPr>
            <p:grpSpPr>
              <a:xfrm>
                <a:off x="4143703" y="3066935"/>
                <a:ext cx="37783" cy="32357"/>
                <a:chOff x="4143703" y="3066935"/>
                <a:chExt cx="37783" cy="32357"/>
              </a:xfrm>
            </p:grpSpPr>
            <p:sp>
              <p:nvSpPr>
                <p:cNvPr id="5688" name="Google Shape;5688;p118"/>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118"/>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0" name="Google Shape;5690;p118"/>
              <p:cNvGrpSpPr/>
              <p:nvPr/>
            </p:nvGrpSpPr>
            <p:grpSpPr>
              <a:xfrm>
                <a:off x="4044565" y="3103563"/>
                <a:ext cx="37783" cy="32451"/>
                <a:chOff x="4044565" y="3103563"/>
                <a:chExt cx="37783" cy="32451"/>
              </a:xfrm>
            </p:grpSpPr>
            <p:sp>
              <p:nvSpPr>
                <p:cNvPr id="5691" name="Google Shape;5691;p118"/>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118"/>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3" name="Google Shape;5693;p118"/>
              <p:cNvGrpSpPr/>
              <p:nvPr/>
            </p:nvGrpSpPr>
            <p:grpSpPr>
              <a:xfrm>
                <a:off x="4017454" y="3188237"/>
                <a:ext cx="37776" cy="32357"/>
                <a:chOff x="4017454" y="3188237"/>
                <a:chExt cx="37776" cy="32357"/>
              </a:xfrm>
            </p:grpSpPr>
            <p:sp>
              <p:nvSpPr>
                <p:cNvPr id="5694" name="Google Shape;5694;p118"/>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118"/>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6" name="Google Shape;5696;p118"/>
              <p:cNvGrpSpPr/>
              <p:nvPr/>
            </p:nvGrpSpPr>
            <p:grpSpPr>
              <a:xfrm>
                <a:off x="3921548" y="3157509"/>
                <a:ext cx="37783" cy="32357"/>
                <a:chOff x="3921548" y="3157509"/>
                <a:chExt cx="37783" cy="32357"/>
              </a:xfrm>
            </p:grpSpPr>
            <p:sp>
              <p:nvSpPr>
                <p:cNvPr id="5697" name="Google Shape;5697;p118"/>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118"/>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9" name="Google Shape;5699;p118"/>
              <p:cNvGrpSpPr/>
              <p:nvPr/>
            </p:nvGrpSpPr>
            <p:grpSpPr>
              <a:xfrm>
                <a:off x="3939056" y="3211620"/>
                <a:ext cx="37783" cy="32380"/>
                <a:chOff x="3939056" y="3211620"/>
                <a:chExt cx="37783" cy="32380"/>
              </a:xfrm>
            </p:grpSpPr>
            <p:sp>
              <p:nvSpPr>
                <p:cNvPr id="5700" name="Google Shape;5700;p118"/>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118"/>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2" name="Google Shape;5702;p118"/>
              <p:cNvGrpSpPr/>
              <p:nvPr/>
            </p:nvGrpSpPr>
            <p:grpSpPr>
              <a:xfrm>
                <a:off x="4176240" y="3136965"/>
                <a:ext cx="31405" cy="26930"/>
                <a:chOff x="4176240" y="3136965"/>
                <a:chExt cx="31405" cy="26930"/>
              </a:xfrm>
            </p:grpSpPr>
            <p:sp>
              <p:nvSpPr>
                <p:cNvPr id="5703" name="Google Shape;5703;p118"/>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118"/>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5" name="Google Shape;5705;p118"/>
              <p:cNvGrpSpPr/>
              <p:nvPr/>
            </p:nvGrpSpPr>
            <p:grpSpPr>
              <a:xfrm>
                <a:off x="4133148" y="3152593"/>
                <a:ext cx="31499" cy="27001"/>
                <a:chOff x="4133148" y="3152593"/>
                <a:chExt cx="31499" cy="27001"/>
              </a:xfrm>
            </p:grpSpPr>
            <p:sp>
              <p:nvSpPr>
                <p:cNvPr id="5706" name="Google Shape;5706;p118"/>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118"/>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8" name="Google Shape;5708;p118"/>
              <p:cNvGrpSpPr/>
              <p:nvPr/>
            </p:nvGrpSpPr>
            <p:grpSpPr>
              <a:xfrm>
                <a:off x="4220866" y="3073534"/>
                <a:ext cx="31499" cy="26898"/>
                <a:chOff x="4220866" y="3073534"/>
                <a:chExt cx="31499" cy="26898"/>
              </a:xfrm>
            </p:grpSpPr>
            <p:sp>
              <p:nvSpPr>
                <p:cNvPr id="5709" name="Google Shape;5709;p118"/>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118"/>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1" name="Google Shape;5711;p118"/>
              <p:cNvGrpSpPr/>
              <p:nvPr/>
            </p:nvGrpSpPr>
            <p:grpSpPr>
              <a:xfrm>
                <a:off x="3869702" y="3230323"/>
                <a:ext cx="31499" cy="26906"/>
                <a:chOff x="3869702" y="3230323"/>
                <a:chExt cx="31499" cy="26906"/>
              </a:xfrm>
            </p:grpSpPr>
            <p:sp>
              <p:nvSpPr>
                <p:cNvPr id="5712" name="Google Shape;5712;p118"/>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118"/>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14" name="Google Shape;5714;p118"/>
            <p:cNvGrpSpPr/>
            <p:nvPr/>
          </p:nvGrpSpPr>
          <p:grpSpPr>
            <a:xfrm>
              <a:off x="4271383" y="3065882"/>
              <a:ext cx="304556" cy="341663"/>
              <a:chOff x="4271383" y="3065882"/>
              <a:chExt cx="304556" cy="341663"/>
            </a:xfrm>
          </p:grpSpPr>
          <p:grpSp>
            <p:nvGrpSpPr>
              <p:cNvPr id="5715" name="Google Shape;5715;p118"/>
              <p:cNvGrpSpPr/>
              <p:nvPr/>
            </p:nvGrpSpPr>
            <p:grpSpPr>
              <a:xfrm>
                <a:off x="4293838" y="3078639"/>
                <a:ext cx="269353" cy="311973"/>
                <a:chOff x="4293838" y="3078639"/>
                <a:chExt cx="269353" cy="311973"/>
              </a:xfrm>
            </p:grpSpPr>
            <p:sp>
              <p:nvSpPr>
                <p:cNvPr id="5716" name="Google Shape;5716;p118"/>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118"/>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118"/>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118"/>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118"/>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118"/>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118"/>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118"/>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118"/>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118"/>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118"/>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118"/>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118"/>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118"/>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118"/>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118"/>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118"/>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3" name="Google Shape;5733;p118"/>
              <p:cNvGrpSpPr/>
              <p:nvPr/>
            </p:nvGrpSpPr>
            <p:grpSpPr>
              <a:xfrm>
                <a:off x="4538164" y="3342061"/>
                <a:ext cx="37776" cy="32380"/>
                <a:chOff x="4538164" y="3342061"/>
                <a:chExt cx="37776" cy="32380"/>
              </a:xfrm>
            </p:grpSpPr>
            <p:sp>
              <p:nvSpPr>
                <p:cNvPr id="5734" name="Google Shape;5734;p118"/>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118"/>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6" name="Google Shape;5736;p118"/>
              <p:cNvGrpSpPr/>
              <p:nvPr/>
            </p:nvGrpSpPr>
            <p:grpSpPr>
              <a:xfrm>
                <a:off x="4271383" y="3194742"/>
                <a:ext cx="37783" cy="32420"/>
                <a:chOff x="4271383" y="3194742"/>
                <a:chExt cx="37783" cy="32420"/>
              </a:xfrm>
            </p:grpSpPr>
            <p:sp>
              <p:nvSpPr>
                <p:cNvPr id="5737" name="Google Shape;5737;p118"/>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118"/>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9" name="Google Shape;5739;p118"/>
              <p:cNvGrpSpPr/>
              <p:nvPr/>
            </p:nvGrpSpPr>
            <p:grpSpPr>
              <a:xfrm>
                <a:off x="4284416" y="3084058"/>
                <a:ext cx="37783" cy="32357"/>
                <a:chOff x="4284416" y="3084058"/>
                <a:chExt cx="37783" cy="32357"/>
              </a:xfrm>
            </p:grpSpPr>
            <p:sp>
              <p:nvSpPr>
                <p:cNvPr id="5740" name="Google Shape;5740;p118"/>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118"/>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2" name="Google Shape;5742;p118"/>
              <p:cNvGrpSpPr/>
              <p:nvPr/>
            </p:nvGrpSpPr>
            <p:grpSpPr>
              <a:xfrm>
                <a:off x="4478697" y="3297561"/>
                <a:ext cx="37776" cy="32451"/>
                <a:chOff x="4478697" y="3297561"/>
                <a:chExt cx="37776" cy="32451"/>
              </a:xfrm>
            </p:grpSpPr>
            <p:sp>
              <p:nvSpPr>
                <p:cNvPr id="5743" name="Google Shape;5743;p118"/>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118"/>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5" name="Google Shape;5745;p118"/>
              <p:cNvGrpSpPr/>
              <p:nvPr/>
            </p:nvGrpSpPr>
            <p:grpSpPr>
              <a:xfrm>
                <a:off x="4411813" y="3331711"/>
                <a:ext cx="37776" cy="32451"/>
                <a:chOff x="4411813" y="3331711"/>
                <a:chExt cx="37776" cy="32451"/>
              </a:xfrm>
            </p:grpSpPr>
            <p:sp>
              <p:nvSpPr>
                <p:cNvPr id="5746" name="Google Shape;5746;p118"/>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118"/>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8" name="Google Shape;5748;p118"/>
              <p:cNvGrpSpPr/>
              <p:nvPr/>
            </p:nvGrpSpPr>
            <p:grpSpPr>
              <a:xfrm>
                <a:off x="4337984" y="3375188"/>
                <a:ext cx="37776" cy="32357"/>
                <a:chOff x="4337984" y="3375188"/>
                <a:chExt cx="37776" cy="32357"/>
              </a:xfrm>
            </p:grpSpPr>
            <p:sp>
              <p:nvSpPr>
                <p:cNvPr id="5749" name="Google Shape;5749;p118"/>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118"/>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1" name="Google Shape;5751;p118"/>
              <p:cNvGrpSpPr/>
              <p:nvPr/>
            </p:nvGrpSpPr>
            <p:grpSpPr>
              <a:xfrm>
                <a:off x="4494867" y="3090530"/>
                <a:ext cx="37878" cy="32451"/>
                <a:chOff x="4494867" y="3090530"/>
                <a:chExt cx="37878" cy="32451"/>
              </a:xfrm>
            </p:grpSpPr>
            <p:sp>
              <p:nvSpPr>
                <p:cNvPr id="5752" name="Google Shape;5752;p118"/>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118"/>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4" name="Google Shape;5754;p118"/>
              <p:cNvGrpSpPr/>
              <p:nvPr/>
            </p:nvGrpSpPr>
            <p:grpSpPr>
              <a:xfrm>
                <a:off x="4525124" y="3207774"/>
                <a:ext cx="37783" cy="32420"/>
                <a:chOff x="4525124" y="3207774"/>
                <a:chExt cx="37783" cy="32420"/>
              </a:xfrm>
            </p:grpSpPr>
            <p:sp>
              <p:nvSpPr>
                <p:cNvPr id="5755" name="Google Shape;5755;p118"/>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118"/>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7" name="Google Shape;5757;p118"/>
              <p:cNvGrpSpPr/>
              <p:nvPr/>
            </p:nvGrpSpPr>
            <p:grpSpPr>
              <a:xfrm>
                <a:off x="4440544" y="3176479"/>
                <a:ext cx="31499" cy="26898"/>
                <a:chOff x="4440544" y="3176479"/>
                <a:chExt cx="31499" cy="26898"/>
              </a:xfrm>
            </p:grpSpPr>
            <p:sp>
              <p:nvSpPr>
                <p:cNvPr id="5758" name="Google Shape;5758;p118"/>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118"/>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0" name="Google Shape;5760;p118"/>
              <p:cNvGrpSpPr/>
              <p:nvPr/>
            </p:nvGrpSpPr>
            <p:grpSpPr>
              <a:xfrm>
                <a:off x="4350545" y="3156400"/>
                <a:ext cx="31405" cy="27001"/>
                <a:chOff x="4350545" y="3156400"/>
                <a:chExt cx="31405" cy="27001"/>
              </a:xfrm>
            </p:grpSpPr>
            <p:sp>
              <p:nvSpPr>
                <p:cNvPr id="5761" name="Google Shape;5761;p118"/>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118"/>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3" name="Google Shape;5763;p118"/>
              <p:cNvGrpSpPr/>
              <p:nvPr/>
            </p:nvGrpSpPr>
            <p:grpSpPr>
              <a:xfrm>
                <a:off x="4376703" y="3255058"/>
                <a:ext cx="31405" cy="27001"/>
                <a:chOff x="4376703" y="3255058"/>
                <a:chExt cx="31405" cy="27001"/>
              </a:xfrm>
            </p:grpSpPr>
            <p:sp>
              <p:nvSpPr>
                <p:cNvPr id="5764" name="Google Shape;5764;p118"/>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118"/>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6" name="Google Shape;5766;p118"/>
              <p:cNvGrpSpPr/>
              <p:nvPr/>
            </p:nvGrpSpPr>
            <p:grpSpPr>
              <a:xfrm>
                <a:off x="4331322" y="3283656"/>
                <a:ext cx="31405" cy="26945"/>
                <a:chOff x="4331322" y="3283656"/>
                <a:chExt cx="31405" cy="26945"/>
              </a:xfrm>
            </p:grpSpPr>
            <p:sp>
              <p:nvSpPr>
                <p:cNvPr id="5767" name="Google Shape;5767;p118"/>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118"/>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9" name="Google Shape;5769;p118"/>
              <p:cNvGrpSpPr/>
              <p:nvPr/>
            </p:nvGrpSpPr>
            <p:grpSpPr>
              <a:xfrm>
                <a:off x="4380510" y="3065882"/>
                <a:ext cx="31405" cy="26938"/>
                <a:chOff x="4380510" y="3065882"/>
                <a:chExt cx="31405" cy="26938"/>
              </a:xfrm>
            </p:grpSpPr>
            <p:sp>
              <p:nvSpPr>
                <p:cNvPr id="5770" name="Google Shape;5770;p118"/>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118"/>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72" name="Google Shape;5772;p118"/>
            <p:cNvGrpSpPr/>
            <p:nvPr/>
          </p:nvGrpSpPr>
          <p:grpSpPr>
            <a:xfrm>
              <a:off x="4558998" y="3188237"/>
              <a:ext cx="1280131" cy="1052746"/>
              <a:chOff x="4558998" y="3188237"/>
              <a:chExt cx="1280131" cy="1052746"/>
            </a:xfrm>
          </p:grpSpPr>
          <p:sp>
            <p:nvSpPr>
              <p:cNvPr id="5773" name="Google Shape;5773;p118"/>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74" name="Google Shape;5774;p118"/>
              <p:cNvGrpSpPr/>
              <p:nvPr/>
            </p:nvGrpSpPr>
            <p:grpSpPr>
              <a:xfrm>
                <a:off x="4579164" y="3203653"/>
                <a:ext cx="1244833" cy="1020397"/>
                <a:chOff x="4579164" y="3203653"/>
                <a:chExt cx="1244833" cy="1020397"/>
              </a:xfrm>
            </p:grpSpPr>
            <p:sp>
              <p:nvSpPr>
                <p:cNvPr id="5775" name="Google Shape;5775;p118"/>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118"/>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77" name="Google Shape;5777;p118"/>
                <p:cNvGrpSpPr/>
                <p:nvPr/>
              </p:nvGrpSpPr>
              <p:grpSpPr>
                <a:xfrm>
                  <a:off x="4579164" y="3203653"/>
                  <a:ext cx="1244833" cy="1020397"/>
                  <a:chOff x="4579164" y="3203653"/>
                  <a:chExt cx="1244833" cy="1020397"/>
                </a:xfrm>
              </p:grpSpPr>
              <p:sp>
                <p:nvSpPr>
                  <p:cNvPr id="5778" name="Google Shape;5778;p118"/>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118"/>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0" name="Google Shape;5780;p118"/>
                  <p:cNvGrpSpPr/>
                  <p:nvPr/>
                </p:nvGrpSpPr>
                <p:grpSpPr>
                  <a:xfrm>
                    <a:off x="4579164" y="3203653"/>
                    <a:ext cx="1244833" cy="1020397"/>
                    <a:chOff x="4579164" y="3203653"/>
                    <a:chExt cx="1244833" cy="1020397"/>
                  </a:xfrm>
                </p:grpSpPr>
                <p:sp>
                  <p:nvSpPr>
                    <p:cNvPr id="5781" name="Google Shape;5781;p118"/>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118"/>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118"/>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118"/>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118"/>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118"/>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118"/>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118"/>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9" name="Google Shape;5789;p118"/>
                    <p:cNvGrpSpPr/>
                    <p:nvPr/>
                  </p:nvGrpSpPr>
                  <p:grpSpPr>
                    <a:xfrm>
                      <a:off x="4579164" y="3203653"/>
                      <a:ext cx="1244833" cy="1020397"/>
                      <a:chOff x="4579164" y="3203653"/>
                      <a:chExt cx="1244833" cy="1020397"/>
                    </a:xfrm>
                  </p:grpSpPr>
                  <p:sp>
                    <p:nvSpPr>
                      <p:cNvPr id="5790" name="Google Shape;5790;p118"/>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118"/>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118"/>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118"/>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118"/>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118"/>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118"/>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118"/>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118"/>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118"/>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118"/>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118"/>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118"/>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118"/>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4" name="Google Shape;5804;p118"/>
                      <p:cNvGrpSpPr/>
                      <p:nvPr/>
                    </p:nvGrpSpPr>
                    <p:grpSpPr>
                      <a:xfrm>
                        <a:off x="4579164" y="3203653"/>
                        <a:ext cx="1244833" cy="1020397"/>
                        <a:chOff x="4579164" y="3203653"/>
                        <a:chExt cx="1244833" cy="1020397"/>
                      </a:xfrm>
                    </p:grpSpPr>
                    <p:sp>
                      <p:nvSpPr>
                        <p:cNvPr id="5805" name="Google Shape;5805;p118"/>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118"/>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118"/>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118"/>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118"/>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118"/>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118"/>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118"/>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118"/>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118"/>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118"/>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118"/>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118"/>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118"/>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118"/>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118"/>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118"/>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118"/>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118"/>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118"/>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118"/>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118"/>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118"/>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118"/>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29" name="Google Shape;5829;p118"/>
                        <p:cNvGrpSpPr/>
                        <p:nvPr/>
                      </p:nvGrpSpPr>
                      <p:grpSpPr>
                        <a:xfrm>
                          <a:off x="4579164" y="3203653"/>
                          <a:ext cx="1244833" cy="1020397"/>
                          <a:chOff x="4579164" y="3203653"/>
                          <a:chExt cx="1244833" cy="1020397"/>
                        </a:xfrm>
                      </p:grpSpPr>
                      <p:sp>
                        <p:nvSpPr>
                          <p:cNvPr id="5830" name="Google Shape;5830;p118"/>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31" name="Google Shape;5831;p118"/>
                          <p:cNvGrpSpPr/>
                          <p:nvPr/>
                        </p:nvGrpSpPr>
                        <p:grpSpPr>
                          <a:xfrm>
                            <a:off x="4579164" y="3203653"/>
                            <a:ext cx="1244833" cy="1020397"/>
                            <a:chOff x="4579164" y="3203653"/>
                            <a:chExt cx="1244833" cy="1020397"/>
                          </a:xfrm>
                        </p:grpSpPr>
                        <p:sp>
                          <p:nvSpPr>
                            <p:cNvPr id="5832" name="Google Shape;5832;p118"/>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118"/>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118"/>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118"/>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118"/>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118"/>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118"/>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39" name="Google Shape;5839;p118"/>
                            <p:cNvGrpSpPr/>
                            <p:nvPr/>
                          </p:nvGrpSpPr>
                          <p:grpSpPr>
                            <a:xfrm>
                              <a:off x="4579164" y="3203653"/>
                              <a:ext cx="1244833" cy="1020397"/>
                              <a:chOff x="4579164" y="3203653"/>
                              <a:chExt cx="1244833" cy="1020397"/>
                            </a:xfrm>
                          </p:grpSpPr>
                          <p:sp>
                            <p:nvSpPr>
                              <p:cNvPr id="5840" name="Google Shape;5840;p118"/>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118"/>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118"/>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118"/>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118"/>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118"/>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118"/>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118"/>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118"/>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118"/>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118"/>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118"/>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118"/>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53" name="Google Shape;5853;p118"/>
                              <p:cNvGrpSpPr/>
                              <p:nvPr/>
                            </p:nvGrpSpPr>
                            <p:grpSpPr>
                              <a:xfrm>
                                <a:off x="4579164" y="3203653"/>
                                <a:ext cx="1244833" cy="1020397"/>
                                <a:chOff x="4579164" y="3203653"/>
                                <a:chExt cx="1244833" cy="1020397"/>
                              </a:xfrm>
                            </p:grpSpPr>
                            <p:sp>
                              <p:nvSpPr>
                                <p:cNvPr id="5854" name="Google Shape;5854;p118"/>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118"/>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118"/>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118"/>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118"/>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118"/>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118"/>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61" name="Google Shape;5861;p118"/>
                                <p:cNvGrpSpPr/>
                                <p:nvPr/>
                              </p:nvGrpSpPr>
                              <p:grpSpPr>
                                <a:xfrm>
                                  <a:off x="4579164" y="3203653"/>
                                  <a:ext cx="1244833" cy="1020397"/>
                                  <a:chOff x="4579164" y="3203653"/>
                                  <a:chExt cx="1244833" cy="1020397"/>
                                </a:xfrm>
                              </p:grpSpPr>
                              <p:sp>
                                <p:nvSpPr>
                                  <p:cNvPr id="5862" name="Google Shape;5862;p118"/>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118"/>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118"/>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118"/>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118"/>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67" name="Google Shape;5867;p118"/>
                                  <p:cNvGrpSpPr/>
                                  <p:nvPr/>
                                </p:nvGrpSpPr>
                                <p:grpSpPr>
                                  <a:xfrm>
                                    <a:off x="4579164" y="3203653"/>
                                    <a:ext cx="1244833" cy="1020397"/>
                                    <a:chOff x="4579164" y="3203653"/>
                                    <a:chExt cx="1244833" cy="1020397"/>
                                  </a:xfrm>
                                </p:grpSpPr>
                                <p:sp>
                                  <p:nvSpPr>
                                    <p:cNvPr id="5868" name="Google Shape;5868;p118"/>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118"/>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118"/>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118"/>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872" name="Google Shape;5872;p118"/>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118"/>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118"/>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875" name="Google Shape;5875;p118"/>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876" name="Google Shape;5876;p118"/>
              <p:cNvGrpSpPr/>
              <p:nvPr/>
            </p:nvGrpSpPr>
            <p:grpSpPr>
              <a:xfrm>
                <a:off x="4595437" y="3598775"/>
                <a:ext cx="37776" cy="32451"/>
                <a:chOff x="4595437" y="3598775"/>
                <a:chExt cx="37776" cy="32451"/>
              </a:xfrm>
            </p:grpSpPr>
            <p:sp>
              <p:nvSpPr>
                <p:cNvPr id="5877" name="Google Shape;5877;p118"/>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118"/>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9" name="Google Shape;5879;p118"/>
              <p:cNvGrpSpPr/>
              <p:nvPr/>
            </p:nvGrpSpPr>
            <p:grpSpPr>
              <a:xfrm>
                <a:off x="4641864" y="3524443"/>
                <a:ext cx="37776" cy="32380"/>
                <a:chOff x="4641864" y="3524443"/>
                <a:chExt cx="37776" cy="32380"/>
              </a:xfrm>
            </p:grpSpPr>
            <p:sp>
              <p:nvSpPr>
                <p:cNvPr id="5880" name="Google Shape;5880;p118"/>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118"/>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2" name="Google Shape;5882;p118"/>
              <p:cNvGrpSpPr/>
              <p:nvPr/>
            </p:nvGrpSpPr>
            <p:grpSpPr>
              <a:xfrm>
                <a:off x="4648431" y="3893901"/>
                <a:ext cx="37776" cy="32357"/>
                <a:chOff x="4648431" y="3893901"/>
                <a:chExt cx="37776" cy="32357"/>
              </a:xfrm>
            </p:grpSpPr>
            <p:sp>
              <p:nvSpPr>
                <p:cNvPr id="5883" name="Google Shape;5883;p118"/>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118"/>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5" name="Google Shape;5885;p118"/>
              <p:cNvGrpSpPr/>
              <p:nvPr/>
            </p:nvGrpSpPr>
            <p:grpSpPr>
              <a:xfrm>
                <a:off x="4567752" y="3722908"/>
                <a:ext cx="37870" cy="32380"/>
                <a:chOff x="4567752" y="3722908"/>
                <a:chExt cx="37870" cy="32380"/>
              </a:xfrm>
            </p:grpSpPr>
            <p:sp>
              <p:nvSpPr>
                <p:cNvPr id="5886" name="Google Shape;5886;p118"/>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118"/>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8" name="Google Shape;5888;p118"/>
              <p:cNvGrpSpPr/>
              <p:nvPr/>
            </p:nvGrpSpPr>
            <p:grpSpPr>
              <a:xfrm>
                <a:off x="4617506" y="3652052"/>
                <a:ext cx="37783" cy="32357"/>
                <a:chOff x="4617506" y="3652052"/>
                <a:chExt cx="37783" cy="32357"/>
              </a:xfrm>
            </p:grpSpPr>
            <p:sp>
              <p:nvSpPr>
                <p:cNvPr id="5889" name="Google Shape;5889;p118"/>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118"/>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1" name="Google Shape;5891;p118"/>
              <p:cNvGrpSpPr/>
              <p:nvPr/>
            </p:nvGrpSpPr>
            <p:grpSpPr>
              <a:xfrm>
                <a:off x="4739005" y="3554149"/>
                <a:ext cx="37870" cy="32357"/>
                <a:chOff x="4739005" y="3554149"/>
                <a:chExt cx="37870" cy="32357"/>
              </a:xfrm>
            </p:grpSpPr>
            <p:sp>
              <p:nvSpPr>
                <p:cNvPr id="5892" name="Google Shape;5892;p118"/>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118"/>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4" name="Google Shape;5894;p118"/>
              <p:cNvGrpSpPr/>
              <p:nvPr/>
            </p:nvGrpSpPr>
            <p:grpSpPr>
              <a:xfrm>
                <a:off x="4806557" y="3630258"/>
                <a:ext cx="37776" cy="32364"/>
                <a:chOff x="4806557" y="3630258"/>
                <a:chExt cx="37776" cy="32364"/>
              </a:xfrm>
            </p:grpSpPr>
            <p:sp>
              <p:nvSpPr>
                <p:cNvPr id="5895" name="Google Shape;5895;p118"/>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118"/>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7" name="Google Shape;5897;p118"/>
              <p:cNvGrpSpPr/>
              <p:nvPr/>
            </p:nvGrpSpPr>
            <p:grpSpPr>
              <a:xfrm>
                <a:off x="4737007" y="4004357"/>
                <a:ext cx="37870" cy="32357"/>
                <a:chOff x="4737007" y="4004357"/>
                <a:chExt cx="37870" cy="32357"/>
              </a:xfrm>
            </p:grpSpPr>
            <p:sp>
              <p:nvSpPr>
                <p:cNvPr id="5898" name="Google Shape;5898;p118"/>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118"/>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0" name="Google Shape;5900;p118"/>
              <p:cNvGrpSpPr/>
              <p:nvPr/>
            </p:nvGrpSpPr>
            <p:grpSpPr>
              <a:xfrm>
                <a:off x="4773634" y="4208627"/>
                <a:ext cx="37776" cy="32357"/>
                <a:chOff x="4773634" y="4208627"/>
                <a:chExt cx="37776" cy="32357"/>
              </a:xfrm>
            </p:grpSpPr>
            <p:sp>
              <p:nvSpPr>
                <p:cNvPr id="5901" name="Google Shape;5901;p118"/>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118"/>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3" name="Google Shape;5903;p118"/>
              <p:cNvGrpSpPr/>
              <p:nvPr/>
            </p:nvGrpSpPr>
            <p:grpSpPr>
              <a:xfrm>
                <a:off x="4888282" y="4074764"/>
                <a:ext cx="37776" cy="32451"/>
                <a:chOff x="4888282" y="4074764"/>
                <a:chExt cx="37776" cy="32451"/>
              </a:xfrm>
            </p:grpSpPr>
            <p:sp>
              <p:nvSpPr>
                <p:cNvPr id="5904" name="Google Shape;5904;p118"/>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118"/>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6" name="Google Shape;5906;p118"/>
              <p:cNvGrpSpPr/>
              <p:nvPr/>
            </p:nvGrpSpPr>
            <p:grpSpPr>
              <a:xfrm>
                <a:off x="4901315" y="3804271"/>
                <a:ext cx="37776" cy="32364"/>
                <a:chOff x="4901315" y="3804271"/>
                <a:chExt cx="37776" cy="32364"/>
              </a:xfrm>
            </p:grpSpPr>
            <p:sp>
              <p:nvSpPr>
                <p:cNvPr id="5907" name="Google Shape;5907;p118"/>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118"/>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9" name="Google Shape;5909;p118"/>
              <p:cNvGrpSpPr/>
              <p:nvPr/>
            </p:nvGrpSpPr>
            <p:grpSpPr>
              <a:xfrm>
                <a:off x="4866394" y="3715035"/>
                <a:ext cx="37846" cy="32357"/>
                <a:chOff x="4866394" y="3715035"/>
                <a:chExt cx="37846" cy="32357"/>
              </a:xfrm>
            </p:grpSpPr>
            <p:sp>
              <p:nvSpPr>
                <p:cNvPr id="5910" name="Google Shape;5910;p118"/>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118"/>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2" name="Google Shape;5912;p118"/>
              <p:cNvGrpSpPr/>
              <p:nvPr/>
            </p:nvGrpSpPr>
            <p:grpSpPr>
              <a:xfrm>
                <a:off x="4979233" y="3839798"/>
                <a:ext cx="37878" cy="32420"/>
                <a:chOff x="4979233" y="3839798"/>
                <a:chExt cx="37878" cy="32420"/>
              </a:xfrm>
            </p:grpSpPr>
            <p:sp>
              <p:nvSpPr>
                <p:cNvPr id="5913" name="Google Shape;5913;p118"/>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118"/>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5" name="Google Shape;5915;p118"/>
              <p:cNvGrpSpPr/>
              <p:nvPr/>
            </p:nvGrpSpPr>
            <p:grpSpPr>
              <a:xfrm>
                <a:off x="4790662" y="3679147"/>
                <a:ext cx="37783" cy="32380"/>
                <a:chOff x="4790662" y="3679147"/>
                <a:chExt cx="37783" cy="32380"/>
              </a:xfrm>
            </p:grpSpPr>
            <p:sp>
              <p:nvSpPr>
                <p:cNvPr id="5916" name="Google Shape;5916;p118"/>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118"/>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8" name="Google Shape;5918;p118"/>
              <p:cNvGrpSpPr/>
              <p:nvPr/>
            </p:nvGrpSpPr>
            <p:grpSpPr>
              <a:xfrm>
                <a:off x="4857263" y="3557861"/>
                <a:ext cx="37776" cy="32357"/>
                <a:chOff x="4857263" y="3557861"/>
                <a:chExt cx="37776" cy="32357"/>
              </a:xfrm>
            </p:grpSpPr>
            <p:sp>
              <p:nvSpPr>
                <p:cNvPr id="5919" name="Google Shape;5919;p118"/>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118"/>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1" name="Google Shape;5921;p118"/>
              <p:cNvGrpSpPr/>
              <p:nvPr/>
            </p:nvGrpSpPr>
            <p:grpSpPr>
              <a:xfrm>
                <a:off x="4883902" y="3648033"/>
                <a:ext cx="37783" cy="32380"/>
                <a:chOff x="4883902" y="3648033"/>
                <a:chExt cx="37783" cy="32380"/>
              </a:xfrm>
            </p:grpSpPr>
            <p:sp>
              <p:nvSpPr>
                <p:cNvPr id="5922" name="Google Shape;5922;p118"/>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118"/>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4" name="Google Shape;5924;p118"/>
              <p:cNvGrpSpPr/>
              <p:nvPr/>
            </p:nvGrpSpPr>
            <p:grpSpPr>
              <a:xfrm>
                <a:off x="4907780" y="3347220"/>
                <a:ext cx="37878" cy="32357"/>
                <a:chOff x="4907780" y="3347220"/>
                <a:chExt cx="37878" cy="32357"/>
              </a:xfrm>
            </p:grpSpPr>
            <p:sp>
              <p:nvSpPr>
                <p:cNvPr id="5925" name="Google Shape;5925;p118"/>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118"/>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7" name="Google Shape;5927;p118"/>
              <p:cNvGrpSpPr/>
              <p:nvPr/>
            </p:nvGrpSpPr>
            <p:grpSpPr>
              <a:xfrm>
                <a:off x="5065048" y="3738150"/>
                <a:ext cx="37783" cy="32364"/>
                <a:chOff x="5065048" y="3738150"/>
                <a:chExt cx="37783" cy="32364"/>
              </a:xfrm>
            </p:grpSpPr>
            <p:sp>
              <p:nvSpPr>
                <p:cNvPr id="5928" name="Google Shape;5928;p118"/>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118"/>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0" name="Google Shape;5930;p118"/>
              <p:cNvGrpSpPr/>
              <p:nvPr/>
            </p:nvGrpSpPr>
            <p:grpSpPr>
              <a:xfrm>
                <a:off x="5071616" y="3284615"/>
                <a:ext cx="37783" cy="32357"/>
                <a:chOff x="5071616" y="3284615"/>
                <a:chExt cx="37783" cy="32357"/>
              </a:xfrm>
            </p:grpSpPr>
            <p:sp>
              <p:nvSpPr>
                <p:cNvPr id="5931" name="Google Shape;5931;p118"/>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118"/>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3" name="Google Shape;5933;p118"/>
              <p:cNvGrpSpPr/>
              <p:nvPr/>
            </p:nvGrpSpPr>
            <p:grpSpPr>
              <a:xfrm>
                <a:off x="5389291" y="3759921"/>
                <a:ext cx="37783" cy="32380"/>
                <a:chOff x="5389291" y="3759921"/>
                <a:chExt cx="37783" cy="32380"/>
              </a:xfrm>
            </p:grpSpPr>
            <p:sp>
              <p:nvSpPr>
                <p:cNvPr id="5934" name="Google Shape;5934;p118"/>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118"/>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6" name="Google Shape;5936;p118"/>
              <p:cNvGrpSpPr/>
              <p:nvPr/>
            </p:nvGrpSpPr>
            <p:grpSpPr>
              <a:xfrm>
                <a:off x="5431534" y="3632932"/>
                <a:ext cx="37878" cy="32451"/>
                <a:chOff x="5431534" y="3632932"/>
                <a:chExt cx="37878" cy="32451"/>
              </a:xfrm>
            </p:grpSpPr>
            <p:sp>
              <p:nvSpPr>
                <p:cNvPr id="5937" name="Google Shape;5937;p118"/>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118"/>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9" name="Google Shape;5939;p118"/>
              <p:cNvGrpSpPr/>
              <p:nvPr/>
            </p:nvGrpSpPr>
            <p:grpSpPr>
              <a:xfrm>
                <a:off x="5540755" y="3544829"/>
                <a:ext cx="37783" cy="32357"/>
                <a:chOff x="5540755" y="3544829"/>
                <a:chExt cx="37783" cy="32357"/>
              </a:xfrm>
            </p:grpSpPr>
            <p:sp>
              <p:nvSpPr>
                <p:cNvPr id="5940" name="Google Shape;5940;p118"/>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118"/>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2" name="Google Shape;5942;p118"/>
              <p:cNvGrpSpPr/>
              <p:nvPr/>
            </p:nvGrpSpPr>
            <p:grpSpPr>
              <a:xfrm>
                <a:off x="5579293" y="3412107"/>
                <a:ext cx="37776" cy="32357"/>
                <a:chOff x="5579293" y="3412107"/>
                <a:chExt cx="37776" cy="32357"/>
              </a:xfrm>
            </p:grpSpPr>
            <p:sp>
              <p:nvSpPr>
                <p:cNvPr id="5943" name="Google Shape;5943;p118"/>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118"/>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5" name="Google Shape;5945;p118"/>
              <p:cNvGrpSpPr/>
              <p:nvPr/>
            </p:nvGrpSpPr>
            <p:grpSpPr>
              <a:xfrm>
                <a:off x="5801346" y="3284615"/>
                <a:ext cx="37783" cy="32357"/>
                <a:chOff x="5801346" y="3284615"/>
                <a:chExt cx="37783" cy="32357"/>
              </a:xfrm>
            </p:grpSpPr>
            <p:sp>
              <p:nvSpPr>
                <p:cNvPr id="5946" name="Google Shape;5946;p118"/>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118"/>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8" name="Google Shape;5948;p118"/>
              <p:cNvGrpSpPr/>
              <p:nvPr/>
            </p:nvGrpSpPr>
            <p:grpSpPr>
              <a:xfrm>
                <a:off x="5763578" y="3399067"/>
                <a:ext cx="37776" cy="32364"/>
                <a:chOff x="5763578" y="3399067"/>
                <a:chExt cx="37776" cy="32364"/>
              </a:xfrm>
            </p:grpSpPr>
            <p:sp>
              <p:nvSpPr>
                <p:cNvPr id="5949" name="Google Shape;5949;p118"/>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118"/>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1" name="Google Shape;5951;p118"/>
              <p:cNvGrpSpPr/>
              <p:nvPr/>
            </p:nvGrpSpPr>
            <p:grpSpPr>
              <a:xfrm>
                <a:off x="5395858" y="3230952"/>
                <a:ext cx="37776" cy="32364"/>
                <a:chOff x="5395858" y="3230952"/>
                <a:chExt cx="37776" cy="32364"/>
              </a:xfrm>
            </p:grpSpPr>
            <p:sp>
              <p:nvSpPr>
                <p:cNvPr id="5952" name="Google Shape;5952;p118"/>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118"/>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4" name="Google Shape;5954;p118"/>
              <p:cNvGrpSpPr/>
              <p:nvPr/>
            </p:nvGrpSpPr>
            <p:grpSpPr>
              <a:xfrm>
                <a:off x="5264088" y="3188237"/>
                <a:ext cx="37776" cy="32357"/>
                <a:chOff x="5264088" y="3188237"/>
                <a:chExt cx="37776" cy="32357"/>
              </a:xfrm>
            </p:grpSpPr>
            <p:sp>
              <p:nvSpPr>
                <p:cNvPr id="5955" name="Google Shape;5955;p118"/>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118"/>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7" name="Google Shape;5957;p118"/>
              <p:cNvGrpSpPr/>
              <p:nvPr/>
            </p:nvGrpSpPr>
            <p:grpSpPr>
              <a:xfrm>
                <a:off x="5585758" y="3237425"/>
                <a:ext cx="37878" cy="32357"/>
                <a:chOff x="5585758" y="3237425"/>
                <a:chExt cx="37878" cy="32357"/>
              </a:xfrm>
            </p:grpSpPr>
            <p:sp>
              <p:nvSpPr>
                <p:cNvPr id="5958" name="Google Shape;5958;p118"/>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118"/>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0" name="Google Shape;5960;p118"/>
              <p:cNvGrpSpPr/>
              <p:nvPr/>
            </p:nvGrpSpPr>
            <p:grpSpPr>
              <a:xfrm>
                <a:off x="4874196" y="3291088"/>
                <a:ext cx="37878" cy="32451"/>
                <a:chOff x="4874196" y="3291088"/>
                <a:chExt cx="37878" cy="32451"/>
              </a:xfrm>
            </p:grpSpPr>
            <p:sp>
              <p:nvSpPr>
                <p:cNvPr id="5961" name="Google Shape;5961;p118"/>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118"/>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3" name="Google Shape;5963;p118"/>
              <p:cNvGrpSpPr/>
              <p:nvPr/>
            </p:nvGrpSpPr>
            <p:grpSpPr>
              <a:xfrm>
                <a:off x="5197770" y="3785466"/>
                <a:ext cx="37783" cy="32427"/>
                <a:chOff x="5197770" y="3785466"/>
                <a:chExt cx="37783" cy="32427"/>
              </a:xfrm>
            </p:grpSpPr>
            <p:sp>
              <p:nvSpPr>
                <p:cNvPr id="5964" name="Google Shape;5964;p118"/>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118"/>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6" name="Google Shape;5966;p118"/>
              <p:cNvGrpSpPr/>
              <p:nvPr/>
            </p:nvGrpSpPr>
            <p:grpSpPr>
              <a:xfrm>
                <a:off x="5177699" y="3492117"/>
                <a:ext cx="37776" cy="32357"/>
                <a:chOff x="5177699" y="3492117"/>
                <a:chExt cx="37776" cy="32357"/>
              </a:xfrm>
            </p:grpSpPr>
            <p:sp>
              <p:nvSpPr>
                <p:cNvPr id="5967" name="Google Shape;5967;p118"/>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118"/>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9" name="Google Shape;5969;p118"/>
              <p:cNvGrpSpPr/>
              <p:nvPr/>
            </p:nvGrpSpPr>
            <p:grpSpPr>
              <a:xfrm>
                <a:off x="5349431" y="3622346"/>
                <a:ext cx="37870" cy="32380"/>
                <a:chOff x="5349431" y="3622346"/>
                <a:chExt cx="37870" cy="32380"/>
              </a:xfrm>
            </p:grpSpPr>
            <p:sp>
              <p:nvSpPr>
                <p:cNvPr id="5970" name="Google Shape;5970;p118"/>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118"/>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2" name="Google Shape;5972;p118"/>
              <p:cNvGrpSpPr/>
              <p:nvPr/>
            </p:nvGrpSpPr>
            <p:grpSpPr>
              <a:xfrm>
                <a:off x="5068855" y="3563980"/>
                <a:ext cx="53954" cy="46223"/>
                <a:chOff x="5068855" y="3563980"/>
                <a:chExt cx="53954" cy="46223"/>
              </a:xfrm>
            </p:grpSpPr>
            <p:sp>
              <p:nvSpPr>
                <p:cNvPr id="5973" name="Google Shape;5973;p118"/>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118"/>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5" name="Google Shape;5975;p118"/>
              <p:cNvGrpSpPr/>
              <p:nvPr/>
            </p:nvGrpSpPr>
            <p:grpSpPr>
              <a:xfrm>
                <a:off x="5037654" y="3392507"/>
                <a:ext cx="37870" cy="32451"/>
                <a:chOff x="5037654" y="3392507"/>
                <a:chExt cx="37870" cy="32451"/>
              </a:xfrm>
            </p:grpSpPr>
            <p:sp>
              <p:nvSpPr>
                <p:cNvPr id="5976" name="Google Shape;5976;p118"/>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118"/>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8" name="Google Shape;5978;p118"/>
              <p:cNvGrpSpPr/>
              <p:nvPr/>
            </p:nvGrpSpPr>
            <p:grpSpPr>
              <a:xfrm>
                <a:off x="5456560" y="3368629"/>
                <a:ext cx="37870" cy="32451"/>
                <a:chOff x="5456560" y="3368629"/>
                <a:chExt cx="37870" cy="32451"/>
              </a:xfrm>
            </p:grpSpPr>
            <p:sp>
              <p:nvSpPr>
                <p:cNvPr id="5979" name="Google Shape;5979;p118"/>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118"/>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1" name="Google Shape;5981;p118"/>
              <p:cNvGrpSpPr/>
              <p:nvPr/>
            </p:nvGrpSpPr>
            <p:grpSpPr>
              <a:xfrm>
                <a:off x="4755749" y="3501516"/>
                <a:ext cx="46246" cy="39608"/>
                <a:chOff x="4755749" y="3501516"/>
                <a:chExt cx="46246" cy="39608"/>
              </a:xfrm>
            </p:grpSpPr>
            <p:sp>
              <p:nvSpPr>
                <p:cNvPr id="5982" name="Google Shape;5982;p118"/>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118"/>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4" name="Google Shape;5984;p118"/>
              <p:cNvGrpSpPr/>
              <p:nvPr/>
            </p:nvGrpSpPr>
            <p:grpSpPr>
              <a:xfrm>
                <a:off x="4681346" y="3485582"/>
                <a:ext cx="37783" cy="32427"/>
                <a:chOff x="4681346" y="3485582"/>
                <a:chExt cx="37783" cy="32427"/>
              </a:xfrm>
            </p:grpSpPr>
            <p:sp>
              <p:nvSpPr>
                <p:cNvPr id="5985" name="Google Shape;5985;p118"/>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118"/>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7" name="Google Shape;5987;p118"/>
              <p:cNvGrpSpPr/>
              <p:nvPr/>
            </p:nvGrpSpPr>
            <p:grpSpPr>
              <a:xfrm>
                <a:off x="4767067" y="3291088"/>
                <a:ext cx="37878" cy="32451"/>
                <a:chOff x="4767067" y="3291088"/>
                <a:chExt cx="37878" cy="32451"/>
              </a:xfrm>
            </p:grpSpPr>
            <p:sp>
              <p:nvSpPr>
                <p:cNvPr id="5988" name="Google Shape;5988;p118"/>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118"/>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0" name="Google Shape;5990;p118"/>
              <p:cNvGrpSpPr/>
              <p:nvPr/>
            </p:nvGrpSpPr>
            <p:grpSpPr>
              <a:xfrm>
                <a:off x="4687819" y="3405539"/>
                <a:ext cx="37776" cy="32451"/>
                <a:chOff x="4687819" y="3405539"/>
                <a:chExt cx="37776" cy="32451"/>
              </a:xfrm>
            </p:grpSpPr>
            <p:sp>
              <p:nvSpPr>
                <p:cNvPr id="5991" name="Google Shape;5991;p118"/>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118"/>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3" name="Google Shape;5993;p118"/>
              <p:cNvGrpSpPr/>
              <p:nvPr/>
            </p:nvGrpSpPr>
            <p:grpSpPr>
              <a:xfrm>
                <a:off x="4923101" y="3444809"/>
                <a:ext cx="52813" cy="45318"/>
                <a:chOff x="4923101" y="3444809"/>
                <a:chExt cx="52813" cy="45318"/>
              </a:xfrm>
            </p:grpSpPr>
            <p:sp>
              <p:nvSpPr>
                <p:cNvPr id="5994" name="Google Shape;5994;p118"/>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118"/>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6" name="Google Shape;5996;p118"/>
              <p:cNvGrpSpPr/>
              <p:nvPr/>
            </p:nvGrpSpPr>
            <p:grpSpPr>
              <a:xfrm>
                <a:off x="4846040" y="3654750"/>
                <a:ext cx="31405" cy="26993"/>
                <a:chOff x="4846040" y="3654750"/>
                <a:chExt cx="31405" cy="26993"/>
              </a:xfrm>
            </p:grpSpPr>
            <p:sp>
              <p:nvSpPr>
                <p:cNvPr id="5997" name="Google Shape;5997;p118"/>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118"/>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9" name="Google Shape;5999;p118"/>
              <p:cNvGrpSpPr/>
              <p:nvPr/>
            </p:nvGrpSpPr>
            <p:grpSpPr>
              <a:xfrm>
                <a:off x="4925673" y="3691700"/>
                <a:ext cx="40253" cy="34472"/>
                <a:chOff x="4925673" y="3691700"/>
                <a:chExt cx="40253" cy="34472"/>
              </a:xfrm>
            </p:grpSpPr>
            <p:sp>
              <p:nvSpPr>
                <p:cNvPr id="6000" name="Google Shape;6000;p118"/>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118"/>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2" name="Google Shape;6002;p118"/>
              <p:cNvGrpSpPr/>
              <p:nvPr/>
            </p:nvGrpSpPr>
            <p:grpSpPr>
              <a:xfrm>
                <a:off x="4894653" y="3740848"/>
                <a:ext cx="31405" cy="26906"/>
                <a:chOff x="4894653" y="3740848"/>
                <a:chExt cx="31405" cy="26906"/>
              </a:xfrm>
            </p:grpSpPr>
            <p:sp>
              <p:nvSpPr>
                <p:cNvPr id="6003" name="Google Shape;6003;p118"/>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118"/>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5" name="Google Shape;6005;p118"/>
              <p:cNvGrpSpPr/>
              <p:nvPr/>
            </p:nvGrpSpPr>
            <p:grpSpPr>
              <a:xfrm>
                <a:off x="4962300" y="3696348"/>
                <a:ext cx="38255" cy="32773"/>
                <a:chOff x="4962300" y="3696348"/>
                <a:chExt cx="38255" cy="32773"/>
              </a:xfrm>
            </p:grpSpPr>
            <p:sp>
              <p:nvSpPr>
                <p:cNvPr id="6006" name="Google Shape;6006;p118"/>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118"/>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8" name="Google Shape;6008;p118"/>
              <p:cNvGrpSpPr/>
              <p:nvPr/>
            </p:nvGrpSpPr>
            <p:grpSpPr>
              <a:xfrm>
                <a:off x="4980185" y="3743349"/>
                <a:ext cx="31499" cy="26969"/>
                <a:chOff x="4980185" y="3743349"/>
                <a:chExt cx="31499" cy="26969"/>
              </a:xfrm>
            </p:grpSpPr>
            <p:sp>
              <p:nvSpPr>
                <p:cNvPr id="6009" name="Google Shape;6009;p118"/>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118"/>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1" name="Google Shape;6011;p118"/>
              <p:cNvGrpSpPr/>
              <p:nvPr/>
            </p:nvGrpSpPr>
            <p:grpSpPr>
              <a:xfrm>
                <a:off x="5013768" y="3734312"/>
                <a:ext cx="31499" cy="26969"/>
                <a:chOff x="5013768" y="3734312"/>
                <a:chExt cx="31499" cy="26969"/>
              </a:xfrm>
            </p:grpSpPr>
            <p:sp>
              <p:nvSpPr>
                <p:cNvPr id="6012" name="Google Shape;6012;p118"/>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118"/>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4" name="Google Shape;6014;p118"/>
              <p:cNvGrpSpPr/>
              <p:nvPr/>
            </p:nvGrpSpPr>
            <p:grpSpPr>
              <a:xfrm>
                <a:off x="5036703" y="3764545"/>
                <a:ext cx="31499" cy="26898"/>
                <a:chOff x="5036703" y="3764545"/>
                <a:chExt cx="31499" cy="26898"/>
              </a:xfrm>
            </p:grpSpPr>
            <p:sp>
              <p:nvSpPr>
                <p:cNvPr id="6015" name="Google Shape;6015;p118"/>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118"/>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7" name="Google Shape;6017;p118"/>
              <p:cNvGrpSpPr/>
              <p:nvPr/>
            </p:nvGrpSpPr>
            <p:grpSpPr>
              <a:xfrm>
                <a:off x="4953546" y="3768352"/>
                <a:ext cx="31405" cy="26898"/>
                <a:chOff x="4953546" y="3768352"/>
                <a:chExt cx="31405" cy="26898"/>
              </a:xfrm>
            </p:grpSpPr>
            <p:sp>
              <p:nvSpPr>
                <p:cNvPr id="6018" name="Google Shape;6018;p118"/>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118"/>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0" name="Google Shape;6020;p118"/>
              <p:cNvGrpSpPr/>
              <p:nvPr/>
            </p:nvGrpSpPr>
            <p:grpSpPr>
              <a:xfrm>
                <a:off x="4964770" y="3814016"/>
                <a:ext cx="31499" cy="26993"/>
                <a:chOff x="4964770" y="3814016"/>
                <a:chExt cx="31499" cy="26993"/>
              </a:xfrm>
            </p:grpSpPr>
            <p:sp>
              <p:nvSpPr>
                <p:cNvPr id="6021" name="Google Shape;6021;p118"/>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118"/>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3" name="Google Shape;6023;p118"/>
              <p:cNvGrpSpPr/>
              <p:nvPr/>
            </p:nvGrpSpPr>
            <p:grpSpPr>
              <a:xfrm>
                <a:off x="4923290" y="3800504"/>
                <a:ext cx="31468" cy="26898"/>
                <a:chOff x="4923290" y="3800504"/>
                <a:chExt cx="31468" cy="26898"/>
              </a:xfrm>
            </p:grpSpPr>
            <p:sp>
              <p:nvSpPr>
                <p:cNvPr id="6024" name="Google Shape;6024;p118"/>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118"/>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6" name="Google Shape;6026;p118"/>
              <p:cNvGrpSpPr/>
              <p:nvPr/>
            </p:nvGrpSpPr>
            <p:grpSpPr>
              <a:xfrm>
                <a:off x="5108534" y="3650943"/>
                <a:ext cx="31405" cy="26993"/>
                <a:chOff x="5108534" y="3650943"/>
                <a:chExt cx="31405" cy="26993"/>
              </a:xfrm>
            </p:grpSpPr>
            <p:sp>
              <p:nvSpPr>
                <p:cNvPr id="6027" name="Google Shape;6027;p118"/>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118"/>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9" name="Google Shape;6029;p118"/>
              <p:cNvGrpSpPr/>
              <p:nvPr/>
            </p:nvGrpSpPr>
            <p:grpSpPr>
              <a:xfrm>
                <a:off x="5119380" y="3760739"/>
                <a:ext cx="31499" cy="26993"/>
                <a:chOff x="5119380" y="3760739"/>
                <a:chExt cx="31499" cy="26993"/>
              </a:xfrm>
            </p:grpSpPr>
            <p:sp>
              <p:nvSpPr>
                <p:cNvPr id="6030" name="Google Shape;6030;p118"/>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118"/>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2" name="Google Shape;6032;p118"/>
              <p:cNvGrpSpPr/>
              <p:nvPr/>
            </p:nvGrpSpPr>
            <p:grpSpPr>
              <a:xfrm>
                <a:off x="5119380" y="3788235"/>
                <a:ext cx="31499" cy="26993"/>
                <a:chOff x="5119380" y="3788235"/>
                <a:chExt cx="31499" cy="26993"/>
              </a:xfrm>
            </p:grpSpPr>
            <p:sp>
              <p:nvSpPr>
                <p:cNvPr id="6033" name="Google Shape;6033;p118"/>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118"/>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5" name="Google Shape;6035;p118"/>
              <p:cNvGrpSpPr/>
              <p:nvPr/>
            </p:nvGrpSpPr>
            <p:grpSpPr>
              <a:xfrm>
                <a:off x="5158005" y="3875284"/>
                <a:ext cx="31405" cy="27001"/>
                <a:chOff x="5158005" y="3875284"/>
                <a:chExt cx="31405" cy="27001"/>
              </a:xfrm>
            </p:grpSpPr>
            <p:sp>
              <p:nvSpPr>
                <p:cNvPr id="6036" name="Google Shape;6036;p118"/>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118"/>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8" name="Google Shape;6038;p118"/>
              <p:cNvGrpSpPr/>
              <p:nvPr/>
            </p:nvGrpSpPr>
            <p:grpSpPr>
              <a:xfrm>
                <a:off x="5233163" y="3764545"/>
                <a:ext cx="31499" cy="26898"/>
                <a:chOff x="5233163" y="3764545"/>
                <a:chExt cx="31499" cy="26898"/>
              </a:xfrm>
            </p:grpSpPr>
            <p:sp>
              <p:nvSpPr>
                <p:cNvPr id="6039" name="Google Shape;6039;p118"/>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118"/>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1" name="Google Shape;6041;p118"/>
              <p:cNvGrpSpPr/>
              <p:nvPr/>
            </p:nvGrpSpPr>
            <p:grpSpPr>
              <a:xfrm>
                <a:off x="5276168" y="3805545"/>
                <a:ext cx="31499" cy="26906"/>
                <a:chOff x="5276168" y="3805545"/>
                <a:chExt cx="31499" cy="26906"/>
              </a:xfrm>
            </p:grpSpPr>
            <p:sp>
              <p:nvSpPr>
                <p:cNvPr id="6042" name="Google Shape;6042;p118"/>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118"/>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4" name="Google Shape;6044;p118"/>
              <p:cNvGrpSpPr/>
              <p:nvPr/>
            </p:nvGrpSpPr>
            <p:grpSpPr>
              <a:xfrm>
                <a:off x="5294053" y="3851933"/>
                <a:ext cx="31405" cy="26945"/>
                <a:chOff x="5294053" y="3851933"/>
                <a:chExt cx="31405" cy="26945"/>
              </a:xfrm>
            </p:grpSpPr>
            <p:sp>
              <p:nvSpPr>
                <p:cNvPr id="6045" name="Google Shape;6045;p118"/>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118"/>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7" name="Google Shape;6047;p118"/>
              <p:cNvGrpSpPr/>
              <p:nvPr/>
            </p:nvGrpSpPr>
            <p:grpSpPr>
              <a:xfrm>
                <a:off x="5341723" y="3851902"/>
                <a:ext cx="31405" cy="26977"/>
                <a:chOff x="5341723" y="3851902"/>
                <a:chExt cx="31405" cy="26977"/>
              </a:xfrm>
            </p:grpSpPr>
            <p:sp>
              <p:nvSpPr>
                <p:cNvPr id="6048" name="Google Shape;6048;p118"/>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118"/>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0" name="Google Shape;6050;p118"/>
              <p:cNvGrpSpPr/>
              <p:nvPr/>
            </p:nvGrpSpPr>
            <p:grpSpPr>
              <a:xfrm>
                <a:off x="5054871" y="3507855"/>
                <a:ext cx="31405" cy="26993"/>
                <a:chOff x="5054871" y="3507855"/>
                <a:chExt cx="31405" cy="26993"/>
              </a:xfrm>
            </p:grpSpPr>
            <p:sp>
              <p:nvSpPr>
                <p:cNvPr id="6051" name="Google Shape;6051;p118"/>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118"/>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3" name="Google Shape;6053;p118"/>
              <p:cNvGrpSpPr/>
              <p:nvPr/>
            </p:nvGrpSpPr>
            <p:grpSpPr>
              <a:xfrm>
                <a:off x="4876579" y="3675325"/>
                <a:ext cx="31405" cy="26969"/>
                <a:chOff x="4876579" y="3675325"/>
                <a:chExt cx="31405" cy="26969"/>
              </a:xfrm>
            </p:grpSpPr>
            <p:sp>
              <p:nvSpPr>
                <p:cNvPr id="6054" name="Google Shape;6054;p118"/>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118"/>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6" name="Google Shape;6056;p118"/>
              <p:cNvGrpSpPr/>
              <p:nvPr/>
            </p:nvGrpSpPr>
            <p:grpSpPr>
              <a:xfrm>
                <a:off x="4842233" y="3688333"/>
                <a:ext cx="31405" cy="26993"/>
                <a:chOff x="4842233" y="3688333"/>
                <a:chExt cx="31405" cy="26993"/>
              </a:xfrm>
            </p:grpSpPr>
            <p:sp>
              <p:nvSpPr>
                <p:cNvPr id="6057" name="Google Shape;6057;p118"/>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118"/>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9" name="Google Shape;6059;p118"/>
              <p:cNvGrpSpPr/>
              <p:nvPr/>
            </p:nvGrpSpPr>
            <p:grpSpPr>
              <a:xfrm>
                <a:off x="5187876" y="3608032"/>
                <a:ext cx="31405" cy="27001"/>
                <a:chOff x="5187876" y="3608032"/>
                <a:chExt cx="31405" cy="27001"/>
              </a:xfrm>
            </p:grpSpPr>
            <p:sp>
              <p:nvSpPr>
                <p:cNvPr id="6060" name="Google Shape;6060;p118"/>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118"/>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62" name="Google Shape;6062;p118"/>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118"/>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4" name="Google Shape;6064;p118"/>
              <p:cNvGrpSpPr/>
              <p:nvPr/>
            </p:nvGrpSpPr>
            <p:grpSpPr>
              <a:xfrm>
                <a:off x="5269224" y="3304167"/>
                <a:ext cx="40253" cy="34402"/>
                <a:chOff x="5269224" y="3304167"/>
                <a:chExt cx="40253" cy="34402"/>
              </a:xfrm>
            </p:grpSpPr>
            <p:sp>
              <p:nvSpPr>
                <p:cNvPr id="6065" name="Google Shape;6065;p118"/>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118"/>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7" name="Google Shape;6067;p118"/>
              <p:cNvGrpSpPr/>
              <p:nvPr/>
            </p:nvGrpSpPr>
            <p:grpSpPr>
              <a:xfrm>
                <a:off x="5327354" y="3476615"/>
                <a:ext cx="49864" cy="42723"/>
                <a:chOff x="5327354" y="3476615"/>
                <a:chExt cx="49864" cy="42723"/>
              </a:xfrm>
            </p:grpSpPr>
            <p:sp>
              <p:nvSpPr>
                <p:cNvPr id="6068" name="Google Shape;6068;p118"/>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118"/>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0" name="Google Shape;6070;p118"/>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118"/>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2" name="Google Shape;6072;p118"/>
              <p:cNvGrpSpPr/>
              <p:nvPr/>
            </p:nvGrpSpPr>
            <p:grpSpPr>
              <a:xfrm>
                <a:off x="5341723" y="3775957"/>
                <a:ext cx="31405" cy="26898"/>
                <a:chOff x="5341723" y="3775957"/>
                <a:chExt cx="31405" cy="26898"/>
              </a:xfrm>
            </p:grpSpPr>
            <p:sp>
              <p:nvSpPr>
                <p:cNvPr id="6073" name="Google Shape;6073;p118"/>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118"/>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5" name="Google Shape;6075;p118"/>
              <p:cNvGrpSpPr/>
              <p:nvPr/>
            </p:nvGrpSpPr>
            <p:grpSpPr>
              <a:xfrm>
                <a:off x="5439053" y="3699274"/>
                <a:ext cx="31405" cy="26898"/>
                <a:chOff x="5439053" y="3699274"/>
                <a:chExt cx="31405" cy="26898"/>
              </a:xfrm>
            </p:grpSpPr>
            <p:sp>
              <p:nvSpPr>
                <p:cNvPr id="6076" name="Google Shape;6076;p118"/>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118"/>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8" name="Google Shape;6078;p118"/>
              <p:cNvGrpSpPr/>
              <p:nvPr/>
            </p:nvGrpSpPr>
            <p:grpSpPr>
              <a:xfrm>
                <a:off x="5412414" y="3622307"/>
                <a:ext cx="31499" cy="26993"/>
                <a:chOff x="5412414" y="3622307"/>
                <a:chExt cx="31499" cy="26993"/>
              </a:xfrm>
            </p:grpSpPr>
            <p:sp>
              <p:nvSpPr>
                <p:cNvPr id="6079" name="Google Shape;6079;p118"/>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118"/>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1" name="Google Shape;6081;p118"/>
              <p:cNvGrpSpPr/>
              <p:nvPr/>
            </p:nvGrpSpPr>
            <p:grpSpPr>
              <a:xfrm>
                <a:off x="5476254" y="3473949"/>
                <a:ext cx="26835" cy="26930"/>
                <a:chOff x="5476254" y="3473949"/>
                <a:chExt cx="26835" cy="26930"/>
              </a:xfrm>
            </p:grpSpPr>
            <p:sp>
              <p:nvSpPr>
                <p:cNvPr id="6082" name="Google Shape;6082;p118"/>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118"/>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4" name="Google Shape;6084;p118"/>
              <p:cNvGrpSpPr/>
              <p:nvPr/>
            </p:nvGrpSpPr>
            <p:grpSpPr>
              <a:xfrm>
                <a:off x="5564547" y="3481594"/>
                <a:ext cx="31397" cy="26898"/>
                <a:chOff x="5564547" y="3481594"/>
                <a:chExt cx="31397" cy="26898"/>
              </a:xfrm>
            </p:grpSpPr>
            <p:sp>
              <p:nvSpPr>
                <p:cNvPr id="6085" name="Google Shape;6085;p118"/>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118"/>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7" name="Google Shape;6087;p118"/>
              <p:cNvGrpSpPr/>
              <p:nvPr/>
            </p:nvGrpSpPr>
            <p:grpSpPr>
              <a:xfrm>
                <a:off x="5534101" y="3470174"/>
                <a:ext cx="31397" cy="26906"/>
                <a:chOff x="5534101" y="3470174"/>
                <a:chExt cx="31397" cy="26906"/>
              </a:xfrm>
            </p:grpSpPr>
            <p:sp>
              <p:nvSpPr>
                <p:cNvPr id="6088" name="Google Shape;6088;p118"/>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118"/>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0" name="Google Shape;6090;p118"/>
              <p:cNvGrpSpPr/>
              <p:nvPr/>
            </p:nvGrpSpPr>
            <p:grpSpPr>
              <a:xfrm>
                <a:off x="5610879" y="3314486"/>
                <a:ext cx="31499" cy="26938"/>
                <a:chOff x="5610879" y="3314486"/>
                <a:chExt cx="31499" cy="26938"/>
              </a:xfrm>
            </p:grpSpPr>
            <p:sp>
              <p:nvSpPr>
                <p:cNvPr id="6091" name="Google Shape;6091;p118"/>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118"/>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3" name="Google Shape;6093;p118"/>
              <p:cNvGrpSpPr/>
              <p:nvPr/>
            </p:nvGrpSpPr>
            <p:grpSpPr>
              <a:xfrm>
                <a:off x="4834525" y="3501382"/>
                <a:ext cx="31499" cy="26898"/>
                <a:chOff x="4834525" y="3501382"/>
                <a:chExt cx="31499" cy="26898"/>
              </a:xfrm>
            </p:grpSpPr>
            <p:sp>
              <p:nvSpPr>
                <p:cNvPr id="6094" name="Google Shape;6094;p118"/>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118"/>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6" name="Google Shape;6096;p118"/>
              <p:cNvGrpSpPr/>
              <p:nvPr/>
            </p:nvGrpSpPr>
            <p:grpSpPr>
              <a:xfrm>
                <a:off x="4898460" y="3580158"/>
                <a:ext cx="31405" cy="26898"/>
                <a:chOff x="4898460" y="3580158"/>
                <a:chExt cx="31405" cy="26898"/>
              </a:xfrm>
            </p:grpSpPr>
            <p:sp>
              <p:nvSpPr>
                <p:cNvPr id="6097" name="Google Shape;6097;p118"/>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118"/>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9" name="Google Shape;6099;p118"/>
              <p:cNvGrpSpPr/>
              <p:nvPr/>
            </p:nvGrpSpPr>
            <p:grpSpPr>
              <a:xfrm>
                <a:off x="4882667" y="3608032"/>
                <a:ext cx="31499" cy="27001"/>
                <a:chOff x="4882667" y="3608032"/>
                <a:chExt cx="31499" cy="27001"/>
              </a:xfrm>
            </p:grpSpPr>
            <p:sp>
              <p:nvSpPr>
                <p:cNvPr id="6100" name="Google Shape;6100;p118"/>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118"/>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2" name="Google Shape;6102;p118"/>
              <p:cNvGrpSpPr/>
              <p:nvPr/>
            </p:nvGrpSpPr>
            <p:grpSpPr>
              <a:xfrm>
                <a:off x="4843373" y="3631407"/>
                <a:ext cx="16273" cy="16186"/>
                <a:chOff x="4843373" y="3631407"/>
                <a:chExt cx="16273" cy="16186"/>
              </a:xfrm>
            </p:grpSpPr>
            <p:sp>
              <p:nvSpPr>
                <p:cNvPr id="6103" name="Google Shape;6103;p118"/>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118"/>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5" name="Google Shape;6105;p118"/>
              <p:cNvGrpSpPr/>
              <p:nvPr/>
            </p:nvGrpSpPr>
            <p:grpSpPr>
              <a:xfrm>
                <a:off x="4727773" y="3591578"/>
                <a:ext cx="31499" cy="26898"/>
                <a:chOff x="4727773" y="3591578"/>
                <a:chExt cx="31499" cy="26898"/>
              </a:xfrm>
            </p:grpSpPr>
            <p:sp>
              <p:nvSpPr>
                <p:cNvPr id="6106" name="Google Shape;6106;p118"/>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118"/>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08" name="Google Shape;6108;p118"/>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118"/>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10" name="Google Shape;6110;p118"/>
              <p:cNvGrpSpPr/>
              <p:nvPr/>
            </p:nvGrpSpPr>
            <p:grpSpPr>
              <a:xfrm>
                <a:off x="4609421" y="3577398"/>
                <a:ext cx="31499" cy="27001"/>
                <a:chOff x="4609421" y="3577398"/>
                <a:chExt cx="31499" cy="27001"/>
              </a:xfrm>
            </p:grpSpPr>
            <p:sp>
              <p:nvSpPr>
                <p:cNvPr id="6111" name="Google Shape;6111;p118"/>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118"/>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3" name="Google Shape;6113;p118"/>
              <p:cNvGrpSpPr/>
              <p:nvPr/>
            </p:nvGrpSpPr>
            <p:grpSpPr>
              <a:xfrm>
                <a:off x="4649289" y="3577398"/>
                <a:ext cx="31499" cy="27001"/>
                <a:chOff x="4649289" y="3577398"/>
                <a:chExt cx="31499" cy="27001"/>
              </a:xfrm>
            </p:grpSpPr>
            <p:sp>
              <p:nvSpPr>
                <p:cNvPr id="6114" name="Google Shape;6114;p118"/>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118"/>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6" name="Google Shape;6116;p118"/>
              <p:cNvGrpSpPr/>
              <p:nvPr/>
            </p:nvGrpSpPr>
            <p:grpSpPr>
              <a:xfrm>
                <a:off x="4605614" y="3639523"/>
                <a:ext cx="31499" cy="26906"/>
                <a:chOff x="4605614" y="3639523"/>
                <a:chExt cx="31499" cy="26906"/>
              </a:xfrm>
            </p:grpSpPr>
            <p:sp>
              <p:nvSpPr>
                <p:cNvPr id="6117" name="Google Shape;6117;p118"/>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118"/>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9" name="Google Shape;6119;p118"/>
              <p:cNvGrpSpPr/>
              <p:nvPr/>
            </p:nvGrpSpPr>
            <p:grpSpPr>
              <a:xfrm>
                <a:off x="4785149" y="3618846"/>
                <a:ext cx="26930" cy="26843"/>
                <a:chOff x="4785149" y="3618846"/>
                <a:chExt cx="26930" cy="26843"/>
              </a:xfrm>
            </p:grpSpPr>
            <p:sp>
              <p:nvSpPr>
                <p:cNvPr id="6120" name="Google Shape;6120;p118"/>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118"/>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2" name="Google Shape;6122;p118"/>
              <p:cNvGrpSpPr/>
              <p:nvPr/>
            </p:nvGrpSpPr>
            <p:grpSpPr>
              <a:xfrm>
                <a:off x="4810167" y="3601567"/>
                <a:ext cx="31405" cy="26898"/>
                <a:chOff x="4810167" y="3601567"/>
                <a:chExt cx="31405" cy="26898"/>
              </a:xfrm>
            </p:grpSpPr>
            <p:sp>
              <p:nvSpPr>
                <p:cNvPr id="6123" name="Google Shape;6123;p118"/>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118"/>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5" name="Google Shape;6125;p118"/>
              <p:cNvGrpSpPr/>
              <p:nvPr/>
            </p:nvGrpSpPr>
            <p:grpSpPr>
              <a:xfrm>
                <a:off x="4831002" y="3373230"/>
                <a:ext cx="31405" cy="26898"/>
                <a:chOff x="4831002" y="3373230"/>
                <a:chExt cx="31405" cy="26898"/>
              </a:xfrm>
            </p:grpSpPr>
            <p:sp>
              <p:nvSpPr>
                <p:cNvPr id="6126" name="Google Shape;6126;p118"/>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118"/>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8" name="Google Shape;6128;p118"/>
              <p:cNvGrpSpPr/>
              <p:nvPr/>
            </p:nvGrpSpPr>
            <p:grpSpPr>
              <a:xfrm>
                <a:off x="4719311" y="3355054"/>
                <a:ext cx="31499" cy="27001"/>
                <a:chOff x="4719311" y="3355054"/>
                <a:chExt cx="31499" cy="27001"/>
              </a:xfrm>
            </p:grpSpPr>
            <p:sp>
              <p:nvSpPr>
                <p:cNvPr id="6129" name="Google Shape;6129;p118"/>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118"/>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1" name="Google Shape;6131;p118"/>
              <p:cNvGrpSpPr/>
              <p:nvPr/>
            </p:nvGrpSpPr>
            <p:grpSpPr>
              <a:xfrm>
                <a:off x="4798755" y="3450260"/>
                <a:ext cx="26930" cy="26930"/>
                <a:chOff x="4798755" y="3450260"/>
                <a:chExt cx="26930" cy="26930"/>
              </a:xfrm>
            </p:grpSpPr>
            <p:sp>
              <p:nvSpPr>
                <p:cNvPr id="6132" name="Google Shape;6132;p118"/>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118"/>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4" name="Google Shape;6134;p118"/>
              <p:cNvGrpSpPr/>
              <p:nvPr/>
            </p:nvGrpSpPr>
            <p:grpSpPr>
              <a:xfrm>
                <a:off x="4645576" y="3467555"/>
                <a:ext cx="31405" cy="26953"/>
                <a:chOff x="4645576" y="3467555"/>
                <a:chExt cx="31405" cy="26953"/>
              </a:xfrm>
            </p:grpSpPr>
            <p:sp>
              <p:nvSpPr>
                <p:cNvPr id="6135" name="Google Shape;6135;p118"/>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118"/>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7" name="Google Shape;6137;p118"/>
              <p:cNvGrpSpPr/>
              <p:nvPr/>
            </p:nvGrpSpPr>
            <p:grpSpPr>
              <a:xfrm>
                <a:off x="4687631" y="3583965"/>
                <a:ext cx="31499" cy="26898"/>
                <a:chOff x="4687631" y="3583965"/>
                <a:chExt cx="31499" cy="26898"/>
              </a:xfrm>
            </p:grpSpPr>
            <p:sp>
              <p:nvSpPr>
                <p:cNvPr id="6138" name="Google Shape;6138;p118"/>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118"/>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0" name="Google Shape;6140;p118"/>
              <p:cNvGrpSpPr/>
              <p:nvPr/>
            </p:nvGrpSpPr>
            <p:grpSpPr>
              <a:xfrm>
                <a:off x="4719311" y="3471314"/>
                <a:ext cx="31499" cy="27001"/>
                <a:chOff x="4719311" y="3471314"/>
                <a:chExt cx="31499" cy="27001"/>
              </a:xfrm>
            </p:grpSpPr>
            <p:sp>
              <p:nvSpPr>
                <p:cNvPr id="6141" name="Google Shape;6141;p118"/>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118"/>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3" name="Google Shape;6143;p118"/>
              <p:cNvGrpSpPr/>
              <p:nvPr/>
            </p:nvGrpSpPr>
            <p:grpSpPr>
              <a:xfrm>
                <a:off x="4719311" y="3434404"/>
                <a:ext cx="31499" cy="26898"/>
                <a:chOff x="4719311" y="3434404"/>
                <a:chExt cx="31499" cy="26898"/>
              </a:xfrm>
            </p:grpSpPr>
            <p:sp>
              <p:nvSpPr>
                <p:cNvPr id="6144" name="Google Shape;6144;p118"/>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118"/>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6" name="Google Shape;6146;p118"/>
              <p:cNvGrpSpPr/>
              <p:nvPr/>
            </p:nvGrpSpPr>
            <p:grpSpPr>
              <a:xfrm>
                <a:off x="4768876" y="3401772"/>
                <a:ext cx="31499" cy="26898"/>
                <a:chOff x="4768876" y="3401772"/>
                <a:chExt cx="31499" cy="26898"/>
              </a:xfrm>
            </p:grpSpPr>
            <p:sp>
              <p:nvSpPr>
                <p:cNvPr id="6147" name="Google Shape;6147;p118"/>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118"/>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9" name="Google Shape;6149;p118"/>
              <p:cNvGrpSpPr/>
              <p:nvPr/>
            </p:nvGrpSpPr>
            <p:grpSpPr>
              <a:xfrm>
                <a:off x="4762214" y="3471377"/>
                <a:ext cx="26938" cy="26938"/>
                <a:chOff x="4762214" y="3471377"/>
                <a:chExt cx="26938" cy="26938"/>
              </a:xfrm>
            </p:grpSpPr>
            <p:sp>
              <p:nvSpPr>
                <p:cNvPr id="6150" name="Google Shape;6150;p118"/>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118"/>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2" name="Google Shape;6152;p118"/>
              <p:cNvGrpSpPr/>
              <p:nvPr/>
            </p:nvGrpSpPr>
            <p:grpSpPr>
              <a:xfrm>
                <a:off x="4790473" y="3344782"/>
                <a:ext cx="31405" cy="26898"/>
                <a:chOff x="4790473" y="3344782"/>
                <a:chExt cx="31405" cy="26898"/>
              </a:xfrm>
            </p:grpSpPr>
            <p:sp>
              <p:nvSpPr>
                <p:cNvPr id="6153" name="Google Shape;6153;p118"/>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118"/>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5" name="Google Shape;6155;p118"/>
              <p:cNvGrpSpPr/>
              <p:nvPr/>
            </p:nvGrpSpPr>
            <p:grpSpPr>
              <a:xfrm>
                <a:off x="4823774" y="3950733"/>
                <a:ext cx="37398" cy="32034"/>
                <a:chOff x="4823774" y="3950733"/>
                <a:chExt cx="37398" cy="32034"/>
              </a:xfrm>
            </p:grpSpPr>
            <p:sp>
              <p:nvSpPr>
                <p:cNvPr id="6156" name="Google Shape;6156;p118"/>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118"/>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8" name="Google Shape;6158;p118"/>
              <p:cNvGrpSpPr/>
              <p:nvPr/>
            </p:nvGrpSpPr>
            <p:grpSpPr>
              <a:xfrm>
                <a:off x="4823396" y="4110566"/>
                <a:ext cx="31405" cy="26906"/>
                <a:chOff x="4823396" y="4110566"/>
                <a:chExt cx="31405" cy="26906"/>
              </a:xfrm>
            </p:grpSpPr>
            <p:sp>
              <p:nvSpPr>
                <p:cNvPr id="6159" name="Google Shape;6159;p118"/>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118"/>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1" name="Google Shape;6161;p118"/>
              <p:cNvGrpSpPr/>
              <p:nvPr/>
            </p:nvGrpSpPr>
            <p:grpSpPr>
              <a:xfrm>
                <a:off x="4838332" y="3821150"/>
                <a:ext cx="31499" cy="26898"/>
                <a:chOff x="4838332" y="3821150"/>
                <a:chExt cx="31499" cy="26898"/>
              </a:xfrm>
            </p:grpSpPr>
            <p:sp>
              <p:nvSpPr>
                <p:cNvPr id="6162" name="Google Shape;6162;p118"/>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118"/>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4" name="Google Shape;6164;p118"/>
              <p:cNvGrpSpPr/>
              <p:nvPr/>
            </p:nvGrpSpPr>
            <p:grpSpPr>
              <a:xfrm>
                <a:off x="4661275" y="3815007"/>
                <a:ext cx="36824" cy="31523"/>
                <a:chOff x="4661275" y="3815007"/>
                <a:chExt cx="36824" cy="31523"/>
              </a:xfrm>
            </p:grpSpPr>
            <p:sp>
              <p:nvSpPr>
                <p:cNvPr id="6165" name="Google Shape;6165;p118"/>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118"/>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7" name="Google Shape;6167;p118"/>
              <p:cNvGrpSpPr/>
              <p:nvPr/>
            </p:nvGrpSpPr>
            <p:grpSpPr>
              <a:xfrm>
                <a:off x="4558998" y="3851037"/>
                <a:ext cx="33591" cy="28699"/>
                <a:chOff x="4558998" y="3851037"/>
                <a:chExt cx="33591" cy="28699"/>
              </a:xfrm>
            </p:grpSpPr>
            <p:sp>
              <p:nvSpPr>
                <p:cNvPr id="6168" name="Google Shape;6168;p118"/>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118"/>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0" name="Google Shape;6170;p118"/>
              <p:cNvGrpSpPr/>
              <p:nvPr/>
            </p:nvGrpSpPr>
            <p:grpSpPr>
              <a:xfrm>
                <a:off x="4696762" y="3638587"/>
                <a:ext cx="33591" cy="28794"/>
                <a:chOff x="4696762" y="3638587"/>
                <a:chExt cx="33591" cy="28794"/>
              </a:xfrm>
            </p:grpSpPr>
            <p:sp>
              <p:nvSpPr>
                <p:cNvPr id="6171" name="Google Shape;6171;p118"/>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118"/>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3" name="Google Shape;6173;p118"/>
              <p:cNvGrpSpPr/>
              <p:nvPr/>
            </p:nvGrpSpPr>
            <p:grpSpPr>
              <a:xfrm>
                <a:off x="4929479" y="3939140"/>
                <a:ext cx="33497" cy="28692"/>
                <a:chOff x="4929479" y="3939140"/>
                <a:chExt cx="33497" cy="28692"/>
              </a:xfrm>
            </p:grpSpPr>
            <p:sp>
              <p:nvSpPr>
                <p:cNvPr id="6174" name="Google Shape;6174;p118"/>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118"/>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6" name="Google Shape;6176;p118"/>
              <p:cNvGrpSpPr/>
              <p:nvPr/>
            </p:nvGrpSpPr>
            <p:grpSpPr>
              <a:xfrm>
                <a:off x="4907119" y="3986039"/>
                <a:ext cx="33497" cy="28699"/>
                <a:chOff x="4907119" y="3986039"/>
                <a:chExt cx="33497" cy="28699"/>
              </a:xfrm>
            </p:grpSpPr>
            <p:sp>
              <p:nvSpPr>
                <p:cNvPr id="6177" name="Google Shape;6177;p118"/>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118"/>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9" name="Google Shape;6179;p118"/>
              <p:cNvGrpSpPr/>
              <p:nvPr/>
            </p:nvGrpSpPr>
            <p:grpSpPr>
              <a:xfrm>
                <a:off x="4911783" y="4048102"/>
                <a:ext cx="33591" cy="28762"/>
                <a:chOff x="4911783" y="4048102"/>
                <a:chExt cx="33591" cy="28762"/>
              </a:xfrm>
            </p:grpSpPr>
            <p:sp>
              <p:nvSpPr>
                <p:cNvPr id="6180" name="Google Shape;6180;p118"/>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118"/>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82" name="Google Shape;6182;p118"/>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118"/>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84" name="Google Shape;6184;p118"/>
              <p:cNvGrpSpPr/>
              <p:nvPr/>
            </p:nvGrpSpPr>
            <p:grpSpPr>
              <a:xfrm>
                <a:off x="4762623" y="3837847"/>
                <a:ext cx="42416" cy="36273"/>
                <a:chOff x="4762623" y="3837847"/>
                <a:chExt cx="42416" cy="36273"/>
              </a:xfrm>
            </p:grpSpPr>
            <p:sp>
              <p:nvSpPr>
                <p:cNvPr id="6185" name="Google Shape;6185;p118"/>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118"/>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7" name="Google Shape;6187;p118"/>
              <p:cNvGrpSpPr/>
              <p:nvPr/>
            </p:nvGrpSpPr>
            <p:grpSpPr>
              <a:xfrm>
                <a:off x="4746044" y="4104966"/>
                <a:ext cx="33497" cy="28699"/>
                <a:chOff x="4746044" y="4104966"/>
                <a:chExt cx="33497" cy="28699"/>
              </a:xfrm>
            </p:grpSpPr>
            <p:sp>
              <p:nvSpPr>
                <p:cNvPr id="6188" name="Google Shape;6188;p118"/>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118"/>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0" name="Google Shape;6190;p118"/>
              <p:cNvGrpSpPr/>
              <p:nvPr/>
            </p:nvGrpSpPr>
            <p:grpSpPr>
              <a:xfrm>
                <a:off x="4859646" y="4162554"/>
                <a:ext cx="33591" cy="28762"/>
                <a:chOff x="4859646" y="4162554"/>
                <a:chExt cx="33591" cy="28762"/>
              </a:xfrm>
            </p:grpSpPr>
            <p:sp>
              <p:nvSpPr>
                <p:cNvPr id="6191" name="Google Shape;6191;p118"/>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118"/>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93" name="Google Shape;6193;p118"/>
            <p:cNvGrpSpPr/>
            <p:nvPr/>
          </p:nvGrpSpPr>
          <p:grpSpPr>
            <a:xfrm>
              <a:off x="3597785" y="3274438"/>
              <a:ext cx="855610" cy="1122100"/>
              <a:chOff x="3597785" y="3274438"/>
              <a:chExt cx="855610" cy="1122100"/>
            </a:xfrm>
          </p:grpSpPr>
          <p:grpSp>
            <p:nvGrpSpPr>
              <p:cNvPr id="6194" name="Google Shape;6194;p118"/>
              <p:cNvGrpSpPr/>
              <p:nvPr/>
            </p:nvGrpSpPr>
            <p:grpSpPr>
              <a:xfrm>
                <a:off x="3617857" y="3284717"/>
                <a:ext cx="826785" cy="1099165"/>
                <a:chOff x="3617857" y="3284717"/>
                <a:chExt cx="826785" cy="1099165"/>
              </a:xfrm>
            </p:grpSpPr>
            <p:sp>
              <p:nvSpPr>
                <p:cNvPr id="6195" name="Google Shape;6195;p118"/>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118"/>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118"/>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118"/>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118"/>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118"/>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118"/>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118"/>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118"/>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118"/>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118"/>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118"/>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118"/>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118"/>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118"/>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118"/>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118"/>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118"/>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118"/>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118"/>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118"/>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118"/>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118"/>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118"/>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118"/>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118"/>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118"/>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118"/>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118"/>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118"/>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118"/>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118"/>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118"/>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118"/>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118"/>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118"/>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118"/>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118"/>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118"/>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118"/>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118"/>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118"/>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118"/>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118"/>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118"/>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118"/>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118"/>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118"/>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118"/>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118"/>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118"/>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118"/>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118"/>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118"/>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118"/>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118"/>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1" name="Google Shape;6251;p118"/>
              <p:cNvGrpSpPr/>
              <p:nvPr/>
            </p:nvGrpSpPr>
            <p:grpSpPr>
              <a:xfrm>
                <a:off x="4180904" y="4251758"/>
                <a:ext cx="37783" cy="32420"/>
                <a:chOff x="4180904" y="4251758"/>
                <a:chExt cx="37783" cy="32420"/>
              </a:xfrm>
            </p:grpSpPr>
            <p:sp>
              <p:nvSpPr>
                <p:cNvPr id="6252" name="Google Shape;6252;p118"/>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118"/>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4" name="Google Shape;6254;p118"/>
              <p:cNvGrpSpPr/>
              <p:nvPr/>
            </p:nvGrpSpPr>
            <p:grpSpPr>
              <a:xfrm>
                <a:off x="4201644" y="4081324"/>
                <a:ext cx="37783" cy="32364"/>
                <a:chOff x="4201644" y="4081324"/>
                <a:chExt cx="37783" cy="32364"/>
              </a:xfrm>
            </p:grpSpPr>
            <p:sp>
              <p:nvSpPr>
                <p:cNvPr id="6255" name="Google Shape;6255;p118"/>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118"/>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7" name="Google Shape;6257;p118"/>
              <p:cNvGrpSpPr/>
              <p:nvPr/>
            </p:nvGrpSpPr>
            <p:grpSpPr>
              <a:xfrm>
                <a:off x="4284416" y="3887428"/>
                <a:ext cx="37783" cy="32451"/>
                <a:chOff x="4284416" y="3887428"/>
                <a:chExt cx="37783" cy="32451"/>
              </a:xfrm>
            </p:grpSpPr>
            <p:sp>
              <p:nvSpPr>
                <p:cNvPr id="6258" name="Google Shape;6258;p118"/>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118"/>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0" name="Google Shape;6260;p118"/>
              <p:cNvGrpSpPr/>
              <p:nvPr/>
            </p:nvGrpSpPr>
            <p:grpSpPr>
              <a:xfrm>
                <a:off x="4223721" y="3860404"/>
                <a:ext cx="37870" cy="32364"/>
                <a:chOff x="4223721" y="3860404"/>
                <a:chExt cx="37870" cy="32364"/>
              </a:xfrm>
            </p:grpSpPr>
            <p:sp>
              <p:nvSpPr>
                <p:cNvPr id="6261" name="Google Shape;6261;p118"/>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118"/>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3" name="Google Shape;6263;p118"/>
              <p:cNvGrpSpPr/>
              <p:nvPr/>
            </p:nvGrpSpPr>
            <p:grpSpPr>
              <a:xfrm>
                <a:off x="4104889" y="3699242"/>
                <a:ext cx="37776" cy="32357"/>
                <a:chOff x="4104889" y="3699242"/>
                <a:chExt cx="37776" cy="32357"/>
              </a:xfrm>
            </p:grpSpPr>
            <p:sp>
              <p:nvSpPr>
                <p:cNvPr id="6264" name="Google Shape;6264;p118"/>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118"/>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6" name="Google Shape;6266;p118"/>
              <p:cNvGrpSpPr/>
              <p:nvPr/>
            </p:nvGrpSpPr>
            <p:grpSpPr>
              <a:xfrm>
                <a:off x="4143608" y="3475121"/>
                <a:ext cx="37878" cy="32420"/>
                <a:chOff x="4143608" y="3475121"/>
                <a:chExt cx="37878" cy="32420"/>
              </a:xfrm>
            </p:grpSpPr>
            <p:sp>
              <p:nvSpPr>
                <p:cNvPr id="6267" name="Google Shape;6267;p118"/>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118"/>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9" name="Google Shape;6269;p118"/>
              <p:cNvGrpSpPr/>
              <p:nvPr/>
            </p:nvGrpSpPr>
            <p:grpSpPr>
              <a:xfrm>
                <a:off x="4217248" y="3570893"/>
                <a:ext cx="37776" cy="32364"/>
                <a:chOff x="4217248" y="3570893"/>
                <a:chExt cx="37776" cy="32364"/>
              </a:xfrm>
            </p:grpSpPr>
            <p:sp>
              <p:nvSpPr>
                <p:cNvPr id="6270" name="Google Shape;6270;p118"/>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118"/>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2" name="Google Shape;6272;p118"/>
              <p:cNvGrpSpPr/>
              <p:nvPr/>
            </p:nvGrpSpPr>
            <p:grpSpPr>
              <a:xfrm>
                <a:off x="4255307" y="3431612"/>
                <a:ext cx="37776" cy="32451"/>
                <a:chOff x="4255307" y="3431612"/>
                <a:chExt cx="37776" cy="32451"/>
              </a:xfrm>
            </p:grpSpPr>
            <p:sp>
              <p:nvSpPr>
                <p:cNvPr id="6273" name="Google Shape;6273;p118"/>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118"/>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5" name="Google Shape;6275;p118"/>
              <p:cNvGrpSpPr/>
              <p:nvPr/>
            </p:nvGrpSpPr>
            <p:grpSpPr>
              <a:xfrm>
                <a:off x="3853052" y="3577398"/>
                <a:ext cx="37776" cy="32420"/>
                <a:chOff x="3853052" y="3577398"/>
                <a:chExt cx="37776" cy="32420"/>
              </a:xfrm>
            </p:grpSpPr>
            <p:sp>
              <p:nvSpPr>
                <p:cNvPr id="6276" name="Google Shape;6276;p118"/>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118"/>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8" name="Google Shape;6278;p118"/>
              <p:cNvGrpSpPr/>
              <p:nvPr/>
            </p:nvGrpSpPr>
            <p:grpSpPr>
              <a:xfrm>
                <a:off x="4039908" y="3412107"/>
                <a:ext cx="37776" cy="32357"/>
                <a:chOff x="4039908" y="3412107"/>
                <a:chExt cx="37776" cy="32357"/>
              </a:xfrm>
            </p:grpSpPr>
            <p:sp>
              <p:nvSpPr>
                <p:cNvPr id="6279" name="Google Shape;6279;p118"/>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118"/>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1" name="Google Shape;6281;p118"/>
              <p:cNvGrpSpPr/>
              <p:nvPr/>
            </p:nvGrpSpPr>
            <p:grpSpPr>
              <a:xfrm>
                <a:off x="4017360" y="3342061"/>
                <a:ext cx="37870" cy="32380"/>
                <a:chOff x="4017360" y="3342061"/>
                <a:chExt cx="37870" cy="32380"/>
              </a:xfrm>
            </p:grpSpPr>
            <p:sp>
              <p:nvSpPr>
                <p:cNvPr id="6282" name="Google Shape;6282;p118"/>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118"/>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84" name="Google Shape;6284;p118"/>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118"/>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86" name="Google Shape;6286;p118"/>
              <p:cNvGrpSpPr/>
              <p:nvPr/>
            </p:nvGrpSpPr>
            <p:grpSpPr>
              <a:xfrm>
                <a:off x="3750870" y="3418650"/>
                <a:ext cx="37776" cy="32380"/>
                <a:chOff x="3750870" y="3418650"/>
                <a:chExt cx="37776" cy="32380"/>
              </a:xfrm>
            </p:grpSpPr>
            <p:sp>
              <p:nvSpPr>
                <p:cNvPr id="6287" name="Google Shape;6287;p118"/>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118"/>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9" name="Google Shape;6289;p118"/>
              <p:cNvGrpSpPr/>
              <p:nvPr/>
            </p:nvGrpSpPr>
            <p:grpSpPr>
              <a:xfrm>
                <a:off x="3632509" y="3274438"/>
                <a:ext cx="37783" cy="32357"/>
                <a:chOff x="3632509" y="3274438"/>
                <a:chExt cx="37783" cy="32357"/>
              </a:xfrm>
            </p:grpSpPr>
            <p:sp>
              <p:nvSpPr>
                <p:cNvPr id="6290" name="Google Shape;6290;p118"/>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118"/>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2" name="Google Shape;6292;p118"/>
              <p:cNvGrpSpPr/>
              <p:nvPr/>
            </p:nvGrpSpPr>
            <p:grpSpPr>
              <a:xfrm>
                <a:off x="3906424" y="3297561"/>
                <a:ext cx="37776" cy="32451"/>
                <a:chOff x="3906424" y="3297561"/>
                <a:chExt cx="37776" cy="32451"/>
              </a:xfrm>
            </p:grpSpPr>
            <p:sp>
              <p:nvSpPr>
                <p:cNvPr id="6293" name="Google Shape;6293;p118"/>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118"/>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5" name="Google Shape;6295;p118"/>
              <p:cNvGrpSpPr/>
              <p:nvPr/>
            </p:nvGrpSpPr>
            <p:grpSpPr>
              <a:xfrm>
                <a:off x="3866084" y="3412107"/>
                <a:ext cx="37776" cy="32357"/>
                <a:chOff x="3866084" y="3412107"/>
                <a:chExt cx="37776" cy="32357"/>
              </a:xfrm>
            </p:grpSpPr>
            <p:sp>
              <p:nvSpPr>
                <p:cNvPr id="6296" name="Google Shape;6296;p118"/>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118"/>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8" name="Google Shape;6298;p118"/>
              <p:cNvGrpSpPr/>
              <p:nvPr/>
            </p:nvGrpSpPr>
            <p:grpSpPr>
              <a:xfrm>
                <a:off x="4023919" y="3766409"/>
                <a:ext cx="37783" cy="32357"/>
                <a:chOff x="4023919" y="3766409"/>
                <a:chExt cx="37783" cy="32357"/>
              </a:xfrm>
            </p:grpSpPr>
            <p:sp>
              <p:nvSpPr>
                <p:cNvPr id="6299" name="Google Shape;6299;p118"/>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118"/>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1" name="Google Shape;6301;p118"/>
              <p:cNvGrpSpPr/>
              <p:nvPr/>
            </p:nvGrpSpPr>
            <p:grpSpPr>
              <a:xfrm>
                <a:off x="3973882" y="3779449"/>
                <a:ext cx="37776" cy="32357"/>
                <a:chOff x="3973882" y="3779449"/>
                <a:chExt cx="37776" cy="32357"/>
              </a:xfrm>
            </p:grpSpPr>
            <p:sp>
              <p:nvSpPr>
                <p:cNvPr id="6302" name="Google Shape;6302;p118"/>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118"/>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4" name="Google Shape;6304;p118"/>
              <p:cNvGrpSpPr/>
              <p:nvPr/>
            </p:nvGrpSpPr>
            <p:grpSpPr>
              <a:xfrm>
                <a:off x="4073398" y="3838028"/>
                <a:ext cx="37776" cy="32380"/>
                <a:chOff x="4073398" y="3838028"/>
                <a:chExt cx="37776" cy="32380"/>
              </a:xfrm>
            </p:grpSpPr>
            <p:sp>
              <p:nvSpPr>
                <p:cNvPr id="6305" name="Google Shape;6305;p118"/>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118"/>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7" name="Google Shape;6307;p118"/>
              <p:cNvGrpSpPr/>
              <p:nvPr/>
            </p:nvGrpSpPr>
            <p:grpSpPr>
              <a:xfrm>
                <a:off x="4342672" y="4144496"/>
                <a:ext cx="37752" cy="32364"/>
                <a:chOff x="4342672" y="4144496"/>
                <a:chExt cx="37752" cy="32364"/>
              </a:xfrm>
            </p:grpSpPr>
            <p:sp>
              <p:nvSpPr>
                <p:cNvPr id="6308" name="Google Shape;6308;p118"/>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118"/>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0" name="Google Shape;6310;p118"/>
              <p:cNvGrpSpPr/>
              <p:nvPr/>
            </p:nvGrpSpPr>
            <p:grpSpPr>
              <a:xfrm>
                <a:off x="4406386" y="4056872"/>
                <a:ext cx="37783" cy="32364"/>
                <a:chOff x="4406386" y="4056872"/>
                <a:chExt cx="37783" cy="32364"/>
              </a:xfrm>
            </p:grpSpPr>
            <p:sp>
              <p:nvSpPr>
                <p:cNvPr id="6311" name="Google Shape;6311;p118"/>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118"/>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3" name="Google Shape;6313;p118"/>
              <p:cNvGrpSpPr/>
              <p:nvPr/>
            </p:nvGrpSpPr>
            <p:grpSpPr>
              <a:xfrm>
                <a:off x="4284416" y="4245254"/>
                <a:ext cx="37783" cy="32357"/>
                <a:chOff x="4284416" y="4245254"/>
                <a:chExt cx="37783" cy="32357"/>
              </a:xfrm>
            </p:grpSpPr>
            <p:sp>
              <p:nvSpPr>
                <p:cNvPr id="6314" name="Google Shape;6314;p118"/>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118"/>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6" name="Google Shape;6316;p118"/>
              <p:cNvGrpSpPr/>
              <p:nvPr/>
            </p:nvGrpSpPr>
            <p:grpSpPr>
              <a:xfrm>
                <a:off x="4219057" y="4331258"/>
                <a:ext cx="37776" cy="32364"/>
                <a:chOff x="4219057" y="4331258"/>
                <a:chExt cx="37776" cy="32364"/>
              </a:xfrm>
            </p:grpSpPr>
            <p:sp>
              <p:nvSpPr>
                <p:cNvPr id="6317" name="Google Shape;6317;p118"/>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118"/>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9" name="Google Shape;6319;p118"/>
              <p:cNvGrpSpPr/>
              <p:nvPr/>
            </p:nvGrpSpPr>
            <p:grpSpPr>
              <a:xfrm>
                <a:off x="4204122" y="4141688"/>
                <a:ext cx="33497" cy="28699"/>
                <a:chOff x="4204122" y="4141688"/>
                <a:chExt cx="33497" cy="28699"/>
              </a:xfrm>
            </p:grpSpPr>
            <p:sp>
              <p:nvSpPr>
                <p:cNvPr id="6320" name="Google Shape;6320;p118"/>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118"/>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2" name="Google Shape;6322;p118"/>
              <p:cNvGrpSpPr/>
              <p:nvPr/>
            </p:nvGrpSpPr>
            <p:grpSpPr>
              <a:xfrm>
                <a:off x="4301546" y="4003869"/>
                <a:ext cx="38916" cy="33324"/>
                <a:chOff x="4301546" y="4003869"/>
                <a:chExt cx="38916" cy="33324"/>
              </a:xfrm>
            </p:grpSpPr>
            <p:sp>
              <p:nvSpPr>
                <p:cNvPr id="6323" name="Google Shape;6323;p118"/>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118"/>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5" name="Google Shape;6325;p118"/>
              <p:cNvGrpSpPr/>
              <p:nvPr/>
            </p:nvGrpSpPr>
            <p:grpSpPr>
              <a:xfrm>
                <a:off x="4210681" y="3924669"/>
                <a:ext cx="36549" cy="31366"/>
                <a:chOff x="4210681" y="3924669"/>
                <a:chExt cx="36549" cy="31366"/>
              </a:xfrm>
            </p:grpSpPr>
            <p:sp>
              <p:nvSpPr>
                <p:cNvPr id="6326" name="Google Shape;6326;p118"/>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118"/>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8" name="Google Shape;6328;p118"/>
              <p:cNvGrpSpPr/>
              <p:nvPr/>
            </p:nvGrpSpPr>
            <p:grpSpPr>
              <a:xfrm>
                <a:off x="3987771" y="3628874"/>
                <a:ext cx="31499" cy="26993"/>
                <a:chOff x="3987771" y="3628874"/>
                <a:chExt cx="31499" cy="26993"/>
              </a:xfrm>
            </p:grpSpPr>
            <p:sp>
              <p:nvSpPr>
                <p:cNvPr id="6329" name="Google Shape;6329;p118"/>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118"/>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1" name="Google Shape;6331;p118"/>
              <p:cNvGrpSpPr/>
              <p:nvPr/>
            </p:nvGrpSpPr>
            <p:grpSpPr>
              <a:xfrm>
                <a:off x="4087382" y="3775674"/>
                <a:ext cx="31405" cy="26898"/>
                <a:chOff x="4087382" y="3775674"/>
                <a:chExt cx="31405" cy="26898"/>
              </a:xfrm>
            </p:grpSpPr>
            <p:sp>
              <p:nvSpPr>
                <p:cNvPr id="6332" name="Google Shape;6332;p118"/>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118"/>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4" name="Google Shape;6334;p118"/>
              <p:cNvGrpSpPr/>
              <p:nvPr/>
            </p:nvGrpSpPr>
            <p:grpSpPr>
              <a:xfrm>
                <a:off x="4118873" y="3856637"/>
                <a:ext cx="31405" cy="26906"/>
                <a:chOff x="4118873" y="3856637"/>
                <a:chExt cx="31405" cy="26906"/>
              </a:xfrm>
            </p:grpSpPr>
            <p:sp>
              <p:nvSpPr>
                <p:cNvPr id="6335" name="Google Shape;6335;p118"/>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118"/>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7" name="Google Shape;6337;p118"/>
              <p:cNvGrpSpPr/>
              <p:nvPr/>
            </p:nvGrpSpPr>
            <p:grpSpPr>
              <a:xfrm>
                <a:off x="4168541" y="3639523"/>
                <a:ext cx="31499" cy="26906"/>
                <a:chOff x="4168541" y="3639523"/>
                <a:chExt cx="31499" cy="26906"/>
              </a:xfrm>
            </p:grpSpPr>
            <p:sp>
              <p:nvSpPr>
                <p:cNvPr id="6338" name="Google Shape;6338;p118"/>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118"/>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0" name="Google Shape;6340;p118"/>
              <p:cNvGrpSpPr/>
              <p:nvPr/>
            </p:nvGrpSpPr>
            <p:grpSpPr>
              <a:xfrm>
                <a:off x="3965789" y="3393545"/>
                <a:ext cx="31405" cy="26945"/>
                <a:chOff x="3965789" y="3393545"/>
                <a:chExt cx="31405" cy="26945"/>
              </a:xfrm>
            </p:grpSpPr>
            <p:sp>
              <p:nvSpPr>
                <p:cNvPr id="6341" name="Google Shape;6341;p118"/>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118"/>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3" name="Google Shape;6343;p118"/>
              <p:cNvGrpSpPr/>
              <p:nvPr/>
            </p:nvGrpSpPr>
            <p:grpSpPr>
              <a:xfrm>
                <a:off x="3925166" y="3491008"/>
                <a:ext cx="31405" cy="27001"/>
                <a:chOff x="3925166" y="3491008"/>
                <a:chExt cx="31405" cy="27001"/>
              </a:xfrm>
            </p:grpSpPr>
            <p:sp>
              <p:nvSpPr>
                <p:cNvPr id="6344" name="Google Shape;6344;p118"/>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118"/>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6" name="Google Shape;6346;p118"/>
              <p:cNvGrpSpPr/>
              <p:nvPr/>
            </p:nvGrpSpPr>
            <p:grpSpPr>
              <a:xfrm>
                <a:off x="3682845" y="3340976"/>
                <a:ext cx="31397" cy="26898"/>
                <a:chOff x="3682845" y="3340976"/>
                <a:chExt cx="31397" cy="26898"/>
              </a:xfrm>
            </p:grpSpPr>
            <p:sp>
              <p:nvSpPr>
                <p:cNvPr id="6347" name="Google Shape;6347;p118"/>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118"/>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9" name="Google Shape;6349;p118"/>
              <p:cNvGrpSpPr/>
              <p:nvPr/>
            </p:nvGrpSpPr>
            <p:grpSpPr>
              <a:xfrm>
                <a:off x="3795393" y="3353725"/>
                <a:ext cx="31499" cy="26993"/>
                <a:chOff x="3795393" y="3353725"/>
                <a:chExt cx="31499" cy="26993"/>
              </a:xfrm>
            </p:grpSpPr>
            <p:sp>
              <p:nvSpPr>
                <p:cNvPr id="6350" name="Google Shape;6350;p118"/>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118"/>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2" name="Google Shape;6352;p118"/>
              <p:cNvGrpSpPr/>
              <p:nvPr/>
            </p:nvGrpSpPr>
            <p:grpSpPr>
              <a:xfrm>
                <a:off x="4176909" y="4363221"/>
                <a:ext cx="38924" cy="33316"/>
                <a:chOff x="4176909" y="4363221"/>
                <a:chExt cx="38924" cy="33316"/>
              </a:xfrm>
            </p:grpSpPr>
            <p:sp>
              <p:nvSpPr>
                <p:cNvPr id="6353" name="Google Shape;6353;p118"/>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118"/>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5" name="Google Shape;6355;p118"/>
              <p:cNvGrpSpPr/>
              <p:nvPr/>
            </p:nvGrpSpPr>
            <p:grpSpPr>
              <a:xfrm>
                <a:off x="4226191" y="4007660"/>
                <a:ext cx="33560" cy="28770"/>
                <a:chOff x="4226191" y="4007660"/>
                <a:chExt cx="33560" cy="28770"/>
              </a:xfrm>
            </p:grpSpPr>
            <p:sp>
              <p:nvSpPr>
                <p:cNvPr id="6356" name="Google Shape;6356;p118"/>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118"/>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8" name="Google Shape;6358;p118"/>
              <p:cNvGrpSpPr/>
              <p:nvPr/>
            </p:nvGrpSpPr>
            <p:grpSpPr>
              <a:xfrm>
                <a:off x="3597785" y="3377045"/>
                <a:ext cx="33591" cy="28699"/>
                <a:chOff x="3597785" y="3377045"/>
                <a:chExt cx="33591" cy="28699"/>
              </a:xfrm>
            </p:grpSpPr>
            <p:sp>
              <p:nvSpPr>
                <p:cNvPr id="6359" name="Google Shape;6359;p118"/>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118"/>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1" name="Google Shape;6361;p118"/>
              <p:cNvGrpSpPr/>
              <p:nvPr/>
            </p:nvGrpSpPr>
            <p:grpSpPr>
              <a:xfrm>
                <a:off x="3887870" y="3669796"/>
                <a:ext cx="33591" cy="28692"/>
                <a:chOff x="3887870" y="3669796"/>
                <a:chExt cx="33591" cy="28692"/>
              </a:xfrm>
            </p:grpSpPr>
            <p:sp>
              <p:nvSpPr>
                <p:cNvPr id="6362" name="Google Shape;6362;p118"/>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118"/>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4" name="Google Shape;6364;p118"/>
              <p:cNvGrpSpPr/>
              <p:nvPr/>
            </p:nvGrpSpPr>
            <p:grpSpPr>
              <a:xfrm>
                <a:off x="3818320" y="3481625"/>
                <a:ext cx="33497" cy="28770"/>
                <a:chOff x="3818320" y="3481625"/>
                <a:chExt cx="33497" cy="28770"/>
              </a:xfrm>
            </p:grpSpPr>
            <p:sp>
              <p:nvSpPr>
                <p:cNvPr id="6365" name="Google Shape;6365;p118"/>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118"/>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7" name="Google Shape;6367;p118"/>
              <p:cNvGrpSpPr/>
              <p:nvPr/>
            </p:nvGrpSpPr>
            <p:grpSpPr>
              <a:xfrm>
                <a:off x="4278139" y="4120948"/>
                <a:ext cx="37492" cy="32129"/>
                <a:chOff x="4278139" y="4120948"/>
                <a:chExt cx="37492" cy="32129"/>
              </a:xfrm>
            </p:grpSpPr>
            <p:sp>
              <p:nvSpPr>
                <p:cNvPr id="6368" name="Google Shape;6368;p118"/>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118"/>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0" name="Google Shape;6370;p118"/>
              <p:cNvGrpSpPr/>
              <p:nvPr/>
            </p:nvGrpSpPr>
            <p:grpSpPr>
              <a:xfrm>
                <a:off x="4419898" y="3977388"/>
                <a:ext cx="33497" cy="28692"/>
                <a:chOff x="4419898" y="3977388"/>
                <a:chExt cx="33497" cy="28692"/>
              </a:xfrm>
            </p:grpSpPr>
            <p:sp>
              <p:nvSpPr>
                <p:cNvPr id="6371" name="Google Shape;6371;p118"/>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118"/>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3" name="Google Shape;6373;p118"/>
              <p:cNvGrpSpPr/>
              <p:nvPr/>
            </p:nvGrpSpPr>
            <p:grpSpPr>
              <a:xfrm>
                <a:off x="4158930" y="4034684"/>
                <a:ext cx="33497" cy="28762"/>
                <a:chOff x="4158930" y="4034684"/>
                <a:chExt cx="33497" cy="28762"/>
              </a:xfrm>
            </p:grpSpPr>
            <p:sp>
              <p:nvSpPr>
                <p:cNvPr id="6374" name="Google Shape;6374;p118"/>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118"/>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6" name="Google Shape;6376;p118"/>
              <p:cNvGrpSpPr/>
              <p:nvPr/>
            </p:nvGrpSpPr>
            <p:grpSpPr>
              <a:xfrm>
                <a:off x="4134949" y="3957049"/>
                <a:ext cx="33497" cy="28770"/>
                <a:chOff x="4134949" y="3957049"/>
                <a:chExt cx="33497" cy="28770"/>
              </a:xfrm>
            </p:grpSpPr>
            <p:sp>
              <p:nvSpPr>
                <p:cNvPr id="6377" name="Google Shape;6377;p118"/>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118"/>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9" name="Google Shape;6379;p118"/>
              <p:cNvGrpSpPr/>
              <p:nvPr/>
            </p:nvGrpSpPr>
            <p:grpSpPr>
              <a:xfrm>
                <a:off x="4193653" y="4184403"/>
                <a:ext cx="43580" cy="37264"/>
                <a:chOff x="4193653" y="4184403"/>
                <a:chExt cx="43580" cy="37264"/>
              </a:xfrm>
            </p:grpSpPr>
            <p:sp>
              <p:nvSpPr>
                <p:cNvPr id="6380" name="Google Shape;6380;p118"/>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118"/>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2" name="Google Shape;6382;p118"/>
              <p:cNvGrpSpPr/>
              <p:nvPr/>
            </p:nvGrpSpPr>
            <p:grpSpPr>
              <a:xfrm>
                <a:off x="4343600" y="3943844"/>
                <a:ext cx="43580" cy="37312"/>
                <a:chOff x="4343600" y="3943844"/>
                <a:chExt cx="43580" cy="37312"/>
              </a:xfrm>
            </p:grpSpPr>
            <p:sp>
              <p:nvSpPr>
                <p:cNvPr id="6383" name="Google Shape;6383;p118"/>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118"/>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5" name="Google Shape;6385;p118"/>
              <p:cNvGrpSpPr/>
              <p:nvPr/>
            </p:nvGrpSpPr>
            <p:grpSpPr>
              <a:xfrm>
                <a:off x="4172339" y="3381693"/>
                <a:ext cx="31499" cy="27001"/>
                <a:chOff x="4172339" y="3381693"/>
                <a:chExt cx="31499" cy="27001"/>
              </a:xfrm>
            </p:grpSpPr>
            <p:sp>
              <p:nvSpPr>
                <p:cNvPr id="6386" name="Google Shape;6386;p118"/>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118"/>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88" name="Google Shape;6388;p118"/>
          <p:cNvGrpSpPr/>
          <p:nvPr/>
        </p:nvGrpSpPr>
        <p:grpSpPr>
          <a:xfrm>
            <a:off x="3530626" y="1013128"/>
            <a:ext cx="2078182" cy="1366558"/>
            <a:chOff x="235800" y="830650"/>
            <a:chExt cx="6978450" cy="4588844"/>
          </a:xfrm>
        </p:grpSpPr>
        <p:sp>
          <p:nvSpPr>
            <p:cNvPr id="6389" name="Google Shape;6389;p118"/>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118"/>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118"/>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118"/>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118"/>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118"/>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5" name="Google Shape;6395;p118"/>
          <p:cNvGrpSpPr/>
          <p:nvPr/>
        </p:nvGrpSpPr>
        <p:grpSpPr>
          <a:xfrm>
            <a:off x="5904877" y="1016248"/>
            <a:ext cx="2435960" cy="1297725"/>
            <a:chOff x="233350" y="949250"/>
            <a:chExt cx="7137300" cy="3802300"/>
          </a:xfrm>
        </p:grpSpPr>
        <p:sp>
          <p:nvSpPr>
            <p:cNvPr id="6396" name="Google Shape;6396;p11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11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11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11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11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11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11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11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11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11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11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11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11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11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11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11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11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11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11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11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11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11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11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11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11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11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11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11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11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11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11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11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11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11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11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11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11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11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11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11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11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11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11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11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11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11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11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11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11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11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11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7" name="Google Shape;6447;p118"/>
          <p:cNvGrpSpPr/>
          <p:nvPr/>
        </p:nvGrpSpPr>
        <p:grpSpPr>
          <a:xfrm>
            <a:off x="698034" y="977939"/>
            <a:ext cx="2665073" cy="1317140"/>
            <a:chOff x="793334" y="1192826"/>
            <a:chExt cx="2665073" cy="1317140"/>
          </a:xfrm>
        </p:grpSpPr>
        <p:sp>
          <p:nvSpPr>
            <p:cNvPr id="6448" name="Google Shape;6448;p118"/>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118"/>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118"/>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118"/>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118"/>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118"/>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118"/>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118"/>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118"/>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118"/>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118"/>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118"/>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118"/>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118"/>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118"/>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118"/>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118"/>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118"/>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118"/>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118"/>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118"/>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118"/>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118"/>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118"/>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118"/>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118"/>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118"/>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118"/>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118"/>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118"/>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118"/>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118"/>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118"/>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118"/>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118"/>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118"/>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118"/>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118"/>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118"/>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118"/>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118"/>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118"/>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118"/>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118"/>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118"/>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118"/>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118"/>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118"/>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118"/>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118"/>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118"/>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118"/>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118"/>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118"/>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118"/>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118"/>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118"/>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118"/>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118"/>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118"/>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118"/>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118"/>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118"/>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118"/>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118"/>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118"/>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118"/>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118"/>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118"/>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118"/>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118"/>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118"/>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118"/>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118"/>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118"/>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118"/>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118"/>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118"/>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118"/>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118"/>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118"/>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118"/>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118"/>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118"/>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118"/>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118"/>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118"/>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118"/>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118"/>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118"/>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118"/>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118"/>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118"/>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118"/>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118"/>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118"/>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118"/>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118"/>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118"/>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118"/>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118"/>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118"/>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118"/>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118"/>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118"/>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118"/>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118"/>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118"/>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118"/>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118"/>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118"/>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118"/>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118"/>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118"/>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118"/>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118"/>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118"/>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118"/>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118"/>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118"/>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118"/>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118"/>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118"/>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118"/>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118"/>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118"/>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118"/>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118"/>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118"/>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118"/>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118"/>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118"/>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118"/>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118"/>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118"/>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118"/>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118"/>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118"/>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118"/>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118"/>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118"/>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118"/>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118"/>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118"/>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118"/>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118"/>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118"/>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118"/>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118"/>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118"/>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118"/>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118"/>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118"/>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118"/>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118"/>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118"/>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118"/>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118"/>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118"/>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118"/>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118"/>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118"/>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118"/>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118"/>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118"/>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118"/>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118"/>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118"/>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118"/>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118"/>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118"/>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118"/>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118"/>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118"/>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118"/>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118"/>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118"/>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118"/>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118"/>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118"/>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118"/>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118"/>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118"/>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118"/>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118"/>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118"/>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118"/>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118"/>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118"/>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118"/>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118"/>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118"/>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118"/>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118"/>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118"/>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118"/>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118"/>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118"/>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118"/>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118"/>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118"/>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118"/>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118"/>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118"/>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118"/>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118"/>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118"/>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118"/>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118"/>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118"/>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118"/>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118"/>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118"/>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118"/>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118"/>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118"/>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118"/>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118"/>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118"/>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118"/>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118"/>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118"/>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118"/>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118"/>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118"/>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118"/>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118"/>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118"/>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118"/>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118"/>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118"/>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118"/>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118"/>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118"/>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118"/>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118"/>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118"/>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118"/>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118"/>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118"/>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118"/>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118"/>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118"/>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118"/>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118"/>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118"/>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118"/>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118"/>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118"/>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118"/>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118"/>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118"/>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118"/>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118"/>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118"/>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118"/>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118"/>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118"/>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118"/>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118"/>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118"/>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118"/>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118"/>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118"/>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118"/>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118"/>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118"/>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118"/>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118"/>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118"/>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118"/>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118"/>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118"/>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118"/>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118"/>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118"/>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118"/>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118"/>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118"/>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118"/>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118"/>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118"/>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118"/>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118"/>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118"/>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118"/>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118"/>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118"/>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118"/>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118"/>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118"/>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118"/>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118"/>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118"/>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118"/>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118"/>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118"/>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118"/>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118"/>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118"/>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118"/>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118"/>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118"/>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118"/>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118"/>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118"/>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118"/>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118"/>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118"/>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118"/>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118"/>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118"/>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118"/>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118"/>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118"/>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118"/>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118"/>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118"/>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118"/>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118"/>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118"/>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118"/>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118"/>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118"/>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118"/>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118"/>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118"/>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118"/>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118"/>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118"/>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118"/>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118"/>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118"/>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118"/>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118"/>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118"/>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118"/>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118"/>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118"/>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118"/>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118"/>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118"/>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118"/>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118"/>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118"/>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118"/>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118"/>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118"/>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118"/>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118"/>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118"/>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118"/>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118"/>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118"/>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118"/>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118"/>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118"/>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118"/>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118"/>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118"/>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118"/>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118"/>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118"/>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118"/>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118"/>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118"/>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118"/>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118"/>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118"/>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118"/>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118"/>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118"/>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118"/>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118"/>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118"/>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118"/>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118"/>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118"/>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118"/>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118"/>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118"/>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118"/>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118"/>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118"/>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118"/>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118"/>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118"/>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118"/>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118"/>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118"/>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118"/>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118"/>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118"/>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118"/>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118"/>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118"/>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118"/>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118"/>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118"/>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118"/>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118"/>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118"/>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118"/>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118"/>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118"/>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118"/>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118"/>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118"/>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118"/>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118"/>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118"/>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118"/>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118"/>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118"/>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118"/>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118"/>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118"/>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118"/>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118"/>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118"/>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118"/>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118"/>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118"/>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118"/>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118"/>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118"/>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118"/>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118"/>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118"/>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118"/>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118"/>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118"/>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118"/>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118"/>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118"/>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118"/>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118"/>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118"/>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118"/>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118"/>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118"/>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118"/>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118"/>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118"/>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118"/>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118"/>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118"/>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118"/>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118"/>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118"/>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118"/>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118"/>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118"/>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118"/>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118"/>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118"/>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118"/>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118"/>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118"/>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118"/>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118"/>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118"/>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118"/>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118"/>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118"/>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118"/>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118"/>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118"/>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118"/>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118"/>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118"/>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118"/>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118"/>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118"/>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118"/>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118"/>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118"/>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118"/>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118"/>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118"/>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118"/>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118"/>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118"/>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118"/>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118"/>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118"/>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118"/>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118"/>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118"/>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118"/>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118"/>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118"/>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118"/>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118"/>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118"/>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118"/>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118"/>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118"/>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118"/>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118"/>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118"/>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118"/>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118"/>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118"/>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11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118"/>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118"/>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118"/>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118"/>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118"/>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118"/>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118"/>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118"/>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118"/>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118"/>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118"/>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118"/>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118"/>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118"/>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118"/>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11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118"/>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118"/>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118"/>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118"/>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118"/>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118"/>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118"/>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118"/>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118"/>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118"/>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118"/>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118"/>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118"/>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118"/>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118"/>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118"/>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118"/>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118"/>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118"/>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118"/>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118"/>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118"/>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118"/>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118"/>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118"/>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118"/>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118"/>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118"/>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118"/>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118"/>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118"/>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118"/>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118"/>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118"/>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118"/>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118"/>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118"/>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118"/>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118"/>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118"/>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118"/>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118"/>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118"/>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118"/>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118"/>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118"/>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118"/>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118"/>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118"/>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118"/>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118"/>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118"/>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118"/>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118"/>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118"/>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118"/>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118"/>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118"/>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118"/>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118"/>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118"/>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118"/>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118"/>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118"/>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118"/>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118"/>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118"/>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118"/>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118"/>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118"/>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118"/>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118"/>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118"/>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118"/>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118"/>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118"/>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118"/>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118"/>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118"/>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118"/>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118"/>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118"/>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118"/>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118"/>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118"/>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118"/>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118"/>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118"/>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118"/>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118"/>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118"/>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118"/>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118"/>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118"/>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118"/>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118"/>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118"/>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118"/>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118"/>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118"/>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118"/>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118"/>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118"/>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118"/>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118"/>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118"/>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118"/>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118"/>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118"/>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118"/>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118"/>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118"/>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118"/>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118"/>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118"/>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118"/>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118"/>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118"/>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118"/>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118"/>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118"/>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118"/>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118"/>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118"/>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118"/>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118"/>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118"/>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118"/>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118"/>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118"/>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118"/>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118"/>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118"/>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118"/>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118"/>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118"/>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118"/>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118"/>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118"/>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118"/>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118"/>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118"/>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118"/>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118"/>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118"/>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118"/>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118"/>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118"/>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118"/>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118"/>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118"/>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118"/>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118"/>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118"/>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118"/>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118"/>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118"/>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118"/>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118"/>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118"/>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118"/>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118"/>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118"/>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118"/>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118"/>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118"/>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118"/>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118"/>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118"/>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118"/>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118"/>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118"/>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118"/>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118"/>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118"/>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118"/>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118"/>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118"/>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118"/>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118"/>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118"/>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118"/>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118"/>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118"/>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118"/>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118"/>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118"/>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118"/>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118"/>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118"/>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118"/>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118"/>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118"/>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118"/>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118"/>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118"/>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118"/>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118"/>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118"/>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118"/>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118"/>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118"/>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118"/>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118"/>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118"/>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118"/>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118"/>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118"/>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118"/>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118"/>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118"/>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118"/>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118"/>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118"/>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118"/>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118"/>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118"/>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118"/>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118"/>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118"/>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118"/>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118"/>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118"/>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118"/>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118"/>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118"/>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118"/>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118"/>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118"/>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118"/>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118"/>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118"/>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118"/>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118"/>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118"/>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118"/>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118"/>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118"/>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118"/>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118"/>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118"/>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118"/>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118"/>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118"/>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118"/>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118"/>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118"/>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118"/>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118"/>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118"/>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118"/>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118"/>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118"/>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118"/>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118"/>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118"/>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118"/>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118"/>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118"/>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118"/>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118"/>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118"/>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118"/>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118"/>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118"/>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118"/>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118"/>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118"/>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118"/>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118"/>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118"/>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118"/>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118"/>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118"/>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118"/>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118"/>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118"/>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118"/>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118"/>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118"/>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118"/>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118"/>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118"/>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118"/>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118"/>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118"/>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118"/>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118"/>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118"/>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118"/>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118"/>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118"/>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118"/>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118"/>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118"/>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118"/>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118"/>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118"/>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118"/>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118"/>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118"/>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118"/>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118"/>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118"/>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118"/>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118"/>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118"/>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118"/>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118"/>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118"/>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118"/>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118"/>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118"/>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118"/>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118"/>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118"/>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118"/>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118"/>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118"/>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118"/>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118"/>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118"/>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118"/>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118"/>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118"/>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118"/>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118"/>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118"/>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118"/>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118"/>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118"/>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118"/>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118"/>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118"/>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118"/>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118"/>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118"/>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118"/>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118"/>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118"/>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118"/>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118"/>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118"/>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118"/>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118"/>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118"/>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118"/>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118"/>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118"/>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118"/>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118"/>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118"/>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118"/>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118"/>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118"/>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118"/>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118"/>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118"/>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118"/>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118"/>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118"/>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118"/>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118"/>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118"/>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118"/>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118"/>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118"/>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118"/>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118"/>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118"/>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118"/>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118"/>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118"/>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118"/>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118"/>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118"/>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118"/>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118"/>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118"/>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118"/>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118"/>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118"/>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118"/>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118"/>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118"/>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118"/>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118"/>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118"/>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118"/>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118"/>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118"/>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118"/>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118"/>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118"/>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118"/>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118"/>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118"/>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118"/>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118"/>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118"/>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118"/>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118"/>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118"/>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118"/>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118"/>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118"/>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118"/>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118"/>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118"/>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118"/>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118"/>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118"/>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118"/>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118"/>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118"/>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118"/>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118"/>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118"/>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118"/>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118"/>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118"/>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118"/>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118"/>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118"/>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118"/>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118"/>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118"/>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118"/>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118"/>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118"/>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118"/>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118"/>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118"/>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118"/>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118"/>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118"/>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118"/>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118"/>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118"/>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118"/>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118"/>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118"/>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118"/>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118"/>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118"/>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118"/>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118"/>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118"/>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118"/>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118"/>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118"/>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118"/>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118"/>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118"/>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118"/>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118"/>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118"/>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118"/>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118"/>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118"/>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118"/>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118"/>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118"/>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118"/>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118"/>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118"/>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118"/>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118"/>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118"/>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118"/>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118"/>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118"/>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118"/>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118"/>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118"/>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118"/>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118"/>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118"/>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118"/>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118"/>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118"/>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118"/>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118"/>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118"/>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118"/>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118"/>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118"/>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118"/>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118"/>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118"/>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118"/>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118"/>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118"/>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118"/>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118"/>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118"/>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118"/>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118"/>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118"/>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118"/>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118"/>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118"/>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118"/>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118"/>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118"/>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118"/>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118"/>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118"/>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118"/>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118"/>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118"/>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118"/>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118"/>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118"/>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118"/>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118"/>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118"/>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118"/>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118"/>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118"/>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118"/>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118"/>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118"/>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118"/>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118"/>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118"/>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118"/>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118"/>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118"/>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118"/>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118"/>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118"/>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118"/>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118"/>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118"/>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118"/>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118"/>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118"/>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118"/>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118"/>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118"/>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118"/>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118"/>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118"/>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118"/>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118"/>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118"/>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118"/>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118"/>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118"/>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118"/>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118"/>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118"/>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118"/>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118"/>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118"/>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118"/>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118"/>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118"/>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118"/>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118"/>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118"/>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118"/>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118"/>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118"/>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118"/>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118"/>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118"/>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118"/>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118"/>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118"/>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118"/>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11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118"/>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118"/>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11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118"/>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118"/>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118"/>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118"/>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118"/>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118"/>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118"/>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118"/>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118"/>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118"/>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118"/>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118"/>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118"/>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118"/>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118"/>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118"/>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118"/>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118"/>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118"/>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118"/>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118"/>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118"/>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118"/>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118"/>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118"/>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118"/>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118"/>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118"/>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118"/>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118"/>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118"/>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118"/>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118"/>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118"/>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118"/>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118"/>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118"/>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118"/>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118"/>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118"/>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118"/>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118"/>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118"/>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118"/>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118"/>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118"/>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118"/>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118"/>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118"/>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118"/>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118"/>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118"/>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118"/>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118"/>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118"/>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118"/>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118"/>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118"/>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118"/>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118"/>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118"/>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118"/>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118"/>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118"/>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118"/>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118"/>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118"/>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118"/>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118"/>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118"/>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118"/>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118"/>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118"/>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118"/>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118"/>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118"/>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118"/>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118"/>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118"/>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118"/>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118"/>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118"/>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118"/>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118"/>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118"/>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118"/>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118"/>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118"/>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118"/>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118"/>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118"/>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118"/>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118"/>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118"/>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118"/>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118"/>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118"/>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118"/>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118"/>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118"/>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118"/>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118"/>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118"/>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118"/>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118"/>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118"/>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118"/>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118"/>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118"/>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118"/>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118"/>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118"/>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118"/>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118"/>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118"/>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118"/>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118"/>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118"/>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118"/>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118"/>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118"/>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118"/>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118"/>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118"/>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118"/>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118"/>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118"/>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118"/>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118"/>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118"/>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118"/>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118"/>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118"/>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118"/>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118"/>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118"/>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118"/>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118"/>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118"/>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118"/>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118"/>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118"/>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118"/>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118"/>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118"/>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118"/>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118"/>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118"/>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118"/>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118"/>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118"/>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118"/>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118"/>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118"/>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118"/>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118"/>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118"/>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118"/>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118"/>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118"/>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118"/>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118"/>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118"/>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118"/>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118"/>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118"/>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118"/>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118"/>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118"/>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118"/>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118"/>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118"/>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118"/>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118"/>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118"/>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118"/>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118"/>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118"/>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118"/>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118"/>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118"/>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118"/>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118"/>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118"/>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118"/>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118"/>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118"/>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118"/>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118"/>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118"/>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118"/>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118"/>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118"/>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118"/>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118"/>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118"/>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118"/>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118"/>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118"/>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118"/>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118"/>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118"/>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118"/>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118"/>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118"/>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118"/>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118"/>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118"/>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118"/>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118"/>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118"/>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118"/>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118"/>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118"/>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118"/>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118"/>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118"/>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118"/>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118"/>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118"/>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118"/>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118"/>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118"/>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118"/>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118"/>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118"/>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118"/>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118"/>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118"/>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118"/>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118"/>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118"/>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118"/>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118"/>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118"/>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118"/>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118"/>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118"/>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118"/>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118"/>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118"/>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118"/>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118"/>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118"/>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118"/>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118"/>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118"/>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118"/>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118"/>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118"/>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118"/>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118"/>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118"/>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118"/>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118"/>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118"/>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118"/>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118"/>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118"/>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118"/>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118"/>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118"/>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118"/>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118"/>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118"/>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118"/>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118"/>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118"/>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118"/>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118"/>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118"/>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118"/>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118"/>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118"/>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118"/>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118"/>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118"/>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118"/>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118"/>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118"/>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118"/>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118"/>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118"/>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118"/>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118"/>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118"/>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118"/>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118"/>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118"/>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118"/>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118"/>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118"/>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118"/>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118"/>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118"/>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118"/>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118"/>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118"/>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118"/>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118"/>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118"/>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118"/>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118"/>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118"/>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118"/>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118"/>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118"/>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118"/>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118"/>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118"/>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118"/>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118"/>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118"/>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118"/>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118"/>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118"/>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118"/>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118"/>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118"/>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118"/>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118"/>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118"/>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118"/>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118"/>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118"/>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118"/>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118"/>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118"/>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118"/>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118"/>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118"/>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118"/>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118"/>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118"/>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118"/>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118"/>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118"/>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118"/>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118"/>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118"/>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118"/>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118"/>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118"/>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118"/>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118"/>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118"/>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118"/>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118"/>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118"/>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118"/>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118"/>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118"/>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118"/>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118"/>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118"/>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118"/>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118"/>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118"/>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118"/>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118"/>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118"/>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118"/>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118"/>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118"/>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118"/>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118"/>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118"/>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118"/>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118"/>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118"/>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118"/>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118"/>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118"/>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118"/>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118"/>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118"/>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118"/>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118"/>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118"/>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118"/>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118"/>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118"/>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118"/>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118"/>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118"/>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118"/>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118"/>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118"/>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118"/>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118"/>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118"/>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118"/>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118"/>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118"/>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118"/>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118"/>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118"/>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118"/>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118"/>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118"/>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118"/>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118"/>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118"/>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118"/>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118"/>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118"/>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118"/>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118"/>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118"/>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118"/>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118"/>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118"/>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118"/>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118"/>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118"/>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118"/>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118"/>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118"/>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118"/>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118"/>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118"/>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118"/>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118"/>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118"/>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118"/>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118"/>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118"/>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118"/>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118"/>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118"/>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118"/>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118"/>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118"/>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118"/>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118"/>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118"/>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118"/>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118"/>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118"/>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118"/>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118"/>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118"/>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118"/>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118"/>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118"/>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118"/>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118"/>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118"/>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118"/>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118"/>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118"/>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118"/>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118"/>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118"/>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118"/>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118"/>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118"/>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118"/>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118"/>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118"/>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118"/>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118"/>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118"/>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118"/>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118"/>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118"/>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118"/>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118"/>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118"/>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118"/>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118"/>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118"/>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118"/>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118"/>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118"/>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118"/>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118"/>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118"/>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118"/>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118"/>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118"/>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118"/>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118"/>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118"/>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118"/>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118"/>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118"/>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118"/>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118"/>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118"/>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118"/>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118"/>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118"/>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118"/>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118"/>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118"/>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118"/>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118"/>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118"/>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118"/>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118"/>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118"/>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118"/>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118"/>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118"/>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118"/>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118"/>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118"/>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118"/>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118"/>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118"/>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118"/>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118"/>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118"/>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118"/>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118"/>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118"/>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118"/>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118"/>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118"/>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118"/>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118"/>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118"/>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118"/>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118"/>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118"/>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118"/>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118"/>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118"/>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118"/>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118"/>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118"/>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118"/>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118"/>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118"/>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118"/>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118"/>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118"/>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118"/>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118"/>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118"/>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118"/>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118"/>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118"/>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118"/>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118"/>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118"/>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118"/>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118"/>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118"/>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118"/>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118"/>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118"/>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118"/>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118"/>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118"/>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118"/>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118"/>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118"/>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118"/>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118"/>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118"/>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118"/>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118"/>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118"/>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118"/>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118"/>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118"/>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118"/>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118"/>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118"/>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118"/>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118"/>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118"/>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118"/>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118"/>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118"/>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118"/>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118"/>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118"/>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118"/>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118"/>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118"/>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118"/>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118"/>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118"/>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118"/>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118"/>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118"/>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118"/>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118"/>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118"/>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118"/>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118"/>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118"/>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118"/>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118"/>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118"/>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118"/>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118"/>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118"/>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118"/>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118"/>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118"/>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118"/>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118"/>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118"/>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118"/>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118"/>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118"/>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118"/>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118"/>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118"/>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118"/>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118"/>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118"/>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118"/>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118"/>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118"/>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118"/>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118"/>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118"/>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118"/>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118"/>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118"/>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118"/>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118"/>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118"/>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118"/>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118"/>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118"/>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118"/>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118"/>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118"/>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118"/>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118"/>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118"/>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118"/>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118"/>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118"/>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118"/>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118"/>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118"/>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118"/>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118"/>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118"/>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118"/>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118"/>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118"/>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118"/>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118"/>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118"/>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118"/>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118"/>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118"/>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118"/>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118"/>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118"/>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118"/>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118"/>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118"/>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118"/>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118"/>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118"/>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118"/>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118"/>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118"/>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118"/>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118"/>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118"/>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118"/>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118"/>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118"/>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118"/>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118"/>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118"/>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118"/>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118"/>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118"/>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118"/>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118"/>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118"/>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118"/>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118"/>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118"/>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118"/>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118"/>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118"/>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118"/>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118"/>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118"/>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118"/>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118"/>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118"/>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118"/>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118"/>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118"/>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118"/>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118"/>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118"/>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118"/>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118"/>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118"/>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118"/>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118"/>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118"/>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118"/>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118"/>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118"/>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118"/>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118"/>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118"/>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118"/>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118"/>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118"/>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118"/>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118"/>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118"/>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118"/>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118"/>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118"/>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118"/>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118"/>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118"/>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118"/>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118"/>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118"/>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118"/>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118"/>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118"/>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118"/>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118"/>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118"/>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118"/>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118"/>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118"/>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118"/>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118"/>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118"/>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118"/>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118"/>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118"/>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118"/>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118"/>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118"/>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118"/>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118"/>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118"/>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118"/>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118"/>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118"/>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118"/>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118"/>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118"/>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118"/>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118"/>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118"/>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118"/>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118"/>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118"/>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118"/>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118"/>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118"/>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118"/>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118"/>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118"/>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118"/>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118"/>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118"/>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118"/>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118"/>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118"/>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118"/>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118"/>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118"/>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118"/>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118"/>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118"/>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118"/>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118"/>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118"/>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118"/>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118"/>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118"/>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118"/>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118"/>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118"/>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118"/>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118"/>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118"/>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118"/>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118"/>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118"/>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118"/>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118"/>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118"/>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118"/>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118"/>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118"/>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118"/>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118"/>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118"/>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118"/>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118"/>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118"/>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118"/>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118"/>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118"/>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118"/>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118"/>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118"/>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118"/>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118"/>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118"/>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118"/>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118"/>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118"/>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118"/>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118"/>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118"/>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118"/>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118"/>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118"/>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118"/>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118"/>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118"/>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118"/>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118"/>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118"/>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118"/>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118"/>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118"/>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118"/>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118"/>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118"/>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118"/>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118"/>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118"/>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118"/>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118"/>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118"/>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118"/>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118"/>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118"/>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118"/>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118"/>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118"/>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118"/>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118"/>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118"/>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118"/>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118"/>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118"/>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118"/>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118"/>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118"/>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118"/>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118"/>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118"/>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118"/>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118"/>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118"/>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118"/>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118"/>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118"/>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118"/>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118"/>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118"/>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118"/>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118"/>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118"/>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118"/>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118"/>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118"/>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118"/>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118"/>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118"/>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118"/>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118"/>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118"/>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118"/>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118"/>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118"/>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118"/>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118"/>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118"/>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118"/>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118"/>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118"/>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118"/>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118"/>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118"/>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118"/>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118"/>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118"/>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118"/>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118"/>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118"/>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118"/>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118"/>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118"/>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118"/>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118"/>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118"/>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118"/>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118"/>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118"/>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118"/>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118"/>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118"/>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118"/>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118"/>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118"/>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118"/>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118"/>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118"/>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118"/>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118"/>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118"/>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118"/>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118"/>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118"/>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118"/>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118"/>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118"/>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118"/>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118"/>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118"/>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118"/>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118"/>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118"/>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118"/>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118"/>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118"/>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118"/>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118"/>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118"/>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118"/>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118"/>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118"/>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118"/>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118"/>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118"/>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118"/>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118"/>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118"/>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118"/>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118"/>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118"/>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118"/>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118"/>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118"/>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118"/>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118"/>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118"/>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118"/>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118"/>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118"/>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118"/>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118"/>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118"/>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118"/>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118"/>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118"/>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118"/>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118"/>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118"/>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118"/>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118"/>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118"/>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118"/>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118"/>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118"/>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118"/>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118"/>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118"/>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118"/>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118"/>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118"/>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118"/>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118"/>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118"/>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118"/>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118"/>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118"/>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118"/>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118"/>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118"/>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118"/>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118"/>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118"/>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118"/>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118"/>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118"/>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118"/>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118"/>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118"/>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118"/>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118"/>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118"/>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118"/>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118"/>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118"/>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118"/>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118"/>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118"/>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118"/>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118"/>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118"/>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118"/>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118"/>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118"/>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118"/>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118"/>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118"/>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118"/>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118"/>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118"/>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118"/>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118"/>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118"/>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118"/>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118"/>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118"/>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118"/>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118"/>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118"/>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118"/>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118"/>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118"/>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118"/>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118"/>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118"/>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118"/>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118"/>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118"/>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118"/>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118"/>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118"/>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118"/>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118"/>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118"/>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118"/>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118"/>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118"/>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118"/>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118"/>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118"/>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118"/>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118"/>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118"/>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118"/>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118"/>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118"/>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118"/>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118"/>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118"/>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118"/>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118"/>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118"/>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118"/>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118"/>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118"/>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118"/>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118"/>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118"/>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118"/>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118"/>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118"/>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118"/>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118"/>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118"/>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118"/>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118"/>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118"/>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118"/>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118"/>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118"/>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118"/>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118"/>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118"/>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118"/>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118"/>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118"/>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118"/>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118"/>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118"/>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118"/>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118"/>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118"/>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118"/>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118"/>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118"/>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118"/>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118"/>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118"/>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118"/>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118"/>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118"/>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118"/>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118"/>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118"/>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118"/>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118"/>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118"/>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118"/>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118"/>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118"/>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118"/>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118"/>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118"/>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118"/>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118"/>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118"/>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118"/>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118"/>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118"/>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118"/>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118"/>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118"/>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118"/>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118"/>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118"/>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118"/>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118"/>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118"/>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118"/>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118"/>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118"/>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118"/>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118"/>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118"/>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118"/>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118"/>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118"/>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118"/>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118"/>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118"/>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118"/>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118"/>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118"/>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118"/>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118"/>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118"/>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118"/>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118"/>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118"/>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118"/>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118"/>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118"/>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118"/>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118"/>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118"/>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118"/>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118"/>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118"/>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118"/>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118"/>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118"/>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118"/>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118"/>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118"/>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118"/>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118"/>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118"/>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118"/>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118"/>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118"/>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118"/>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118"/>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118"/>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118"/>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118"/>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118"/>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118"/>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118"/>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118"/>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118"/>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118"/>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118"/>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118"/>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118"/>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118"/>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118"/>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118"/>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118"/>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118"/>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118"/>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118"/>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118"/>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118"/>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118"/>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118"/>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118"/>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118"/>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118"/>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118"/>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118"/>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118"/>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118"/>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118"/>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118"/>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118"/>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118"/>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118"/>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118"/>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118"/>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118"/>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118"/>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118"/>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118"/>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118"/>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118"/>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118"/>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118"/>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118"/>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118"/>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118"/>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118"/>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118"/>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118"/>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118"/>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118"/>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118"/>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118"/>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118"/>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118"/>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118"/>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118"/>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118"/>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118"/>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118"/>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118"/>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118"/>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118"/>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118"/>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118"/>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118"/>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118"/>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118"/>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118"/>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118"/>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118"/>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118"/>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118"/>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118"/>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118"/>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118"/>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118"/>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118"/>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118"/>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118"/>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118"/>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118"/>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118"/>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118"/>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118"/>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118"/>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118"/>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118"/>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118"/>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118"/>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118"/>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118"/>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118"/>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118"/>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118"/>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118"/>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118"/>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118"/>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118"/>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118"/>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118"/>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118"/>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118"/>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118"/>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118"/>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118"/>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118"/>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118"/>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118"/>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118"/>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118"/>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118"/>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118"/>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118"/>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118"/>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118"/>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118"/>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118"/>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118"/>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118"/>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118"/>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118"/>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118"/>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118"/>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118"/>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118"/>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118"/>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118"/>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118"/>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118"/>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118"/>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118"/>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118"/>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118"/>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118"/>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118"/>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118"/>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118"/>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118"/>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118"/>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118"/>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118"/>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118"/>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118"/>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118"/>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118"/>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118"/>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118"/>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118"/>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118"/>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118"/>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118"/>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118"/>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118"/>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118"/>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118"/>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118"/>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118"/>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118"/>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118"/>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118"/>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118"/>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118"/>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118"/>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118"/>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118"/>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118"/>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118"/>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118"/>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118"/>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118"/>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118"/>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118"/>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118"/>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118"/>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118"/>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118"/>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118"/>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118"/>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118"/>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118"/>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118"/>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118"/>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118"/>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118"/>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118"/>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118"/>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118"/>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118"/>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118"/>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118"/>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118"/>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118"/>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118"/>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118"/>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118"/>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118"/>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118"/>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118"/>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118"/>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118"/>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118"/>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118"/>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118"/>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118"/>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118"/>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118"/>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118"/>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118"/>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118"/>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118"/>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118"/>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118"/>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118"/>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118"/>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118"/>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118"/>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118"/>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118"/>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118"/>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118"/>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118"/>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118"/>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118"/>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118"/>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118"/>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118"/>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118"/>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118"/>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118"/>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118"/>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118"/>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118"/>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118"/>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118"/>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118"/>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118"/>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118"/>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118"/>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118"/>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118"/>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118"/>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118"/>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118"/>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118"/>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118"/>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118"/>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118"/>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118"/>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118"/>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118"/>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118"/>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118"/>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118"/>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118"/>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118"/>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118"/>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118"/>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118"/>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118"/>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118"/>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118"/>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118"/>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118"/>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118"/>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118"/>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118"/>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118"/>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118"/>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118"/>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118"/>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118"/>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118"/>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118"/>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118"/>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118"/>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118"/>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118"/>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118"/>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118"/>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118"/>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118"/>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118"/>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118"/>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118"/>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118"/>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118"/>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118"/>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118"/>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118"/>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118"/>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118"/>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118"/>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118"/>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118"/>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118"/>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118"/>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118"/>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118"/>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118"/>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118"/>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118"/>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118"/>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118"/>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118"/>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118"/>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118"/>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118"/>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118"/>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118"/>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118"/>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118"/>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118"/>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118"/>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118"/>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118"/>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118"/>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118"/>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118"/>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118"/>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118"/>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118"/>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118"/>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118"/>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118"/>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118"/>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118"/>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118"/>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118"/>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118"/>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118"/>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118"/>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118"/>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118"/>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118"/>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118"/>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118"/>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118"/>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118"/>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118"/>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118"/>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118"/>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118"/>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118"/>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118"/>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118"/>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118"/>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118"/>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118"/>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118"/>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118"/>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118"/>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118"/>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118"/>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118"/>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118"/>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118"/>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118"/>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118"/>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118"/>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118"/>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118"/>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118"/>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118"/>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118"/>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118"/>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118"/>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118"/>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118"/>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118"/>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118"/>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118"/>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118"/>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118"/>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118"/>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118"/>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118"/>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118"/>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118"/>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118"/>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118"/>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118"/>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118"/>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118"/>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118"/>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118"/>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118"/>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118"/>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118"/>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118"/>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118"/>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118"/>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118"/>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118"/>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118"/>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118"/>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118"/>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118"/>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118"/>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118"/>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118"/>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118"/>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118"/>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118"/>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118"/>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118"/>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118"/>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118"/>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118"/>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118"/>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118"/>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118"/>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118"/>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118"/>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118"/>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118"/>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118"/>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118"/>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118"/>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118"/>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118"/>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118"/>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118"/>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118"/>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118"/>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118"/>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118"/>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118"/>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118"/>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118"/>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118"/>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118"/>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118"/>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118"/>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118"/>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118"/>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118"/>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118"/>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118"/>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118"/>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118"/>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118"/>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118"/>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118"/>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118"/>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118"/>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118"/>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118"/>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118"/>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118"/>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118"/>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118"/>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118"/>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118"/>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118"/>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118"/>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118"/>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118"/>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118"/>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118"/>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118"/>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118"/>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118"/>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118"/>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118"/>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118"/>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118"/>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118"/>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118"/>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118"/>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118"/>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118"/>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118"/>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118"/>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118"/>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118"/>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118"/>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118"/>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118"/>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118"/>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118"/>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118"/>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118"/>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118"/>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118"/>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118"/>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118"/>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118"/>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118"/>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118"/>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118"/>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118"/>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118"/>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118"/>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118"/>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118"/>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118"/>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118"/>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118"/>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118"/>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118"/>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118"/>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118"/>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118"/>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118"/>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118"/>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118"/>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118"/>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118"/>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118"/>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118"/>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118"/>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118"/>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118"/>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118"/>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118"/>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118"/>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118"/>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118"/>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118"/>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118"/>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118"/>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118"/>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118"/>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118"/>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118"/>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118"/>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118"/>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118"/>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118"/>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118"/>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118"/>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118"/>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118"/>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118"/>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118"/>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118"/>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118"/>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118"/>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118"/>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118"/>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118"/>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118"/>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118"/>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118"/>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118"/>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118"/>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118"/>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118"/>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118"/>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118"/>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118"/>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118"/>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118"/>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118"/>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118"/>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118"/>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118"/>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118"/>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118"/>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118"/>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118"/>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118"/>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118"/>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118"/>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118"/>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118"/>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118"/>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118"/>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118"/>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118"/>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118"/>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118"/>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118"/>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118"/>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118"/>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118"/>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118"/>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118"/>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118"/>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118"/>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118"/>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118"/>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118"/>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118"/>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118"/>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118"/>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118"/>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118"/>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118"/>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118"/>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118"/>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118"/>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118"/>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118"/>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118"/>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118"/>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118"/>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118"/>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118"/>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118"/>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118"/>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118"/>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118"/>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118"/>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118"/>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118"/>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118"/>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118"/>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118"/>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118"/>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118"/>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118"/>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118"/>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118"/>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118"/>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118"/>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118"/>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118"/>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118"/>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118"/>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118"/>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118"/>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118"/>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118"/>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118"/>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118"/>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118"/>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118"/>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118"/>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118"/>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118"/>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118"/>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118"/>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118"/>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118"/>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118"/>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118"/>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118"/>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118"/>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118"/>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118"/>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118"/>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118"/>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118"/>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118"/>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118"/>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118"/>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118"/>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118"/>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118"/>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118"/>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118"/>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118"/>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118"/>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118"/>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118"/>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118"/>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118"/>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118"/>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118"/>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118"/>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118"/>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118"/>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118"/>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118"/>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118"/>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118"/>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118"/>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118"/>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118"/>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118"/>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118"/>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118"/>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118"/>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118"/>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118"/>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118"/>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118"/>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118"/>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118"/>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118"/>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118"/>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118"/>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118"/>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118"/>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118"/>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118"/>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118"/>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118"/>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118"/>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118"/>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118"/>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118"/>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118"/>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118"/>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118"/>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118"/>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118"/>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118"/>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118"/>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118"/>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118"/>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118"/>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118"/>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118"/>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118"/>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118"/>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118"/>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118"/>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118"/>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118"/>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118"/>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118"/>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118"/>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118"/>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118"/>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118"/>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118"/>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118"/>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118"/>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118"/>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118"/>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118"/>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118"/>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118"/>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118"/>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118"/>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118"/>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118"/>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118"/>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118"/>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118"/>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118"/>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118"/>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118"/>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118"/>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118"/>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118"/>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118"/>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118"/>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118"/>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118"/>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118"/>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118"/>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118"/>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118"/>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118"/>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118"/>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118"/>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118"/>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118"/>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118"/>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118"/>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118"/>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118"/>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118"/>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118"/>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118"/>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118"/>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118"/>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118"/>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118"/>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118"/>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118"/>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118"/>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118"/>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118"/>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118"/>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118"/>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118"/>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118"/>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118"/>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118"/>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118"/>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118"/>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118"/>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118"/>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118"/>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118"/>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118"/>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118"/>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118"/>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118"/>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118"/>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118"/>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118"/>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118"/>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118"/>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118"/>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118"/>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118"/>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118"/>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118"/>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118"/>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118"/>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118"/>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118"/>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118"/>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118"/>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118"/>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118"/>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118"/>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118"/>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118"/>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118"/>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118"/>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118"/>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118"/>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118"/>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118"/>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118"/>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118"/>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118"/>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118"/>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118"/>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118"/>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118"/>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118"/>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118"/>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118"/>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118"/>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118"/>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118"/>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118"/>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118"/>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118"/>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118"/>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118"/>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118"/>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118"/>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118"/>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118"/>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118"/>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118"/>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118"/>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118"/>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118"/>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118"/>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118"/>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118"/>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118"/>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118"/>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118"/>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118"/>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118"/>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118"/>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118"/>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118"/>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118"/>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118"/>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118"/>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118"/>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118"/>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118"/>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118"/>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118"/>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118"/>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118"/>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118"/>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118"/>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118"/>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118"/>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118"/>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118"/>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118"/>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118"/>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118"/>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118"/>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118"/>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118"/>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118"/>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118"/>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118"/>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118"/>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118"/>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118"/>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118"/>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118"/>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118"/>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118"/>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118"/>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118"/>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118"/>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118"/>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118"/>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118"/>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118"/>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118"/>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118"/>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118"/>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118"/>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118"/>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118"/>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118"/>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118"/>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118"/>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118"/>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118"/>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118"/>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118"/>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118"/>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118"/>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118"/>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118"/>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118"/>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118"/>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118"/>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118"/>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118"/>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118"/>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118"/>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118"/>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118"/>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118"/>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118"/>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118"/>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118"/>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118"/>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118"/>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118"/>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118"/>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118"/>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118"/>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118"/>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118"/>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118"/>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118"/>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118"/>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118"/>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118"/>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118"/>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118"/>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118"/>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118"/>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118"/>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118"/>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118"/>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118"/>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118"/>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118"/>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118"/>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118"/>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118"/>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118"/>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118"/>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118"/>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118"/>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118"/>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118"/>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118"/>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118"/>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118"/>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118"/>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118"/>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118"/>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118"/>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118"/>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118"/>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118"/>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118"/>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118"/>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118"/>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118"/>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118"/>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118"/>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118"/>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118"/>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118"/>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118"/>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118"/>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118"/>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118"/>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118"/>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118"/>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118"/>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118"/>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118"/>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118"/>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118"/>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118"/>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118"/>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118"/>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118"/>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118"/>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118"/>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118"/>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118"/>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118"/>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118"/>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118"/>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118"/>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118"/>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118"/>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118"/>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118"/>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118"/>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118"/>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118"/>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118"/>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118"/>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118"/>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118"/>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118"/>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118"/>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118"/>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118"/>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118"/>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118"/>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118"/>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118"/>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118"/>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118"/>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118"/>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118"/>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118"/>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118"/>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118"/>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118"/>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118"/>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118"/>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118"/>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118"/>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118"/>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118"/>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118"/>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118"/>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118"/>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118"/>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118"/>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118"/>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118"/>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118"/>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118"/>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118"/>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118"/>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118"/>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118"/>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118"/>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118"/>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118"/>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118"/>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118"/>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118"/>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118"/>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118"/>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118"/>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118"/>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118"/>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118"/>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118"/>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118"/>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118"/>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118"/>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118"/>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118"/>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118"/>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118"/>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118"/>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118"/>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118"/>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118"/>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118"/>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118"/>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118"/>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118"/>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118"/>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118"/>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118"/>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118"/>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118"/>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118"/>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118"/>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118"/>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118"/>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118"/>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118"/>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118"/>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118"/>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118"/>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118"/>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118"/>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118"/>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118"/>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118"/>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118"/>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118"/>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118"/>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118"/>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118"/>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118"/>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118"/>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118"/>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118"/>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118"/>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118"/>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118"/>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118"/>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118"/>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118"/>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118"/>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118"/>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118"/>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118"/>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118"/>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118"/>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118"/>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118"/>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118"/>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118"/>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118"/>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118"/>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118"/>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118"/>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118"/>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118"/>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118"/>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118"/>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118"/>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118"/>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118"/>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118"/>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118"/>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118"/>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118"/>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118"/>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118"/>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118"/>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118"/>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118"/>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118"/>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118"/>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118"/>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118"/>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118"/>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118"/>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118"/>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118"/>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118"/>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118"/>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118"/>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118"/>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118"/>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118"/>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118"/>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118"/>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118"/>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118"/>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118"/>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118"/>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118"/>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118"/>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118"/>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118"/>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118"/>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118"/>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118"/>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118"/>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118"/>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118"/>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118"/>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118"/>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118"/>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118"/>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118"/>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118"/>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118"/>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118"/>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118"/>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118"/>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118"/>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118"/>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118"/>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118"/>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118"/>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118"/>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118"/>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118"/>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118"/>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118"/>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118"/>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118"/>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118"/>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118"/>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118"/>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118"/>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118"/>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118"/>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118"/>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118"/>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118"/>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118"/>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118"/>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118"/>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118"/>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118"/>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118"/>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118"/>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118"/>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118"/>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118"/>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118"/>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118"/>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118"/>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118"/>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118"/>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118"/>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118"/>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118"/>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118"/>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118"/>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118"/>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118"/>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118"/>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118"/>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118"/>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118"/>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118"/>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118"/>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118"/>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118"/>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118"/>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118"/>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118"/>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118"/>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118"/>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118"/>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118"/>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118"/>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118"/>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118"/>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118"/>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118"/>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118"/>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118"/>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118"/>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118"/>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118"/>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118"/>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118"/>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118"/>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118"/>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118"/>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118"/>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118"/>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118"/>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118"/>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118"/>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118"/>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118"/>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118"/>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118"/>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118"/>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118"/>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118"/>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118"/>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118"/>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118"/>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118"/>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118"/>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118"/>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118"/>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118"/>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118"/>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118"/>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118"/>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118"/>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118"/>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118"/>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118"/>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118"/>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118"/>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118"/>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118"/>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118"/>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118"/>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118"/>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118"/>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118"/>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118"/>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118"/>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118"/>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118"/>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118"/>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118"/>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118"/>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118"/>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118"/>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118"/>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118"/>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118"/>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118"/>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118"/>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118"/>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118"/>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118"/>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118"/>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118"/>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118"/>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118"/>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118"/>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118"/>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118"/>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118"/>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118"/>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118"/>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118"/>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118"/>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118"/>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118"/>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118"/>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118"/>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118"/>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118"/>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118"/>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118"/>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118"/>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118"/>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118"/>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118"/>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118"/>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118"/>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118"/>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118"/>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118"/>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118"/>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118"/>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118"/>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118"/>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118"/>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118"/>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118"/>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118"/>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118"/>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118"/>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118"/>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118"/>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118"/>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118"/>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118"/>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118"/>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118"/>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118"/>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118"/>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118"/>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118"/>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118"/>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118"/>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118"/>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118"/>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118"/>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118"/>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118"/>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118"/>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118"/>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118"/>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118"/>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118"/>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118"/>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118"/>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118"/>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118"/>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118"/>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118"/>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118"/>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118"/>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118"/>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118"/>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118"/>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118"/>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118"/>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118"/>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118"/>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118"/>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118"/>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118"/>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118"/>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118"/>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118"/>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118"/>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118"/>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118"/>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118"/>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118"/>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118"/>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118"/>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118"/>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118"/>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118"/>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118"/>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118"/>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118"/>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118"/>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118"/>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118"/>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118"/>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118"/>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118"/>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118"/>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118"/>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118"/>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118"/>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118"/>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118"/>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118"/>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118"/>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118"/>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118"/>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118"/>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118"/>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118"/>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118"/>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118"/>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118"/>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118"/>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118"/>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118"/>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118"/>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118"/>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118"/>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118"/>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118"/>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118"/>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118"/>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118"/>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118"/>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118"/>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118"/>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118"/>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118"/>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118"/>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118"/>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118"/>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118"/>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118"/>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118"/>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118"/>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118"/>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118"/>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118"/>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118"/>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118"/>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118"/>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118"/>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118"/>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118"/>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118"/>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118"/>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118"/>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118"/>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118"/>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118"/>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118"/>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118"/>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118"/>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118"/>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118"/>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118"/>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118"/>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118"/>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118"/>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118"/>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118"/>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118"/>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118"/>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118"/>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118"/>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118"/>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118"/>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118"/>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118"/>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118"/>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118"/>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118"/>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118"/>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118"/>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118"/>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118"/>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118"/>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118"/>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118"/>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118"/>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118"/>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118"/>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118"/>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118"/>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118"/>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118"/>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118"/>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118"/>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118"/>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118"/>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118"/>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118"/>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118"/>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118"/>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118"/>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118"/>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118"/>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118"/>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118"/>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118"/>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118"/>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118"/>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118"/>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118"/>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118"/>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118"/>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118"/>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118"/>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118"/>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118"/>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118"/>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118"/>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118"/>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118"/>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118"/>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118"/>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118"/>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118"/>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118"/>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118"/>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118"/>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118"/>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118"/>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118"/>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118"/>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118"/>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118"/>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118"/>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118"/>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118"/>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118"/>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118"/>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118"/>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118"/>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118"/>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118"/>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118"/>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118"/>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118"/>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118"/>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118"/>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118"/>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118"/>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118"/>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118"/>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118"/>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118"/>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118"/>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118"/>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118"/>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118"/>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118"/>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118"/>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118"/>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118"/>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118"/>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118"/>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118"/>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118"/>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118"/>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118"/>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118"/>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118"/>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118"/>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118"/>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118"/>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118"/>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118"/>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118"/>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118"/>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118"/>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118"/>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118"/>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118"/>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118"/>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118"/>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118"/>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118"/>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118"/>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118"/>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118"/>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118"/>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118"/>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118"/>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118"/>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118"/>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118"/>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118"/>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118"/>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118"/>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118"/>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118"/>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118"/>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118"/>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118"/>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118"/>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118"/>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118"/>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118"/>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118"/>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118"/>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118"/>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118"/>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118"/>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118"/>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118"/>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118"/>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118"/>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118"/>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118"/>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118"/>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118"/>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118"/>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118"/>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118"/>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118"/>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118"/>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118"/>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118"/>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118"/>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118"/>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118"/>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118"/>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118"/>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118"/>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118"/>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118"/>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118"/>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118"/>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118"/>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118"/>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118"/>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118"/>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118"/>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118"/>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118"/>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118"/>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118"/>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118"/>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118"/>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118"/>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118"/>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118"/>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118"/>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118"/>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118"/>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118"/>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118"/>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118"/>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118"/>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118"/>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118"/>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118"/>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118"/>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118"/>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118"/>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118"/>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118"/>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118"/>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118"/>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118"/>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118"/>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118"/>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118"/>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118"/>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118"/>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118"/>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118"/>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118"/>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118"/>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118"/>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118"/>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118"/>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118"/>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118"/>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118"/>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118"/>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118"/>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118"/>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118"/>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118"/>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118"/>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118"/>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118"/>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118"/>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118"/>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118"/>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118"/>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118"/>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118"/>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118"/>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118"/>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118"/>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118"/>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118"/>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118"/>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Shape 10418"/>
        <p:cNvGrpSpPr/>
        <p:nvPr/>
      </p:nvGrpSpPr>
      <p:grpSpPr>
        <a:xfrm>
          <a:off x="0" y="0"/>
          <a:ext cx="0" cy="0"/>
          <a:chOff x="0" y="0"/>
          <a:chExt cx="0" cy="0"/>
        </a:xfrm>
      </p:grpSpPr>
      <p:grpSp>
        <p:nvGrpSpPr>
          <p:cNvPr id="10419" name="Google Shape;10419;p119"/>
          <p:cNvGrpSpPr/>
          <p:nvPr/>
        </p:nvGrpSpPr>
        <p:grpSpPr>
          <a:xfrm>
            <a:off x="2100561" y="3398658"/>
            <a:ext cx="1102891" cy="760337"/>
            <a:chOff x="4967783" y="2151471"/>
            <a:chExt cx="3920692" cy="2702940"/>
          </a:xfrm>
        </p:grpSpPr>
        <p:grpSp>
          <p:nvGrpSpPr>
            <p:cNvPr id="10420" name="Google Shape;10420;p119"/>
            <p:cNvGrpSpPr/>
            <p:nvPr/>
          </p:nvGrpSpPr>
          <p:grpSpPr>
            <a:xfrm>
              <a:off x="5045709" y="2252109"/>
              <a:ext cx="3761071" cy="2501708"/>
              <a:chOff x="2691784" y="1805334"/>
              <a:chExt cx="3761071" cy="2501708"/>
            </a:xfrm>
          </p:grpSpPr>
          <p:sp>
            <p:nvSpPr>
              <p:cNvPr id="10421" name="Google Shape;10421;p119"/>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119"/>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119"/>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119"/>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119"/>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119"/>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119"/>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8" name="Google Shape;10428;p119"/>
            <p:cNvGrpSpPr/>
            <p:nvPr/>
          </p:nvGrpSpPr>
          <p:grpSpPr>
            <a:xfrm>
              <a:off x="4967783" y="2151471"/>
              <a:ext cx="3920692" cy="2702940"/>
              <a:chOff x="2613858" y="1704696"/>
              <a:chExt cx="3920692" cy="2702940"/>
            </a:xfrm>
          </p:grpSpPr>
          <p:sp>
            <p:nvSpPr>
              <p:cNvPr id="10429" name="Google Shape;10429;p119"/>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119"/>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119"/>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119"/>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119"/>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34" name="Google Shape;10434;p119"/>
          <p:cNvGrpSpPr/>
          <p:nvPr/>
        </p:nvGrpSpPr>
        <p:grpSpPr>
          <a:xfrm>
            <a:off x="3504470" y="1286935"/>
            <a:ext cx="1561911" cy="708580"/>
            <a:chOff x="3530532" y="1496185"/>
            <a:chExt cx="1561911" cy="708580"/>
          </a:xfrm>
        </p:grpSpPr>
        <p:grpSp>
          <p:nvGrpSpPr>
            <p:cNvPr id="10435" name="Google Shape;10435;p119"/>
            <p:cNvGrpSpPr/>
            <p:nvPr/>
          </p:nvGrpSpPr>
          <p:grpSpPr>
            <a:xfrm>
              <a:off x="3720318" y="1857562"/>
              <a:ext cx="1372125" cy="54"/>
              <a:chOff x="3720318" y="1857562"/>
              <a:chExt cx="1372125" cy="54"/>
            </a:xfrm>
          </p:grpSpPr>
          <p:cxnSp>
            <p:nvCxnSpPr>
              <p:cNvPr id="10436" name="Google Shape;10436;p119"/>
              <p:cNvCxnSpPr>
                <a:endCxn id="10437"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438" name="Google Shape;10438;p119"/>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439" name="Google Shape;10439;p119"/>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440" name="Google Shape;10440;p119"/>
              <p:cNvCxnSpPr>
                <a:stCxn id="10437"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0441" name="Google Shape;10441;p119"/>
            <p:cNvGrpSpPr/>
            <p:nvPr/>
          </p:nvGrpSpPr>
          <p:grpSpPr>
            <a:xfrm>
              <a:off x="3567462" y="1496185"/>
              <a:ext cx="286500" cy="272914"/>
              <a:chOff x="3567462" y="1496185"/>
              <a:chExt cx="286500" cy="272914"/>
            </a:xfrm>
          </p:grpSpPr>
          <p:cxnSp>
            <p:nvCxnSpPr>
              <p:cNvPr id="10442" name="Google Shape;10442;p119"/>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443" name="Google Shape;10443;p119"/>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4" name="Google Shape;10444;p119"/>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119"/>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46" name="Google Shape;10446;p119"/>
            <p:cNvGrpSpPr/>
            <p:nvPr/>
          </p:nvGrpSpPr>
          <p:grpSpPr>
            <a:xfrm>
              <a:off x="3929014" y="1960574"/>
              <a:ext cx="286500" cy="242342"/>
              <a:chOff x="3929014" y="1960574"/>
              <a:chExt cx="286500" cy="242342"/>
            </a:xfrm>
          </p:grpSpPr>
          <p:cxnSp>
            <p:nvCxnSpPr>
              <p:cNvPr id="10447" name="Google Shape;10447;p119"/>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0448" name="Google Shape;10448;p119"/>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9" name="Google Shape;10449;p119"/>
            <p:cNvGrpSpPr/>
            <p:nvPr/>
          </p:nvGrpSpPr>
          <p:grpSpPr>
            <a:xfrm>
              <a:off x="4290828" y="1496185"/>
              <a:ext cx="286500" cy="272914"/>
              <a:chOff x="4290828" y="1496185"/>
              <a:chExt cx="286500" cy="272914"/>
            </a:xfrm>
          </p:grpSpPr>
          <p:cxnSp>
            <p:nvCxnSpPr>
              <p:cNvPr id="10450" name="Google Shape;10450;p119"/>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451" name="Google Shape;10451;p119"/>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52" name="Google Shape;10452;p119"/>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119"/>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3" name="Google Shape;10453;p119"/>
            <p:cNvGrpSpPr/>
            <p:nvPr/>
          </p:nvGrpSpPr>
          <p:grpSpPr>
            <a:xfrm>
              <a:off x="4657726" y="1959674"/>
              <a:ext cx="286500" cy="245092"/>
              <a:chOff x="4657726" y="1959674"/>
              <a:chExt cx="286500" cy="245092"/>
            </a:xfrm>
          </p:grpSpPr>
          <p:cxnSp>
            <p:nvCxnSpPr>
              <p:cNvPr id="10454" name="Google Shape;10454;p119"/>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0455" name="Google Shape;10455;p119"/>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56" name="Google Shape;10456;p119"/>
          <p:cNvGrpSpPr/>
          <p:nvPr/>
        </p:nvGrpSpPr>
        <p:grpSpPr>
          <a:xfrm>
            <a:off x="3486489" y="2149032"/>
            <a:ext cx="1597032" cy="378649"/>
            <a:chOff x="3512551" y="2358282"/>
            <a:chExt cx="1597032" cy="378649"/>
          </a:xfrm>
        </p:grpSpPr>
        <p:grpSp>
          <p:nvGrpSpPr>
            <p:cNvPr id="10457" name="Google Shape;10457;p119"/>
            <p:cNvGrpSpPr/>
            <p:nvPr/>
          </p:nvGrpSpPr>
          <p:grpSpPr>
            <a:xfrm>
              <a:off x="3738198" y="2553002"/>
              <a:ext cx="1145834" cy="117"/>
              <a:chOff x="3738198" y="2553002"/>
              <a:chExt cx="1145834" cy="117"/>
            </a:xfrm>
          </p:grpSpPr>
          <p:cxnSp>
            <p:nvCxnSpPr>
              <p:cNvPr id="10458" name="Google Shape;10458;p119"/>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459" name="Google Shape;10459;p119"/>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460" name="Google Shape;10460;p119"/>
              <p:cNvCxnSpPr>
                <a:stCxn id="10461" idx="6"/>
                <a:endCxn id="10462"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0463" name="Google Shape;10463;p119"/>
            <p:cNvGrpSpPr/>
            <p:nvPr/>
          </p:nvGrpSpPr>
          <p:grpSpPr>
            <a:xfrm>
              <a:off x="3969644" y="2440153"/>
              <a:ext cx="225900" cy="296779"/>
              <a:chOff x="3969644" y="2440153"/>
              <a:chExt cx="225900" cy="296779"/>
            </a:xfrm>
          </p:grpSpPr>
          <p:cxnSp>
            <p:nvCxnSpPr>
              <p:cNvPr id="10464" name="Google Shape;10464;p119"/>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0462" name="Google Shape;10462;p119"/>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119"/>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6" name="Google Shape;10466;p119"/>
            <p:cNvGrpSpPr/>
            <p:nvPr/>
          </p:nvGrpSpPr>
          <p:grpSpPr>
            <a:xfrm>
              <a:off x="4426818" y="2358282"/>
              <a:ext cx="225600" cy="307471"/>
              <a:chOff x="4426818" y="2358282"/>
              <a:chExt cx="225600" cy="307471"/>
            </a:xfrm>
          </p:grpSpPr>
          <p:cxnSp>
            <p:nvCxnSpPr>
              <p:cNvPr id="10467" name="Google Shape;10467;p119"/>
              <p:cNvCxnSpPr>
                <a:stCxn id="10468"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0469" name="Google Shape;10469;p119"/>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119"/>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0" name="Google Shape;10470;p119"/>
            <p:cNvGrpSpPr/>
            <p:nvPr/>
          </p:nvGrpSpPr>
          <p:grpSpPr>
            <a:xfrm>
              <a:off x="4883984" y="2440153"/>
              <a:ext cx="225600" cy="296479"/>
              <a:chOff x="4883984" y="2440153"/>
              <a:chExt cx="225600" cy="296479"/>
            </a:xfrm>
          </p:grpSpPr>
          <p:cxnSp>
            <p:nvCxnSpPr>
              <p:cNvPr id="10471" name="Google Shape;10471;p119"/>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0472" name="Google Shape;10472;p119"/>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119"/>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4" name="Google Shape;10474;p119"/>
            <p:cNvGrpSpPr/>
            <p:nvPr/>
          </p:nvGrpSpPr>
          <p:grpSpPr>
            <a:xfrm>
              <a:off x="3512551" y="2358356"/>
              <a:ext cx="225647" cy="307629"/>
              <a:chOff x="2182679" y="2005014"/>
              <a:chExt cx="792300" cy="1080158"/>
            </a:xfrm>
          </p:grpSpPr>
          <p:cxnSp>
            <p:nvCxnSpPr>
              <p:cNvPr id="10475" name="Google Shape;10475;p119"/>
              <p:cNvCxnSpPr>
                <a:stCxn id="10476"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0461" name="Google Shape;10461;p119"/>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119"/>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77" name="Google Shape;10477;p119"/>
          <p:cNvGrpSpPr/>
          <p:nvPr/>
        </p:nvGrpSpPr>
        <p:grpSpPr>
          <a:xfrm>
            <a:off x="6846571" y="972829"/>
            <a:ext cx="1559809" cy="722610"/>
            <a:chOff x="634175" y="2986275"/>
            <a:chExt cx="3147949" cy="1458344"/>
          </a:xfrm>
        </p:grpSpPr>
        <p:cxnSp>
          <p:nvCxnSpPr>
            <p:cNvPr id="10478" name="Google Shape;10478;p119"/>
            <p:cNvCxnSpPr>
              <a:stCxn id="10479" idx="4"/>
              <a:endCxn id="10480"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0481" name="Google Shape;10481;p119"/>
            <p:cNvCxnSpPr>
              <a:stCxn id="10480" idx="0"/>
              <a:endCxn id="10482"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483" name="Google Shape;10483;p119"/>
            <p:cNvCxnSpPr>
              <a:stCxn id="10482" idx="4"/>
              <a:endCxn id="10484"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485" name="Google Shape;10485;p119"/>
            <p:cNvCxnSpPr>
              <a:stCxn id="10484" idx="0"/>
              <a:endCxn id="10486"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0486" name="Google Shape;10486;p119"/>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482" name="Google Shape;10482;p119"/>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479" name="Google Shape;10479;p119"/>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484" name="Google Shape;10484;p119"/>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480" name="Google Shape;10480;p119"/>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0487" name="Google Shape;10487;p119"/>
          <p:cNvGrpSpPr/>
          <p:nvPr/>
        </p:nvGrpSpPr>
        <p:grpSpPr>
          <a:xfrm>
            <a:off x="3500361" y="2682737"/>
            <a:ext cx="1570719" cy="294123"/>
            <a:chOff x="998425" y="1182125"/>
            <a:chExt cx="1065400" cy="199500"/>
          </a:xfrm>
        </p:grpSpPr>
        <p:sp>
          <p:nvSpPr>
            <p:cNvPr id="10488" name="Google Shape;10488;p119"/>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119"/>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119"/>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119"/>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119"/>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3" name="Google Shape;10493;p119"/>
          <p:cNvGrpSpPr/>
          <p:nvPr/>
        </p:nvGrpSpPr>
        <p:grpSpPr>
          <a:xfrm>
            <a:off x="6843617" y="1800224"/>
            <a:ext cx="1565716" cy="366729"/>
            <a:chOff x="1247650" y="2075423"/>
            <a:chExt cx="6648477" cy="1557238"/>
          </a:xfrm>
        </p:grpSpPr>
        <p:sp>
          <p:nvSpPr>
            <p:cNvPr id="10494" name="Google Shape;10494;p119"/>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119"/>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119"/>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119"/>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119"/>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119"/>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0" name="Google Shape;10500;p119"/>
          <p:cNvGrpSpPr/>
          <p:nvPr/>
        </p:nvGrpSpPr>
        <p:grpSpPr>
          <a:xfrm>
            <a:off x="6827929" y="2949039"/>
            <a:ext cx="1597061" cy="663440"/>
            <a:chOff x="6796238" y="3158297"/>
            <a:chExt cx="1630319" cy="677257"/>
          </a:xfrm>
        </p:grpSpPr>
        <p:cxnSp>
          <p:nvCxnSpPr>
            <p:cNvPr id="10501" name="Google Shape;10501;p119"/>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502" name="Google Shape;10502;p119"/>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503" name="Google Shape;10503;p119"/>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0504" name="Google Shape;10504;p119"/>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0505" name="Google Shape;10505;p119"/>
            <p:cNvGrpSpPr/>
            <p:nvPr/>
          </p:nvGrpSpPr>
          <p:grpSpPr>
            <a:xfrm>
              <a:off x="6796238" y="3311904"/>
              <a:ext cx="1630319" cy="377697"/>
              <a:chOff x="6796238" y="3311904"/>
              <a:chExt cx="1630319" cy="377697"/>
            </a:xfrm>
          </p:grpSpPr>
          <p:sp>
            <p:nvSpPr>
              <p:cNvPr id="10506" name="Google Shape;10506;p119"/>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119"/>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119"/>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9" name="Google Shape;10509;p119"/>
          <p:cNvGrpSpPr/>
          <p:nvPr/>
        </p:nvGrpSpPr>
        <p:grpSpPr>
          <a:xfrm>
            <a:off x="5349067" y="970431"/>
            <a:ext cx="1368606" cy="1593805"/>
            <a:chOff x="1839112" y="2209163"/>
            <a:chExt cx="1918159" cy="2233784"/>
          </a:xfrm>
        </p:grpSpPr>
        <p:sp>
          <p:nvSpPr>
            <p:cNvPr id="10510" name="Google Shape;10510;p119"/>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119"/>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119"/>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513" name="Google Shape;10513;p119"/>
            <p:cNvCxnSpPr>
              <a:stCxn id="10510" idx="6"/>
              <a:endCxn id="10511"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514" name="Google Shape;10514;p119"/>
            <p:cNvCxnSpPr>
              <a:stCxn id="10511" idx="4"/>
              <a:endCxn id="10515"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0516" name="Google Shape;10516;p119"/>
            <p:cNvCxnSpPr>
              <a:stCxn id="10515" idx="6"/>
              <a:endCxn id="10512"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517" name="Google Shape;10517;p119"/>
            <p:cNvCxnSpPr>
              <a:stCxn id="10512" idx="4"/>
              <a:endCxn id="10518"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0515" name="Google Shape;10515;p119"/>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119"/>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119"/>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520" name="Google Shape;10520;p119"/>
            <p:cNvCxnSpPr>
              <a:endCxn id="10519"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0521" name="Google Shape;10521;p119"/>
          <p:cNvGrpSpPr/>
          <p:nvPr/>
        </p:nvGrpSpPr>
        <p:grpSpPr>
          <a:xfrm>
            <a:off x="3481440" y="976667"/>
            <a:ext cx="1637968" cy="154942"/>
            <a:chOff x="238125" y="2506075"/>
            <a:chExt cx="7115411" cy="673075"/>
          </a:xfrm>
        </p:grpSpPr>
        <p:sp>
          <p:nvSpPr>
            <p:cNvPr id="10522" name="Google Shape;10522;p119"/>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119"/>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119"/>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119"/>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119"/>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7" name="Google Shape;10527;p119"/>
          <p:cNvGrpSpPr/>
          <p:nvPr/>
        </p:nvGrpSpPr>
        <p:grpSpPr>
          <a:xfrm>
            <a:off x="720125" y="1298264"/>
            <a:ext cx="2476762" cy="91743"/>
            <a:chOff x="1464850" y="436376"/>
            <a:chExt cx="6001362" cy="222300"/>
          </a:xfrm>
        </p:grpSpPr>
        <p:sp>
          <p:nvSpPr>
            <p:cNvPr id="10528" name="Google Shape;10528;p119"/>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119"/>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119"/>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119"/>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119"/>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533" name="Google Shape;10533;p119"/>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534" name="Google Shape;10534;p119"/>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535" name="Google Shape;10535;p119"/>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536" name="Google Shape;10536;p119"/>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0537" name="Google Shape;10537;p119"/>
          <p:cNvGrpSpPr/>
          <p:nvPr/>
        </p:nvGrpSpPr>
        <p:grpSpPr>
          <a:xfrm>
            <a:off x="706392" y="2533730"/>
            <a:ext cx="1452710" cy="651923"/>
            <a:chOff x="803162" y="2667727"/>
            <a:chExt cx="1411906" cy="633611"/>
          </a:xfrm>
        </p:grpSpPr>
        <p:cxnSp>
          <p:nvCxnSpPr>
            <p:cNvPr id="10538" name="Google Shape;10538;p119"/>
            <p:cNvCxnSpPr>
              <a:stCxn id="10539" idx="2"/>
              <a:endCxn id="10540"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541" name="Google Shape;10541;p119"/>
            <p:cNvCxnSpPr>
              <a:stCxn id="10542" idx="0"/>
              <a:endCxn id="10539"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543" name="Google Shape;10543;p119"/>
            <p:cNvCxnSpPr>
              <a:stCxn id="10542" idx="2"/>
              <a:endCxn id="10544"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545" name="Google Shape;10545;p119"/>
            <p:cNvCxnSpPr>
              <a:stCxn id="10546" idx="0"/>
              <a:endCxn id="10542"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547" name="Google Shape;10547;p119"/>
            <p:cNvCxnSpPr>
              <a:stCxn id="10540" idx="2"/>
              <a:endCxn id="10548"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549" name="Google Shape;10549;p119"/>
            <p:cNvCxnSpPr>
              <a:stCxn id="10550" idx="0"/>
              <a:endCxn id="10540"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0546" name="Google Shape;10546;p119"/>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544" name="Google Shape;10544;p119"/>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550" name="Google Shape;10550;p119"/>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548" name="Google Shape;10548;p119"/>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540" name="Google Shape;10540;p119"/>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542" name="Google Shape;10542;p119"/>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539" name="Google Shape;10539;p119"/>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0551" name="Google Shape;10551;p119"/>
          <p:cNvGrpSpPr/>
          <p:nvPr/>
        </p:nvGrpSpPr>
        <p:grpSpPr>
          <a:xfrm>
            <a:off x="706394" y="969268"/>
            <a:ext cx="2518541" cy="209309"/>
            <a:chOff x="803163" y="1111966"/>
            <a:chExt cx="2447800" cy="203430"/>
          </a:xfrm>
        </p:grpSpPr>
        <p:grpSp>
          <p:nvGrpSpPr>
            <p:cNvPr id="10552" name="Google Shape;10552;p119"/>
            <p:cNvGrpSpPr/>
            <p:nvPr/>
          </p:nvGrpSpPr>
          <p:grpSpPr>
            <a:xfrm>
              <a:off x="1958180" y="1111966"/>
              <a:ext cx="588019" cy="121396"/>
              <a:chOff x="4808316" y="2800065"/>
              <a:chExt cx="1999386" cy="412910"/>
            </a:xfrm>
          </p:grpSpPr>
          <p:sp>
            <p:nvSpPr>
              <p:cNvPr id="10553" name="Google Shape;10553;p119"/>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54" name="Google Shape;10554;p119"/>
              <p:cNvGrpSpPr/>
              <p:nvPr/>
            </p:nvGrpSpPr>
            <p:grpSpPr>
              <a:xfrm>
                <a:off x="4808316" y="2800065"/>
                <a:ext cx="92400" cy="411825"/>
                <a:chOff x="845575" y="2563700"/>
                <a:chExt cx="92400" cy="411825"/>
              </a:xfrm>
            </p:grpSpPr>
            <p:cxnSp>
              <p:nvCxnSpPr>
                <p:cNvPr id="10555" name="Google Shape;10555;p11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556" name="Google Shape;10556;p11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0557" name="Google Shape;10557;p119"/>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0558" name="Google Shape;10558;p119"/>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59" name="Google Shape;10559;p119"/>
            <p:cNvGrpSpPr/>
            <p:nvPr/>
          </p:nvGrpSpPr>
          <p:grpSpPr>
            <a:xfrm>
              <a:off x="803163" y="1111974"/>
              <a:ext cx="591158" cy="121545"/>
              <a:chOff x="803163" y="1111974"/>
              <a:chExt cx="591158" cy="121545"/>
            </a:xfrm>
          </p:grpSpPr>
          <p:grpSp>
            <p:nvGrpSpPr>
              <p:cNvPr id="10560" name="Google Shape;10560;p119"/>
              <p:cNvGrpSpPr/>
              <p:nvPr/>
            </p:nvGrpSpPr>
            <p:grpSpPr>
              <a:xfrm>
                <a:off x="803163" y="1111974"/>
                <a:ext cx="27175" cy="121077"/>
                <a:chOff x="845575" y="2563700"/>
                <a:chExt cx="92400" cy="411825"/>
              </a:xfrm>
            </p:grpSpPr>
            <p:cxnSp>
              <p:nvCxnSpPr>
                <p:cNvPr id="10561" name="Google Shape;10561;p11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562" name="Google Shape;10562;p11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63" name="Google Shape;10563;p119"/>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4" name="Google Shape;10564;p119"/>
            <p:cNvGrpSpPr/>
            <p:nvPr/>
          </p:nvGrpSpPr>
          <p:grpSpPr>
            <a:xfrm>
              <a:off x="1381910" y="1194219"/>
              <a:ext cx="588341" cy="121177"/>
              <a:chOff x="1381910" y="1194219"/>
              <a:chExt cx="588341" cy="121177"/>
            </a:xfrm>
          </p:grpSpPr>
          <p:grpSp>
            <p:nvGrpSpPr>
              <p:cNvPr id="10565" name="Google Shape;10565;p119"/>
              <p:cNvGrpSpPr/>
              <p:nvPr/>
            </p:nvGrpSpPr>
            <p:grpSpPr>
              <a:xfrm rot="10800000">
                <a:off x="1381910" y="1194319"/>
                <a:ext cx="27175" cy="121077"/>
                <a:chOff x="2070100" y="2563700"/>
                <a:chExt cx="92400" cy="411825"/>
              </a:xfrm>
            </p:grpSpPr>
            <p:cxnSp>
              <p:nvCxnSpPr>
                <p:cNvPr id="10566" name="Google Shape;10566;p11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567" name="Google Shape;10567;p11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68" name="Google Shape;10568;p119"/>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9" name="Google Shape;10569;p119"/>
            <p:cNvGrpSpPr/>
            <p:nvPr/>
          </p:nvGrpSpPr>
          <p:grpSpPr>
            <a:xfrm>
              <a:off x="2532079" y="1194219"/>
              <a:ext cx="704927" cy="121177"/>
              <a:chOff x="2532079" y="1194219"/>
              <a:chExt cx="704927" cy="121177"/>
            </a:xfrm>
          </p:grpSpPr>
          <p:grpSp>
            <p:nvGrpSpPr>
              <p:cNvPr id="10570" name="Google Shape;10570;p119"/>
              <p:cNvGrpSpPr/>
              <p:nvPr/>
            </p:nvGrpSpPr>
            <p:grpSpPr>
              <a:xfrm rot="10800000">
                <a:off x="2532079" y="1194319"/>
                <a:ext cx="27175" cy="121077"/>
                <a:chOff x="2070100" y="2563700"/>
                <a:chExt cx="92400" cy="411825"/>
              </a:xfrm>
            </p:grpSpPr>
            <p:cxnSp>
              <p:nvCxnSpPr>
                <p:cNvPr id="10571" name="Google Shape;10571;p11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572" name="Google Shape;10572;p11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73" name="Google Shape;10573;p119"/>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74" name="Google Shape;10574;p119"/>
          <p:cNvGrpSpPr/>
          <p:nvPr/>
        </p:nvGrpSpPr>
        <p:grpSpPr>
          <a:xfrm>
            <a:off x="3499404" y="3665900"/>
            <a:ext cx="1567778" cy="491677"/>
            <a:chOff x="5194708" y="3484366"/>
            <a:chExt cx="3148148" cy="987304"/>
          </a:xfrm>
        </p:grpSpPr>
        <p:grpSp>
          <p:nvGrpSpPr>
            <p:cNvPr id="10575" name="Google Shape;10575;p119"/>
            <p:cNvGrpSpPr/>
            <p:nvPr/>
          </p:nvGrpSpPr>
          <p:grpSpPr>
            <a:xfrm>
              <a:off x="7531521" y="3484366"/>
              <a:ext cx="811335" cy="987304"/>
              <a:chOff x="3379425" y="1617275"/>
              <a:chExt cx="1090650" cy="1327200"/>
            </a:xfrm>
          </p:grpSpPr>
          <p:sp>
            <p:nvSpPr>
              <p:cNvPr id="10576" name="Google Shape;10576;p119"/>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119"/>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119"/>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9" name="Google Shape;10579;p119"/>
            <p:cNvGrpSpPr/>
            <p:nvPr/>
          </p:nvGrpSpPr>
          <p:grpSpPr>
            <a:xfrm>
              <a:off x="6752546" y="3484366"/>
              <a:ext cx="811428" cy="987304"/>
              <a:chOff x="2332275" y="1617275"/>
              <a:chExt cx="1090775" cy="1327200"/>
            </a:xfrm>
          </p:grpSpPr>
          <p:sp>
            <p:nvSpPr>
              <p:cNvPr id="10580" name="Google Shape;10580;p119"/>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119"/>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119"/>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3" name="Google Shape;10583;p119"/>
            <p:cNvGrpSpPr/>
            <p:nvPr/>
          </p:nvGrpSpPr>
          <p:grpSpPr>
            <a:xfrm>
              <a:off x="5973664" y="3484366"/>
              <a:ext cx="811335" cy="987304"/>
              <a:chOff x="1285250" y="1617275"/>
              <a:chExt cx="1090650" cy="1327200"/>
            </a:xfrm>
          </p:grpSpPr>
          <p:sp>
            <p:nvSpPr>
              <p:cNvPr id="10584" name="Google Shape;10584;p119"/>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119"/>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119"/>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7" name="Google Shape;10587;p119"/>
            <p:cNvGrpSpPr/>
            <p:nvPr/>
          </p:nvGrpSpPr>
          <p:grpSpPr>
            <a:xfrm>
              <a:off x="5194708" y="3484366"/>
              <a:ext cx="811409" cy="987304"/>
              <a:chOff x="238125" y="1617275"/>
              <a:chExt cx="1090750" cy="1327200"/>
            </a:xfrm>
          </p:grpSpPr>
          <p:sp>
            <p:nvSpPr>
              <p:cNvPr id="10588" name="Google Shape;10588;p119"/>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119"/>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119"/>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91" name="Google Shape;10591;p119"/>
          <p:cNvGrpSpPr/>
          <p:nvPr/>
        </p:nvGrpSpPr>
        <p:grpSpPr>
          <a:xfrm>
            <a:off x="3460013" y="3146311"/>
            <a:ext cx="1616964" cy="346256"/>
            <a:chOff x="1808063" y="4294338"/>
            <a:chExt cx="3370782" cy="721817"/>
          </a:xfrm>
        </p:grpSpPr>
        <p:sp>
          <p:nvSpPr>
            <p:cNvPr id="10592" name="Google Shape;10592;p119"/>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119"/>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119"/>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119"/>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119"/>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119"/>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119"/>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119"/>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119"/>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119"/>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2" name="Google Shape;10602;p119"/>
          <p:cNvGrpSpPr/>
          <p:nvPr/>
        </p:nvGrpSpPr>
        <p:grpSpPr>
          <a:xfrm>
            <a:off x="738225" y="3432340"/>
            <a:ext cx="1295882" cy="646587"/>
            <a:chOff x="834100" y="3642869"/>
            <a:chExt cx="1259483" cy="628426"/>
          </a:xfrm>
        </p:grpSpPr>
        <p:sp>
          <p:nvSpPr>
            <p:cNvPr id="10603" name="Google Shape;10603;p119"/>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119"/>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119"/>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119"/>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119"/>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119"/>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119"/>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119"/>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119"/>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119"/>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119"/>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119"/>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119"/>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119"/>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119"/>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119"/>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119"/>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119"/>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119"/>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119"/>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119"/>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119"/>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119"/>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119"/>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119"/>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28" name="Google Shape;10628;p119"/>
            <p:cNvGrpSpPr/>
            <p:nvPr/>
          </p:nvGrpSpPr>
          <p:grpSpPr>
            <a:xfrm>
              <a:off x="1360364" y="3847835"/>
              <a:ext cx="208119" cy="224359"/>
              <a:chOff x="1360769" y="3847100"/>
              <a:chExt cx="208119" cy="224359"/>
            </a:xfrm>
          </p:grpSpPr>
          <p:sp>
            <p:nvSpPr>
              <p:cNvPr id="10629" name="Google Shape;10629;p119"/>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119"/>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119"/>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119"/>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119"/>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119"/>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119"/>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119"/>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119"/>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119"/>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119"/>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119"/>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119"/>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119"/>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119"/>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119"/>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119"/>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119"/>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119"/>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119"/>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49" name="Google Shape;10649;p119"/>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119"/>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119"/>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119"/>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119"/>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119"/>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119"/>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119"/>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119"/>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119"/>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119"/>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119"/>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119"/>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119"/>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3" name="Google Shape;10663;p119"/>
          <p:cNvGrpSpPr/>
          <p:nvPr/>
        </p:nvGrpSpPr>
        <p:grpSpPr>
          <a:xfrm rot="5400000">
            <a:off x="5951338" y="3228837"/>
            <a:ext cx="164064" cy="1414916"/>
            <a:chOff x="4428249" y="1369375"/>
            <a:chExt cx="36905" cy="429569"/>
          </a:xfrm>
        </p:grpSpPr>
        <p:sp>
          <p:nvSpPr>
            <p:cNvPr id="10664" name="Google Shape;10664;p119"/>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119"/>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119"/>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119"/>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119"/>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119"/>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119"/>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119"/>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119"/>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119"/>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119"/>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119"/>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119"/>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119"/>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119"/>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119"/>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119"/>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119"/>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119"/>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119"/>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119"/>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119"/>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119"/>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119"/>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119"/>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119"/>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119"/>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119"/>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119"/>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119"/>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119"/>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119"/>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6" name="Google Shape;10696;p119"/>
          <p:cNvGrpSpPr/>
          <p:nvPr/>
        </p:nvGrpSpPr>
        <p:grpSpPr>
          <a:xfrm rot="10800000" flipH="1">
            <a:off x="5323767" y="2817380"/>
            <a:ext cx="1419207" cy="24808"/>
            <a:chOff x="219558" y="4738465"/>
            <a:chExt cx="5852400" cy="102300"/>
          </a:xfrm>
        </p:grpSpPr>
        <p:cxnSp>
          <p:nvCxnSpPr>
            <p:cNvPr id="10697" name="Google Shape;10697;p119"/>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0698" name="Google Shape;10698;p119"/>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119"/>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119"/>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119"/>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119"/>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3" name="Google Shape;10703;p119"/>
          <p:cNvGrpSpPr/>
          <p:nvPr/>
        </p:nvGrpSpPr>
        <p:grpSpPr>
          <a:xfrm>
            <a:off x="5335086" y="3190444"/>
            <a:ext cx="1396570" cy="385016"/>
            <a:chOff x="5286284" y="2966544"/>
            <a:chExt cx="1396570" cy="385016"/>
          </a:xfrm>
        </p:grpSpPr>
        <p:cxnSp>
          <p:nvCxnSpPr>
            <p:cNvPr id="10704" name="Google Shape;10704;p119"/>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0705" name="Google Shape;10705;p119"/>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0706" name="Google Shape;10706;p119"/>
            <p:cNvGrpSpPr/>
            <p:nvPr/>
          </p:nvGrpSpPr>
          <p:grpSpPr>
            <a:xfrm>
              <a:off x="5287688" y="3173364"/>
              <a:ext cx="1395166" cy="74100"/>
              <a:chOff x="5287688" y="3173364"/>
              <a:chExt cx="1395166" cy="74100"/>
            </a:xfrm>
          </p:grpSpPr>
          <p:cxnSp>
            <p:nvCxnSpPr>
              <p:cNvPr id="10707" name="Google Shape;10707;p119"/>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0708" name="Google Shape;10708;p119"/>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0709" name="Google Shape;10709;p119"/>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710" name="Google Shape;10710;p119"/>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711" name="Google Shape;10711;p119"/>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712" name="Google Shape;10712;p119"/>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713" name="Google Shape;10713;p119"/>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714" name="Google Shape;10714;p119"/>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0715" name="Google Shape;10715;p119"/>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0716" name="Google Shape;10716;p119"/>
          <p:cNvGrpSpPr/>
          <p:nvPr/>
        </p:nvGrpSpPr>
        <p:grpSpPr>
          <a:xfrm>
            <a:off x="2021151" y="1609220"/>
            <a:ext cx="1182276" cy="662027"/>
            <a:chOff x="2029517" y="1732295"/>
            <a:chExt cx="1149068" cy="643432"/>
          </a:xfrm>
        </p:grpSpPr>
        <p:grpSp>
          <p:nvGrpSpPr>
            <p:cNvPr id="10717" name="Google Shape;10717;p119"/>
            <p:cNvGrpSpPr/>
            <p:nvPr/>
          </p:nvGrpSpPr>
          <p:grpSpPr>
            <a:xfrm>
              <a:off x="2708660" y="1746937"/>
              <a:ext cx="455427" cy="244429"/>
              <a:chOff x="2700693" y="1746937"/>
              <a:chExt cx="455427" cy="244429"/>
            </a:xfrm>
          </p:grpSpPr>
          <p:grpSp>
            <p:nvGrpSpPr>
              <p:cNvPr id="10718" name="Google Shape;10718;p119"/>
              <p:cNvGrpSpPr/>
              <p:nvPr/>
            </p:nvGrpSpPr>
            <p:grpSpPr>
              <a:xfrm>
                <a:off x="2905682" y="1782817"/>
                <a:ext cx="250438" cy="208549"/>
                <a:chOff x="2905682" y="1782817"/>
                <a:chExt cx="250438" cy="208549"/>
              </a:xfrm>
            </p:grpSpPr>
            <p:cxnSp>
              <p:nvCxnSpPr>
                <p:cNvPr id="10719" name="Google Shape;10719;p119"/>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720" name="Google Shape;10720;p119"/>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1" name="Google Shape;10721;p119"/>
              <p:cNvGrpSpPr/>
              <p:nvPr/>
            </p:nvGrpSpPr>
            <p:grpSpPr>
              <a:xfrm>
                <a:off x="2700693" y="1746937"/>
                <a:ext cx="449967" cy="72374"/>
                <a:chOff x="2700693" y="1746937"/>
                <a:chExt cx="449967" cy="72374"/>
              </a:xfrm>
            </p:grpSpPr>
            <p:cxnSp>
              <p:nvCxnSpPr>
                <p:cNvPr id="10722" name="Google Shape;10722;p119"/>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723" name="Google Shape;10723;p119"/>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24" name="Google Shape;10724;p119"/>
            <p:cNvGrpSpPr/>
            <p:nvPr/>
          </p:nvGrpSpPr>
          <p:grpSpPr>
            <a:xfrm>
              <a:off x="2029517" y="1732295"/>
              <a:ext cx="1149068" cy="643432"/>
              <a:chOff x="2029517" y="1732295"/>
              <a:chExt cx="1149068" cy="643432"/>
            </a:xfrm>
          </p:grpSpPr>
          <p:grpSp>
            <p:nvGrpSpPr>
              <p:cNvPr id="10725" name="Google Shape;10725;p119"/>
              <p:cNvGrpSpPr/>
              <p:nvPr/>
            </p:nvGrpSpPr>
            <p:grpSpPr>
              <a:xfrm>
                <a:off x="2703618" y="2103152"/>
                <a:ext cx="474966" cy="260017"/>
                <a:chOff x="2703618" y="2103152"/>
                <a:chExt cx="474966" cy="260017"/>
              </a:xfrm>
            </p:grpSpPr>
            <p:grpSp>
              <p:nvGrpSpPr>
                <p:cNvPr id="10726" name="Google Shape;10726;p119"/>
                <p:cNvGrpSpPr/>
                <p:nvPr/>
              </p:nvGrpSpPr>
              <p:grpSpPr>
                <a:xfrm>
                  <a:off x="2703618" y="2290640"/>
                  <a:ext cx="450291" cy="72529"/>
                  <a:chOff x="2703618" y="2290640"/>
                  <a:chExt cx="450291" cy="72529"/>
                </a:xfrm>
              </p:grpSpPr>
              <p:cxnSp>
                <p:nvCxnSpPr>
                  <p:cNvPr id="10727" name="Google Shape;10727;p119"/>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728" name="Google Shape;10728;p119"/>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9" name="Google Shape;10729;p119"/>
                <p:cNvGrpSpPr/>
                <p:nvPr/>
              </p:nvGrpSpPr>
              <p:grpSpPr>
                <a:xfrm>
                  <a:off x="2908607" y="2103152"/>
                  <a:ext cx="269977" cy="223538"/>
                  <a:chOff x="2908607" y="2103152"/>
                  <a:chExt cx="269977" cy="223538"/>
                </a:xfrm>
              </p:grpSpPr>
              <p:cxnSp>
                <p:nvCxnSpPr>
                  <p:cNvPr id="10730" name="Google Shape;10730;p119"/>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731" name="Google Shape;10731;p119"/>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32" name="Google Shape;10732;p119"/>
              <p:cNvGrpSpPr/>
              <p:nvPr/>
            </p:nvGrpSpPr>
            <p:grpSpPr>
              <a:xfrm>
                <a:off x="2029517" y="1732295"/>
                <a:ext cx="685827" cy="643432"/>
                <a:chOff x="2029517" y="1732295"/>
                <a:chExt cx="685827" cy="643432"/>
              </a:xfrm>
            </p:grpSpPr>
            <p:sp>
              <p:nvSpPr>
                <p:cNvPr id="10733" name="Google Shape;10733;p119"/>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4" name="Google Shape;10734;p119"/>
                <p:cNvGrpSpPr/>
                <p:nvPr/>
              </p:nvGrpSpPr>
              <p:grpSpPr>
                <a:xfrm>
                  <a:off x="2158948" y="1732295"/>
                  <a:ext cx="556396" cy="333108"/>
                  <a:chOff x="2158948" y="1732295"/>
                  <a:chExt cx="556396" cy="333108"/>
                </a:xfrm>
              </p:grpSpPr>
              <p:cxnSp>
                <p:nvCxnSpPr>
                  <p:cNvPr id="10735" name="Google Shape;10735;p119"/>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736" name="Google Shape;10736;p119"/>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7" name="Google Shape;10737;p119"/>
                <p:cNvGrpSpPr/>
                <p:nvPr/>
              </p:nvGrpSpPr>
              <p:grpSpPr>
                <a:xfrm>
                  <a:off x="2159908" y="2065057"/>
                  <a:ext cx="550884" cy="310670"/>
                  <a:chOff x="2159908" y="2065057"/>
                  <a:chExt cx="550884" cy="310670"/>
                </a:xfrm>
              </p:grpSpPr>
              <p:cxnSp>
                <p:nvCxnSpPr>
                  <p:cNvPr id="10738" name="Google Shape;10738;p119"/>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739" name="Google Shape;10739;p119"/>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0740" name="Google Shape;10740;p119"/>
          <p:cNvGrpSpPr/>
          <p:nvPr/>
        </p:nvGrpSpPr>
        <p:grpSpPr>
          <a:xfrm>
            <a:off x="706400" y="1556833"/>
            <a:ext cx="962651" cy="810058"/>
            <a:chOff x="844912" y="1681380"/>
            <a:chExt cx="935611" cy="787305"/>
          </a:xfrm>
        </p:grpSpPr>
        <p:grpSp>
          <p:nvGrpSpPr>
            <p:cNvPr id="10741" name="Google Shape;10741;p119"/>
            <p:cNvGrpSpPr/>
            <p:nvPr/>
          </p:nvGrpSpPr>
          <p:grpSpPr>
            <a:xfrm>
              <a:off x="844912" y="1819635"/>
              <a:ext cx="329836" cy="510016"/>
              <a:chOff x="844912" y="1819635"/>
              <a:chExt cx="329836" cy="510016"/>
            </a:xfrm>
          </p:grpSpPr>
          <p:sp>
            <p:nvSpPr>
              <p:cNvPr id="10742" name="Google Shape;10742;p119"/>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119"/>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119"/>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119"/>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119"/>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119"/>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8" name="Google Shape;10748;p119"/>
            <p:cNvGrpSpPr/>
            <p:nvPr/>
          </p:nvGrpSpPr>
          <p:grpSpPr>
            <a:xfrm>
              <a:off x="1284601" y="2158168"/>
              <a:ext cx="495923" cy="310517"/>
              <a:chOff x="1284601" y="2158168"/>
              <a:chExt cx="495923" cy="310517"/>
            </a:xfrm>
          </p:grpSpPr>
          <p:sp>
            <p:nvSpPr>
              <p:cNvPr id="10749" name="Google Shape;10749;p119"/>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0" name="Google Shape;10750;p119"/>
              <p:cNvGrpSpPr/>
              <p:nvPr/>
            </p:nvGrpSpPr>
            <p:grpSpPr>
              <a:xfrm>
                <a:off x="1507666" y="2158168"/>
                <a:ext cx="272858" cy="310517"/>
                <a:chOff x="1507666" y="2158168"/>
                <a:chExt cx="272858" cy="310517"/>
              </a:xfrm>
            </p:grpSpPr>
            <p:grpSp>
              <p:nvGrpSpPr>
                <p:cNvPr id="10751" name="Google Shape;10751;p119"/>
                <p:cNvGrpSpPr/>
                <p:nvPr/>
              </p:nvGrpSpPr>
              <p:grpSpPr>
                <a:xfrm>
                  <a:off x="1507666" y="2176104"/>
                  <a:ext cx="166395" cy="273149"/>
                  <a:chOff x="1507666" y="2176104"/>
                  <a:chExt cx="166395" cy="273149"/>
                </a:xfrm>
              </p:grpSpPr>
              <p:sp>
                <p:nvSpPr>
                  <p:cNvPr id="10752" name="Google Shape;10752;p119"/>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119"/>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119"/>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119"/>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119"/>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119"/>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119"/>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9" name="Google Shape;10759;p119"/>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119"/>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61" name="Google Shape;10761;p119"/>
            <p:cNvGrpSpPr/>
            <p:nvPr/>
          </p:nvGrpSpPr>
          <p:grpSpPr>
            <a:xfrm>
              <a:off x="1284601" y="1681380"/>
              <a:ext cx="495923" cy="310517"/>
              <a:chOff x="1284601" y="1681380"/>
              <a:chExt cx="495923" cy="310517"/>
            </a:xfrm>
          </p:grpSpPr>
          <p:sp>
            <p:nvSpPr>
              <p:cNvPr id="10762" name="Google Shape;10762;p119"/>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3" name="Google Shape;10763;p119"/>
              <p:cNvGrpSpPr/>
              <p:nvPr/>
            </p:nvGrpSpPr>
            <p:grpSpPr>
              <a:xfrm>
                <a:off x="1507666" y="1681380"/>
                <a:ext cx="272858" cy="310517"/>
                <a:chOff x="1507666" y="1681380"/>
                <a:chExt cx="272858" cy="310517"/>
              </a:xfrm>
            </p:grpSpPr>
            <p:grpSp>
              <p:nvGrpSpPr>
                <p:cNvPr id="10764" name="Google Shape;10764;p119"/>
                <p:cNvGrpSpPr/>
                <p:nvPr/>
              </p:nvGrpSpPr>
              <p:grpSpPr>
                <a:xfrm>
                  <a:off x="1507666" y="1700120"/>
                  <a:ext cx="166395" cy="272984"/>
                  <a:chOff x="1507666" y="1700120"/>
                  <a:chExt cx="166395" cy="272984"/>
                </a:xfrm>
              </p:grpSpPr>
              <p:sp>
                <p:nvSpPr>
                  <p:cNvPr id="10765" name="Google Shape;10765;p119"/>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119"/>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119"/>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119"/>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119"/>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119"/>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119"/>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72" name="Google Shape;10772;p119"/>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119"/>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774" name="Google Shape;10774;p119"/>
          <p:cNvGrpSpPr/>
          <p:nvPr/>
        </p:nvGrpSpPr>
        <p:grpSpPr>
          <a:xfrm>
            <a:off x="6815341" y="2324262"/>
            <a:ext cx="1622269" cy="552443"/>
            <a:chOff x="6894650" y="2574740"/>
            <a:chExt cx="1445100" cy="492111"/>
          </a:xfrm>
        </p:grpSpPr>
        <p:sp>
          <p:nvSpPr>
            <p:cNvPr id="10775" name="Google Shape;10775;p119"/>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119"/>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119"/>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119"/>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119"/>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80" name="Google Shape;10780;p119"/>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0781" name="Google Shape;10781;p119"/>
          <p:cNvGrpSpPr/>
          <p:nvPr/>
        </p:nvGrpSpPr>
        <p:grpSpPr>
          <a:xfrm>
            <a:off x="6834884" y="3698518"/>
            <a:ext cx="1583206" cy="475705"/>
            <a:chOff x="6953919" y="3907920"/>
            <a:chExt cx="1377300" cy="475705"/>
          </a:xfrm>
        </p:grpSpPr>
        <p:cxnSp>
          <p:nvCxnSpPr>
            <p:cNvPr id="10782" name="Google Shape;10782;p119"/>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783" name="Google Shape;10783;p119"/>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0784" name="Google Shape;10784;p119"/>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785" name="Google Shape;10785;p119"/>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0786" name="Google Shape;10786;p119"/>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0787" name="Google Shape;10787;p119"/>
          <p:cNvGrpSpPr/>
          <p:nvPr/>
        </p:nvGrpSpPr>
        <p:grpSpPr>
          <a:xfrm>
            <a:off x="2338472" y="2459663"/>
            <a:ext cx="836286" cy="824529"/>
            <a:chOff x="2389399" y="2595741"/>
            <a:chExt cx="812796" cy="801369"/>
          </a:xfrm>
        </p:grpSpPr>
        <p:grpSp>
          <p:nvGrpSpPr>
            <p:cNvPr id="10788" name="Google Shape;10788;p119"/>
            <p:cNvGrpSpPr/>
            <p:nvPr/>
          </p:nvGrpSpPr>
          <p:grpSpPr>
            <a:xfrm>
              <a:off x="2492145" y="2881565"/>
              <a:ext cx="607300" cy="229751"/>
              <a:chOff x="2492145" y="2881565"/>
              <a:chExt cx="607300" cy="229751"/>
            </a:xfrm>
          </p:grpSpPr>
          <p:sp>
            <p:nvSpPr>
              <p:cNvPr id="10789" name="Google Shape;10789;p119"/>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119"/>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119"/>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2" name="Google Shape;10792;p119"/>
            <p:cNvGrpSpPr/>
            <p:nvPr/>
          </p:nvGrpSpPr>
          <p:grpSpPr>
            <a:xfrm>
              <a:off x="2389399" y="2595741"/>
              <a:ext cx="812796" cy="296825"/>
              <a:chOff x="2389399" y="2595741"/>
              <a:chExt cx="812796" cy="296825"/>
            </a:xfrm>
          </p:grpSpPr>
          <p:grpSp>
            <p:nvGrpSpPr>
              <p:cNvPr id="10793" name="Google Shape;10793;p119"/>
              <p:cNvGrpSpPr/>
              <p:nvPr/>
            </p:nvGrpSpPr>
            <p:grpSpPr>
              <a:xfrm>
                <a:off x="2389399" y="2595741"/>
                <a:ext cx="363638" cy="296825"/>
                <a:chOff x="2389399" y="2595741"/>
                <a:chExt cx="363638" cy="296825"/>
              </a:xfrm>
            </p:grpSpPr>
            <p:grpSp>
              <p:nvGrpSpPr>
                <p:cNvPr id="10794" name="Google Shape;10794;p119"/>
                <p:cNvGrpSpPr/>
                <p:nvPr/>
              </p:nvGrpSpPr>
              <p:grpSpPr>
                <a:xfrm>
                  <a:off x="2493852" y="2794333"/>
                  <a:ext cx="259185" cy="98232"/>
                  <a:chOff x="2493852" y="2794333"/>
                  <a:chExt cx="259185" cy="98232"/>
                </a:xfrm>
              </p:grpSpPr>
              <p:sp>
                <p:nvSpPr>
                  <p:cNvPr id="10795" name="Google Shape;10795;p119"/>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119"/>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119"/>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8" name="Google Shape;10798;p119"/>
                <p:cNvGrpSpPr/>
                <p:nvPr/>
              </p:nvGrpSpPr>
              <p:grpSpPr>
                <a:xfrm>
                  <a:off x="2389399" y="2595741"/>
                  <a:ext cx="224343" cy="182054"/>
                  <a:chOff x="2389399" y="2595741"/>
                  <a:chExt cx="224343" cy="182054"/>
                </a:xfrm>
              </p:grpSpPr>
              <p:sp>
                <p:nvSpPr>
                  <p:cNvPr id="10799" name="Google Shape;10799;p119"/>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119"/>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01" name="Google Shape;10801;p119"/>
              <p:cNvGrpSpPr/>
              <p:nvPr/>
            </p:nvGrpSpPr>
            <p:grpSpPr>
              <a:xfrm>
                <a:off x="2683630" y="2595741"/>
                <a:ext cx="224334" cy="296825"/>
                <a:chOff x="2683630" y="2595741"/>
                <a:chExt cx="224334" cy="296825"/>
              </a:xfrm>
            </p:grpSpPr>
            <p:grpSp>
              <p:nvGrpSpPr>
                <p:cNvPr id="10802" name="Google Shape;10802;p119"/>
                <p:cNvGrpSpPr/>
                <p:nvPr/>
              </p:nvGrpSpPr>
              <p:grpSpPr>
                <a:xfrm>
                  <a:off x="2788083" y="2794333"/>
                  <a:ext cx="15356" cy="98232"/>
                  <a:chOff x="2788083" y="2794333"/>
                  <a:chExt cx="15356" cy="98232"/>
                </a:xfrm>
              </p:grpSpPr>
              <p:sp>
                <p:nvSpPr>
                  <p:cNvPr id="10803" name="Google Shape;10803;p119"/>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119"/>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119"/>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119"/>
                <p:cNvGrpSpPr/>
                <p:nvPr/>
              </p:nvGrpSpPr>
              <p:grpSpPr>
                <a:xfrm>
                  <a:off x="2683630" y="2595741"/>
                  <a:ext cx="224334" cy="182054"/>
                  <a:chOff x="2683630" y="2595741"/>
                  <a:chExt cx="224334" cy="182054"/>
                </a:xfrm>
              </p:grpSpPr>
              <p:sp>
                <p:nvSpPr>
                  <p:cNvPr id="10807" name="Google Shape;10807;p119"/>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119"/>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09" name="Google Shape;10809;p119"/>
              <p:cNvGrpSpPr/>
              <p:nvPr/>
            </p:nvGrpSpPr>
            <p:grpSpPr>
              <a:xfrm>
                <a:off x="2838475" y="2595741"/>
                <a:ext cx="363719" cy="296825"/>
                <a:chOff x="2838475" y="2595741"/>
                <a:chExt cx="363719" cy="296825"/>
              </a:xfrm>
            </p:grpSpPr>
            <p:grpSp>
              <p:nvGrpSpPr>
                <p:cNvPr id="10810" name="Google Shape;10810;p119"/>
                <p:cNvGrpSpPr/>
                <p:nvPr/>
              </p:nvGrpSpPr>
              <p:grpSpPr>
                <a:xfrm>
                  <a:off x="2838475" y="2794333"/>
                  <a:ext cx="259185" cy="98232"/>
                  <a:chOff x="2838475" y="2794333"/>
                  <a:chExt cx="259185" cy="98232"/>
                </a:xfrm>
              </p:grpSpPr>
              <p:sp>
                <p:nvSpPr>
                  <p:cNvPr id="10811" name="Google Shape;10811;p119"/>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119"/>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119"/>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4" name="Google Shape;10814;p119"/>
                <p:cNvGrpSpPr/>
                <p:nvPr/>
              </p:nvGrpSpPr>
              <p:grpSpPr>
                <a:xfrm>
                  <a:off x="2977852" y="2595741"/>
                  <a:ext cx="224343" cy="182054"/>
                  <a:chOff x="2977852" y="2595741"/>
                  <a:chExt cx="224343" cy="182054"/>
                </a:xfrm>
              </p:grpSpPr>
              <p:sp>
                <p:nvSpPr>
                  <p:cNvPr id="10815" name="Google Shape;10815;p119"/>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119"/>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817" name="Google Shape;10817;p119"/>
            <p:cNvGrpSpPr/>
            <p:nvPr/>
          </p:nvGrpSpPr>
          <p:grpSpPr>
            <a:xfrm>
              <a:off x="2389399" y="3100241"/>
              <a:ext cx="812796" cy="296869"/>
              <a:chOff x="2389399" y="3100241"/>
              <a:chExt cx="812796" cy="296869"/>
            </a:xfrm>
          </p:grpSpPr>
          <p:grpSp>
            <p:nvGrpSpPr>
              <p:cNvPr id="10818" name="Google Shape;10818;p119"/>
              <p:cNvGrpSpPr/>
              <p:nvPr/>
            </p:nvGrpSpPr>
            <p:grpSpPr>
              <a:xfrm>
                <a:off x="2683630" y="3100241"/>
                <a:ext cx="224334" cy="296869"/>
                <a:chOff x="2683630" y="3100241"/>
                <a:chExt cx="224334" cy="296869"/>
              </a:xfrm>
            </p:grpSpPr>
            <p:grpSp>
              <p:nvGrpSpPr>
                <p:cNvPr id="10819" name="Google Shape;10819;p119"/>
                <p:cNvGrpSpPr/>
                <p:nvPr/>
              </p:nvGrpSpPr>
              <p:grpSpPr>
                <a:xfrm>
                  <a:off x="2788083" y="3100241"/>
                  <a:ext cx="15356" cy="98237"/>
                  <a:chOff x="2788083" y="3100241"/>
                  <a:chExt cx="15356" cy="98237"/>
                </a:xfrm>
              </p:grpSpPr>
              <p:sp>
                <p:nvSpPr>
                  <p:cNvPr id="10820" name="Google Shape;10820;p119"/>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119"/>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119"/>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3" name="Google Shape;10823;p119"/>
                <p:cNvGrpSpPr/>
                <p:nvPr/>
              </p:nvGrpSpPr>
              <p:grpSpPr>
                <a:xfrm>
                  <a:off x="2683630" y="3215065"/>
                  <a:ext cx="224334" cy="182045"/>
                  <a:chOff x="2683630" y="3215065"/>
                  <a:chExt cx="224334" cy="182045"/>
                </a:xfrm>
              </p:grpSpPr>
              <p:sp>
                <p:nvSpPr>
                  <p:cNvPr id="10824" name="Google Shape;10824;p119"/>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119"/>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26" name="Google Shape;10826;p119"/>
              <p:cNvGrpSpPr/>
              <p:nvPr/>
            </p:nvGrpSpPr>
            <p:grpSpPr>
              <a:xfrm>
                <a:off x="2389399" y="3100241"/>
                <a:ext cx="363638" cy="296869"/>
                <a:chOff x="2389399" y="3100241"/>
                <a:chExt cx="363638" cy="296869"/>
              </a:xfrm>
            </p:grpSpPr>
            <p:grpSp>
              <p:nvGrpSpPr>
                <p:cNvPr id="10827" name="Google Shape;10827;p119"/>
                <p:cNvGrpSpPr/>
                <p:nvPr/>
              </p:nvGrpSpPr>
              <p:grpSpPr>
                <a:xfrm>
                  <a:off x="2493852" y="3100241"/>
                  <a:ext cx="259185" cy="98237"/>
                  <a:chOff x="2493852" y="3100241"/>
                  <a:chExt cx="259185" cy="98237"/>
                </a:xfrm>
              </p:grpSpPr>
              <p:sp>
                <p:nvSpPr>
                  <p:cNvPr id="10828" name="Google Shape;10828;p119"/>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119"/>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119"/>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119"/>
                <p:cNvGrpSpPr/>
                <p:nvPr/>
              </p:nvGrpSpPr>
              <p:grpSpPr>
                <a:xfrm>
                  <a:off x="2389399" y="3215065"/>
                  <a:ext cx="224343" cy="182045"/>
                  <a:chOff x="2389399" y="3215065"/>
                  <a:chExt cx="224343" cy="182045"/>
                </a:xfrm>
              </p:grpSpPr>
              <p:sp>
                <p:nvSpPr>
                  <p:cNvPr id="10832" name="Google Shape;10832;p119"/>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119"/>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34" name="Google Shape;10834;p119"/>
              <p:cNvGrpSpPr/>
              <p:nvPr/>
            </p:nvGrpSpPr>
            <p:grpSpPr>
              <a:xfrm>
                <a:off x="2838475" y="3100241"/>
                <a:ext cx="363719" cy="296869"/>
                <a:chOff x="2838475" y="3100241"/>
                <a:chExt cx="363719" cy="296869"/>
              </a:xfrm>
            </p:grpSpPr>
            <p:grpSp>
              <p:nvGrpSpPr>
                <p:cNvPr id="10835" name="Google Shape;10835;p119"/>
                <p:cNvGrpSpPr/>
                <p:nvPr/>
              </p:nvGrpSpPr>
              <p:grpSpPr>
                <a:xfrm>
                  <a:off x="2838475" y="3100241"/>
                  <a:ext cx="259185" cy="98237"/>
                  <a:chOff x="2838475" y="3100241"/>
                  <a:chExt cx="259185" cy="98237"/>
                </a:xfrm>
              </p:grpSpPr>
              <p:sp>
                <p:nvSpPr>
                  <p:cNvPr id="10836" name="Google Shape;10836;p119"/>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119"/>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119"/>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9" name="Google Shape;10839;p119"/>
                <p:cNvGrpSpPr/>
                <p:nvPr/>
              </p:nvGrpSpPr>
              <p:grpSpPr>
                <a:xfrm>
                  <a:off x="2977852" y="3215065"/>
                  <a:ext cx="224343" cy="182045"/>
                  <a:chOff x="2977852" y="3215065"/>
                  <a:chExt cx="224343" cy="182045"/>
                </a:xfrm>
              </p:grpSpPr>
              <p:sp>
                <p:nvSpPr>
                  <p:cNvPr id="10840" name="Google Shape;10840;p119"/>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119"/>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Shape 10845"/>
        <p:cNvGrpSpPr/>
        <p:nvPr/>
      </p:nvGrpSpPr>
      <p:grpSpPr>
        <a:xfrm>
          <a:off x="0" y="0"/>
          <a:ext cx="0" cy="0"/>
          <a:chOff x="0" y="0"/>
          <a:chExt cx="0" cy="0"/>
        </a:xfrm>
      </p:grpSpPr>
      <p:grpSp>
        <p:nvGrpSpPr>
          <p:cNvPr id="10846" name="Google Shape;10846;p120"/>
          <p:cNvGrpSpPr/>
          <p:nvPr/>
        </p:nvGrpSpPr>
        <p:grpSpPr>
          <a:xfrm>
            <a:off x="702075" y="3155925"/>
            <a:ext cx="2390414" cy="1024800"/>
            <a:chOff x="728925" y="3296613"/>
            <a:chExt cx="2390414" cy="1024800"/>
          </a:xfrm>
        </p:grpSpPr>
        <p:grpSp>
          <p:nvGrpSpPr>
            <p:cNvPr id="10847" name="Google Shape;10847;p120"/>
            <p:cNvGrpSpPr/>
            <p:nvPr/>
          </p:nvGrpSpPr>
          <p:grpSpPr>
            <a:xfrm>
              <a:off x="728925" y="3619800"/>
              <a:ext cx="2390414" cy="500893"/>
              <a:chOff x="728925" y="3619800"/>
              <a:chExt cx="2390414" cy="500893"/>
            </a:xfrm>
          </p:grpSpPr>
          <p:sp>
            <p:nvSpPr>
              <p:cNvPr id="10848" name="Google Shape;10848;p120"/>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849" name="Google Shape;10849;p120"/>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850" name="Google Shape;10850;p120"/>
            <p:cNvGrpSpPr/>
            <p:nvPr/>
          </p:nvGrpSpPr>
          <p:grpSpPr>
            <a:xfrm>
              <a:off x="1348050" y="3296613"/>
              <a:ext cx="1706152" cy="1024800"/>
              <a:chOff x="1348050" y="3296613"/>
              <a:chExt cx="1706152" cy="1024800"/>
            </a:xfrm>
          </p:grpSpPr>
          <p:sp>
            <p:nvSpPr>
              <p:cNvPr id="10851" name="Google Shape;10851;p120"/>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852" name="Google Shape;10852;p120"/>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853" name="Google Shape;10853;p120"/>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854" name="Google Shape;10854;p120"/>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855" name="Google Shape;10855;p120"/>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856" name="Google Shape;10856;p120"/>
            <p:cNvGrpSpPr/>
            <p:nvPr/>
          </p:nvGrpSpPr>
          <p:grpSpPr>
            <a:xfrm>
              <a:off x="1455707" y="3654858"/>
              <a:ext cx="1491150" cy="417657"/>
              <a:chOff x="1455707" y="3654858"/>
              <a:chExt cx="1491150" cy="417657"/>
            </a:xfrm>
          </p:grpSpPr>
          <p:sp>
            <p:nvSpPr>
              <p:cNvPr id="10857" name="Google Shape;10857;p120"/>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120"/>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120"/>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120"/>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120"/>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120"/>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120"/>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120"/>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120"/>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120"/>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120"/>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120"/>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120"/>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120"/>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120"/>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120"/>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120"/>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120"/>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120"/>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120"/>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877" name="Google Shape;10877;p120"/>
          <p:cNvGraphicFramePr/>
          <p:nvPr/>
        </p:nvGraphicFramePr>
        <p:xfrm>
          <a:off x="5937775" y="2153837"/>
          <a:ext cx="3000000" cy="3000000"/>
        </p:xfrm>
        <a:graphic>
          <a:graphicData uri="http://schemas.openxmlformats.org/drawingml/2006/table">
            <a:tbl>
              <a:tblPr>
                <a:noFill/>
                <a:tableStyleId>{3D587759-9986-4914-98AE-49296307D1F9}</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0878" name="Google Shape;10878;p120"/>
          <p:cNvGrpSpPr/>
          <p:nvPr/>
        </p:nvGrpSpPr>
        <p:grpSpPr>
          <a:xfrm>
            <a:off x="710451" y="981601"/>
            <a:ext cx="2396505" cy="976502"/>
            <a:chOff x="749309" y="1112739"/>
            <a:chExt cx="2371603" cy="976502"/>
          </a:xfrm>
        </p:grpSpPr>
        <p:grpSp>
          <p:nvGrpSpPr>
            <p:cNvPr id="10879" name="Google Shape;10879;p120"/>
            <p:cNvGrpSpPr/>
            <p:nvPr/>
          </p:nvGrpSpPr>
          <p:grpSpPr>
            <a:xfrm>
              <a:off x="1092126" y="1112739"/>
              <a:ext cx="2028786" cy="975464"/>
              <a:chOff x="1092126" y="1112739"/>
              <a:chExt cx="2028786" cy="975464"/>
            </a:xfrm>
          </p:grpSpPr>
          <p:sp>
            <p:nvSpPr>
              <p:cNvPr id="10880" name="Google Shape;10880;p120"/>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120"/>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120"/>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120"/>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120"/>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120"/>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120"/>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120"/>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120"/>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120"/>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120"/>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120"/>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120"/>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120"/>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120"/>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120"/>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120"/>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120"/>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120"/>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120"/>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120"/>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120"/>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120"/>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120"/>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4" name="Google Shape;10904;p120"/>
            <p:cNvGrpSpPr/>
            <p:nvPr/>
          </p:nvGrpSpPr>
          <p:grpSpPr>
            <a:xfrm>
              <a:off x="749309" y="1112739"/>
              <a:ext cx="314700" cy="975464"/>
              <a:chOff x="749309" y="1112739"/>
              <a:chExt cx="314700" cy="975464"/>
            </a:xfrm>
          </p:grpSpPr>
          <p:sp>
            <p:nvSpPr>
              <p:cNvPr id="10905" name="Google Shape;10905;p120"/>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120"/>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120"/>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120"/>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9" name="Google Shape;10909;p120"/>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120"/>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120"/>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120"/>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0913" name="Google Shape;10913;p120"/>
          <p:cNvGraphicFramePr/>
          <p:nvPr/>
        </p:nvGraphicFramePr>
        <p:xfrm>
          <a:off x="5937800" y="981587"/>
          <a:ext cx="3000000" cy="3000000"/>
        </p:xfrm>
        <a:graphic>
          <a:graphicData uri="http://schemas.openxmlformats.org/drawingml/2006/table">
            <a:tbl>
              <a:tblPr>
                <a:noFill/>
                <a:tableStyleId>{3D587759-9986-4914-98AE-49296307D1F9}</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0914" name="Google Shape;10914;p120"/>
          <p:cNvGraphicFramePr/>
          <p:nvPr/>
        </p:nvGraphicFramePr>
        <p:xfrm>
          <a:off x="3358663" y="2153837"/>
          <a:ext cx="3000000" cy="3000000"/>
        </p:xfrm>
        <a:graphic>
          <a:graphicData uri="http://schemas.openxmlformats.org/drawingml/2006/table">
            <a:tbl>
              <a:tblPr>
                <a:noFill/>
                <a:tableStyleId>{3D587759-9986-4914-98AE-49296307D1F9}</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915" name="Google Shape;10915;p120"/>
          <p:cNvGrpSpPr/>
          <p:nvPr/>
        </p:nvGrpSpPr>
        <p:grpSpPr>
          <a:xfrm>
            <a:off x="3360649" y="3144798"/>
            <a:ext cx="2363377" cy="1047062"/>
            <a:chOff x="3358399" y="3285485"/>
            <a:chExt cx="2363377" cy="1047062"/>
          </a:xfrm>
        </p:grpSpPr>
        <p:grpSp>
          <p:nvGrpSpPr>
            <p:cNvPr id="10916" name="Google Shape;10916;p120"/>
            <p:cNvGrpSpPr/>
            <p:nvPr/>
          </p:nvGrpSpPr>
          <p:grpSpPr>
            <a:xfrm>
              <a:off x="3358412" y="3285485"/>
              <a:ext cx="2363244" cy="139500"/>
              <a:chOff x="3358412" y="3285485"/>
              <a:chExt cx="2363244" cy="139500"/>
            </a:xfrm>
          </p:grpSpPr>
          <p:sp>
            <p:nvSpPr>
              <p:cNvPr id="10917" name="Google Shape;10917;p120"/>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120"/>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120"/>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120"/>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120"/>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2" name="Google Shape;10922;p120"/>
            <p:cNvGrpSpPr/>
            <p:nvPr/>
          </p:nvGrpSpPr>
          <p:grpSpPr>
            <a:xfrm>
              <a:off x="3358412" y="3466996"/>
              <a:ext cx="2363244" cy="139500"/>
              <a:chOff x="3358412" y="3466996"/>
              <a:chExt cx="2363244" cy="139500"/>
            </a:xfrm>
          </p:grpSpPr>
          <p:sp>
            <p:nvSpPr>
              <p:cNvPr id="10923" name="Google Shape;10923;p120"/>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120"/>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120"/>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120"/>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120"/>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8" name="Google Shape;10928;p120"/>
            <p:cNvGrpSpPr/>
            <p:nvPr/>
          </p:nvGrpSpPr>
          <p:grpSpPr>
            <a:xfrm>
              <a:off x="3358412" y="3648507"/>
              <a:ext cx="2363244" cy="139500"/>
              <a:chOff x="3358412" y="3648507"/>
              <a:chExt cx="2363244" cy="139500"/>
            </a:xfrm>
          </p:grpSpPr>
          <p:sp>
            <p:nvSpPr>
              <p:cNvPr id="10929" name="Google Shape;10929;p120"/>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120"/>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120"/>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120"/>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120"/>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4" name="Google Shape;10934;p120"/>
            <p:cNvGrpSpPr/>
            <p:nvPr/>
          </p:nvGrpSpPr>
          <p:grpSpPr>
            <a:xfrm>
              <a:off x="3358412" y="3830018"/>
              <a:ext cx="2363244" cy="139500"/>
              <a:chOff x="3358412" y="3830018"/>
              <a:chExt cx="2363244" cy="139500"/>
            </a:xfrm>
          </p:grpSpPr>
          <p:sp>
            <p:nvSpPr>
              <p:cNvPr id="10935" name="Google Shape;10935;p120"/>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120"/>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120"/>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120"/>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120"/>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0" name="Google Shape;10940;p120"/>
            <p:cNvGrpSpPr/>
            <p:nvPr/>
          </p:nvGrpSpPr>
          <p:grpSpPr>
            <a:xfrm>
              <a:off x="3358399" y="4011514"/>
              <a:ext cx="2363377" cy="139537"/>
              <a:chOff x="3294800" y="4134603"/>
              <a:chExt cx="2638876" cy="152400"/>
            </a:xfrm>
          </p:grpSpPr>
          <p:sp>
            <p:nvSpPr>
              <p:cNvPr id="10941" name="Google Shape;10941;p12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12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12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12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12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6" name="Google Shape;10946;p120"/>
            <p:cNvGrpSpPr/>
            <p:nvPr/>
          </p:nvGrpSpPr>
          <p:grpSpPr>
            <a:xfrm>
              <a:off x="3358399" y="4193010"/>
              <a:ext cx="2363377" cy="139537"/>
              <a:chOff x="3294800" y="4134603"/>
              <a:chExt cx="2638876" cy="152400"/>
            </a:xfrm>
          </p:grpSpPr>
          <p:sp>
            <p:nvSpPr>
              <p:cNvPr id="10947" name="Google Shape;10947;p12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12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12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12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12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952" name="Google Shape;10952;p120"/>
          <p:cNvGraphicFramePr/>
          <p:nvPr/>
        </p:nvGraphicFramePr>
        <p:xfrm>
          <a:off x="711450" y="2153837"/>
          <a:ext cx="3000000" cy="3000000"/>
        </p:xfrm>
        <a:graphic>
          <a:graphicData uri="http://schemas.openxmlformats.org/drawingml/2006/table">
            <a:tbl>
              <a:tblPr>
                <a:noFill/>
                <a:tableStyleId>{3D587759-9986-4914-98AE-49296307D1F9}</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953" name="Google Shape;10953;p120"/>
          <p:cNvGrpSpPr/>
          <p:nvPr/>
        </p:nvGrpSpPr>
        <p:grpSpPr>
          <a:xfrm>
            <a:off x="4161119" y="2557652"/>
            <a:ext cx="1302095" cy="60959"/>
            <a:chOff x="3558802" y="4011427"/>
            <a:chExt cx="1866000" cy="111300"/>
          </a:xfrm>
        </p:grpSpPr>
        <p:sp>
          <p:nvSpPr>
            <p:cNvPr id="10954" name="Google Shape;10954;p12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12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6" name="Google Shape;10956;p120"/>
          <p:cNvGrpSpPr/>
          <p:nvPr/>
        </p:nvGrpSpPr>
        <p:grpSpPr>
          <a:xfrm>
            <a:off x="4706607" y="2839811"/>
            <a:ext cx="914340" cy="60959"/>
            <a:chOff x="3558802" y="4011427"/>
            <a:chExt cx="1866000" cy="111300"/>
          </a:xfrm>
        </p:grpSpPr>
        <p:sp>
          <p:nvSpPr>
            <p:cNvPr id="10957" name="Google Shape;10957;p12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12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9" name="Google Shape;10959;p120"/>
          <p:cNvGrpSpPr/>
          <p:nvPr/>
        </p:nvGrpSpPr>
        <p:grpSpPr>
          <a:xfrm>
            <a:off x="5874449" y="3167609"/>
            <a:ext cx="2519825" cy="1001454"/>
            <a:chOff x="1906114" y="789980"/>
            <a:chExt cx="1487676" cy="606868"/>
          </a:xfrm>
        </p:grpSpPr>
        <p:cxnSp>
          <p:nvCxnSpPr>
            <p:cNvPr id="10960" name="Google Shape;10960;p120"/>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961" name="Google Shape;10961;p120"/>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962" name="Google Shape;10962;p120"/>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0963" name="Google Shape;10963;p120"/>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0964" name="Google Shape;10964;p120"/>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0965" name="Google Shape;10965;p120"/>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0966" name="Google Shape;10966;p120"/>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0967" name="Google Shape;10967;p120"/>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120"/>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120"/>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120"/>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120"/>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120"/>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120"/>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0974" name="Google Shape;10974;p120"/>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975" name="Google Shape;10975;p120"/>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976" name="Google Shape;10976;p120"/>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7" name="Google Shape;10977;p120"/>
          <p:cNvGrpSpPr/>
          <p:nvPr/>
        </p:nvGrpSpPr>
        <p:grpSpPr>
          <a:xfrm>
            <a:off x="3355812" y="951645"/>
            <a:ext cx="2363393" cy="1005865"/>
            <a:chOff x="3292400" y="1193188"/>
            <a:chExt cx="2615240" cy="1131075"/>
          </a:xfrm>
        </p:grpSpPr>
        <p:sp>
          <p:nvSpPr>
            <p:cNvPr id="10978" name="Google Shape;10978;p120"/>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979" name="Google Shape;10979;p120"/>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980" name="Google Shape;10980;p120"/>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0981" name="Google Shape;10981;p120"/>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0982" name="Google Shape;10982;p120"/>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0983" name="Google Shape;10983;p120"/>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0984" name="Google Shape;10984;p120"/>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0985" name="Google Shape;10985;p120"/>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0986" name="Google Shape;10986;p120"/>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0987" name="Google Shape;10987;p120"/>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0988" name="Google Shape;10988;p120"/>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989" name="Google Shape;10989;p120"/>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990" name="Google Shape;10990;p120"/>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991" name="Google Shape;10991;p120"/>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992" name="Google Shape;10992;p120"/>
            <p:cNvGrpSpPr/>
            <p:nvPr/>
          </p:nvGrpSpPr>
          <p:grpSpPr>
            <a:xfrm>
              <a:off x="3748438" y="1378608"/>
              <a:ext cx="2159202" cy="903971"/>
              <a:chOff x="1683525" y="2179850"/>
              <a:chExt cx="4519050" cy="2134525"/>
            </a:xfrm>
          </p:grpSpPr>
          <p:sp>
            <p:nvSpPr>
              <p:cNvPr id="10993" name="Google Shape;10993;p120"/>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994" name="Google Shape;10994;p120"/>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995" name="Google Shape;10995;p120"/>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996" name="Google Shape;10996;p120"/>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997" name="Google Shape;10997;p120"/>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998" name="Google Shape;10998;p120"/>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999" name="Google Shape;10999;p120"/>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000" name="Google Shape;11000;p120"/>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001" name="Google Shape;11001;p120"/>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002" name="Google Shape;11002;p120"/>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003" name="Google Shape;11003;p120"/>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004" name="Google Shape;11004;p120"/>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Shape 11008"/>
        <p:cNvGrpSpPr/>
        <p:nvPr/>
      </p:nvGrpSpPr>
      <p:grpSpPr>
        <a:xfrm>
          <a:off x="0" y="0"/>
          <a:ext cx="0" cy="0"/>
          <a:chOff x="0" y="0"/>
          <a:chExt cx="0" cy="0"/>
        </a:xfrm>
      </p:grpSpPr>
      <p:grpSp>
        <p:nvGrpSpPr>
          <p:cNvPr id="11009" name="Google Shape;11009;p121"/>
          <p:cNvGrpSpPr/>
          <p:nvPr/>
        </p:nvGrpSpPr>
        <p:grpSpPr>
          <a:xfrm>
            <a:off x="4796684" y="970941"/>
            <a:ext cx="745431" cy="718863"/>
            <a:chOff x="4249973" y="1201875"/>
            <a:chExt cx="1958568" cy="1888762"/>
          </a:xfrm>
        </p:grpSpPr>
        <p:sp>
          <p:nvSpPr>
            <p:cNvPr id="11010" name="Google Shape;11010;p121"/>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1" name="Google Shape;11011;p121"/>
            <p:cNvGrpSpPr/>
            <p:nvPr/>
          </p:nvGrpSpPr>
          <p:grpSpPr>
            <a:xfrm>
              <a:off x="5853086" y="1789142"/>
              <a:ext cx="355454" cy="1048099"/>
              <a:chOff x="5576108" y="2016725"/>
              <a:chExt cx="565200" cy="1666560"/>
            </a:xfrm>
          </p:grpSpPr>
          <p:sp>
            <p:nvSpPr>
              <p:cNvPr id="11012" name="Google Shape;11012;p121"/>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013" name="Google Shape;11013;p12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4" name="Google Shape;11014;p121"/>
            <p:cNvGrpSpPr/>
            <p:nvPr/>
          </p:nvGrpSpPr>
          <p:grpSpPr>
            <a:xfrm>
              <a:off x="4869455" y="2691676"/>
              <a:ext cx="1013897" cy="398961"/>
              <a:chOff x="4012057" y="3451825"/>
              <a:chExt cx="1612175" cy="634379"/>
            </a:xfrm>
          </p:grpSpPr>
          <p:sp>
            <p:nvSpPr>
              <p:cNvPr id="11015" name="Google Shape;11015;p121"/>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016" name="Google Shape;11016;p12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7" name="Google Shape;11017;p121"/>
            <p:cNvGrpSpPr/>
            <p:nvPr/>
          </p:nvGrpSpPr>
          <p:grpSpPr>
            <a:xfrm>
              <a:off x="4276937" y="2155961"/>
              <a:ext cx="651965" cy="891358"/>
              <a:chOff x="3069908" y="2599997"/>
              <a:chExt cx="1036675" cy="1417328"/>
            </a:xfrm>
          </p:grpSpPr>
          <p:sp>
            <p:nvSpPr>
              <p:cNvPr id="11018" name="Google Shape;11018;p121"/>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019" name="Google Shape;11019;p12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0" name="Google Shape;11020;p121"/>
            <p:cNvGrpSpPr/>
            <p:nvPr/>
          </p:nvGrpSpPr>
          <p:grpSpPr>
            <a:xfrm>
              <a:off x="5054918" y="1201875"/>
              <a:ext cx="999548" cy="602711"/>
              <a:chOff x="4306958" y="1082925"/>
              <a:chExt cx="1589359" cy="958358"/>
            </a:xfrm>
          </p:grpSpPr>
          <p:sp>
            <p:nvSpPr>
              <p:cNvPr id="11021" name="Google Shape;11021;p121"/>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022" name="Google Shape;11022;p12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3" name="Google Shape;11023;p121"/>
            <p:cNvGrpSpPr/>
            <p:nvPr/>
          </p:nvGrpSpPr>
          <p:grpSpPr>
            <a:xfrm>
              <a:off x="4249973" y="1303451"/>
              <a:ext cx="799317" cy="841334"/>
              <a:chOff x="3027033" y="1244439"/>
              <a:chExt cx="1270977" cy="1337786"/>
            </a:xfrm>
          </p:grpSpPr>
          <p:sp>
            <p:nvSpPr>
              <p:cNvPr id="11024" name="Google Shape;11024;p121"/>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025" name="Google Shape;11025;p12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26" name="Google Shape;11026;p121"/>
          <p:cNvGrpSpPr/>
          <p:nvPr/>
        </p:nvGrpSpPr>
        <p:grpSpPr>
          <a:xfrm>
            <a:off x="713057" y="1849390"/>
            <a:ext cx="761767" cy="729896"/>
            <a:chOff x="2657744" y="2337745"/>
            <a:chExt cx="832987" cy="798137"/>
          </a:xfrm>
        </p:grpSpPr>
        <p:sp>
          <p:nvSpPr>
            <p:cNvPr id="11027" name="Google Shape;11027;p121"/>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121"/>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12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121"/>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12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12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3" name="Google Shape;11033;p121"/>
          <p:cNvGrpSpPr/>
          <p:nvPr/>
        </p:nvGrpSpPr>
        <p:grpSpPr>
          <a:xfrm>
            <a:off x="3224022" y="1852597"/>
            <a:ext cx="685569" cy="723586"/>
            <a:chOff x="3398134" y="2057755"/>
            <a:chExt cx="704087" cy="743130"/>
          </a:xfrm>
        </p:grpSpPr>
        <p:grpSp>
          <p:nvGrpSpPr>
            <p:cNvPr id="11034" name="Google Shape;11034;p121"/>
            <p:cNvGrpSpPr/>
            <p:nvPr/>
          </p:nvGrpSpPr>
          <p:grpSpPr>
            <a:xfrm>
              <a:off x="3398134" y="2290183"/>
              <a:ext cx="315300" cy="219900"/>
              <a:chOff x="3398134" y="2290183"/>
              <a:chExt cx="315300" cy="219900"/>
            </a:xfrm>
          </p:grpSpPr>
          <p:sp>
            <p:nvSpPr>
              <p:cNvPr id="11035" name="Google Shape;11035;p121"/>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036" name="Google Shape;11036;p121"/>
              <p:cNvCxnSpPr>
                <a:stCxn id="11035"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1037" name="Google Shape;11037;p121"/>
            <p:cNvGrpSpPr/>
            <p:nvPr/>
          </p:nvGrpSpPr>
          <p:grpSpPr>
            <a:xfrm>
              <a:off x="3547823" y="2467358"/>
              <a:ext cx="219900" cy="333527"/>
              <a:chOff x="3547823" y="2467358"/>
              <a:chExt cx="219900" cy="333527"/>
            </a:xfrm>
          </p:grpSpPr>
          <p:sp>
            <p:nvSpPr>
              <p:cNvPr id="11038" name="Google Shape;11038;p121"/>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039" name="Google Shape;11039;p121"/>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1040" name="Google Shape;11040;p121"/>
            <p:cNvGrpSpPr/>
            <p:nvPr/>
          </p:nvGrpSpPr>
          <p:grpSpPr>
            <a:xfrm>
              <a:off x="3734138" y="2467358"/>
              <a:ext cx="219900" cy="333527"/>
              <a:chOff x="3734138" y="2467358"/>
              <a:chExt cx="219900" cy="333527"/>
            </a:xfrm>
          </p:grpSpPr>
          <p:sp>
            <p:nvSpPr>
              <p:cNvPr id="11041" name="Google Shape;11041;p121"/>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042" name="Google Shape;11042;p121"/>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1043" name="Google Shape;11043;p121"/>
            <p:cNvGrpSpPr/>
            <p:nvPr/>
          </p:nvGrpSpPr>
          <p:grpSpPr>
            <a:xfrm>
              <a:off x="3787560" y="2288011"/>
              <a:ext cx="314661" cy="219900"/>
              <a:chOff x="3787560" y="2288011"/>
              <a:chExt cx="314661" cy="219900"/>
            </a:xfrm>
          </p:grpSpPr>
          <p:sp>
            <p:nvSpPr>
              <p:cNvPr id="11044" name="Google Shape;11044;p121"/>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045" name="Google Shape;11045;p121"/>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1046" name="Google Shape;11046;p121"/>
            <p:cNvGrpSpPr/>
            <p:nvPr/>
          </p:nvGrpSpPr>
          <p:grpSpPr>
            <a:xfrm>
              <a:off x="3637290" y="2057755"/>
              <a:ext cx="219900" cy="335499"/>
              <a:chOff x="3637290" y="2057755"/>
              <a:chExt cx="219900" cy="335499"/>
            </a:xfrm>
          </p:grpSpPr>
          <p:sp>
            <p:nvSpPr>
              <p:cNvPr id="11047" name="Google Shape;11047;p121"/>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1048" name="Google Shape;11048;p121"/>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1049" name="Google Shape;11049;p121"/>
          <p:cNvGrpSpPr/>
          <p:nvPr/>
        </p:nvGrpSpPr>
        <p:grpSpPr>
          <a:xfrm>
            <a:off x="4899244" y="1859292"/>
            <a:ext cx="710153" cy="710153"/>
            <a:chOff x="5007123" y="2079403"/>
            <a:chExt cx="687600" cy="687600"/>
          </a:xfrm>
        </p:grpSpPr>
        <p:sp>
          <p:nvSpPr>
            <p:cNvPr id="11050" name="Google Shape;11050;p121"/>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121"/>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121"/>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121"/>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4" name="Google Shape;11054;p121"/>
          <p:cNvGrpSpPr/>
          <p:nvPr/>
        </p:nvGrpSpPr>
        <p:grpSpPr>
          <a:xfrm>
            <a:off x="5708681" y="1853799"/>
            <a:ext cx="720998" cy="721183"/>
            <a:chOff x="5797446" y="2063053"/>
            <a:chExt cx="698100" cy="698280"/>
          </a:xfrm>
        </p:grpSpPr>
        <p:sp>
          <p:nvSpPr>
            <p:cNvPr id="11055" name="Google Shape;11055;p121"/>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121"/>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121"/>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121"/>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9" name="Google Shape;11059;p121"/>
          <p:cNvGrpSpPr/>
          <p:nvPr/>
        </p:nvGrpSpPr>
        <p:grpSpPr>
          <a:xfrm>
            <a:off x="8153828" y="3499404"/>
            <a:ext cx="280585" cy="673164"/>
            <a:chOff x="8075075" y="3754290"/>
            <a:chExt cx="255612" cy="613194"/>
          </a:xfrm>
        </p:grpSpPr>
        <p:grpSp>
          <p:nvGrpSpPr>
            <p:cNvPr id="11060" name="Google Shape;11060;p121"/>
            <p:cNvGrpSpPr/>
            <p:nvPr/>
          </p:nvGrpSpPr>
          <p:grpSpPr>
            <a:xfrm>
              <a:off x="8075075" y="3754290"/>
              <a:ext cx="255612" cy="613194"/>
              <a:chOff x="8075075" y="3754290"/>
              <a:chExt cx="255612" cy="613194"/>
            </a:xfrm>
          </p:grpSpPr>
          <p:sp>
            <p:nvSpPr>
              <p:cNvPr id="11061" name="Google Shape;11061;p121"/>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121"/>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3" name="Google Shape;11063;p121"/>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4" name="Google Shape;11064;p121"/>
          <p:cNvGrpSpPr/>
          <p:nvPr/>
        </p:nvGrpSpPr>
        <p:grpSpPr>
          <a:xfrm>
            <a:off x="5270887" y="3488200"/>
            <a:ext cx="470352" cy="683745"/>
            <a:chOff x="1697726" y="3244179"/>
            <a:chExt cx="788124" cy="1146069"/>
          </a:xfrm>
        </p:grpSpPr>
        <p:sp>
          <p:nvSpPr>
            <p:cNvPr id="11065" name="Google Shape;11065;p12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12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7" name="Google Shape;11067;p121"/>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8" name="Google Shape;11068;p121"/>
          <p:cNvGrpSpPr/>
          <p:nvPr/>
        </p:nvGrpSpPr>
        <p:grpSpPr>
          <a:xfrm>
            <a:off x="5892037" y="3499402"/>
            <a:ext cx="293891" cy="293845"/>
            <a:chOff x="6134814" y="3754290"/>
            <a:chExt cx="293891" cy="293845"/>
          </a:xfrm>
        </p:grpSpPr>
        <p:sp>
          <p:nvSpPr>
            <p:cNvPr id="11069" name="Google Shape;11069;p121"/>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121"/>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1" name="Google Shape;11071;p121"/>
          <p:cNvGrpSpPr/>
          <p:nvPr/>
        </p:nvGrpSpPr>
        <p:grpSpPr>
          <a:xfrm>
            <a:off x="5892037" y="3878074"/>
            <a:ext cx="293891" cy="293891"/>
            <a:chOff x="6134814" y="4086186"/>
            <a:chExt cx="293891" cy="293891"/>
          </a:xfrm>
        </p:grpSpPr>
        <p:sp>
          <p:nvSpPr>
            <p:cNvPr id="11072" name="Google Shape;11072;p121"/>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121"/>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74" name="Google Shape;11074;p121"/>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121"/>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76" name="Google Shape;11076;p121"/>
          <p:cNvGrpSpPr/>
          <p:nvPr/>
        </p:nvGrpSpPr>
        <p:grpSpPr>
          <a:xfrm>
            <a:off x="7817013" y="2706766"/>
            <a:ext cx="622883" cy="621944"/>
            <a:chOff x="1187048" y="238125"/>
            <a:chExt cx="5256397" cy="5248476"/>
          </a:xfrm>
        </p:grpSpPr>
        <p:sp>
          <p:nvSpPr>
            <p:cNvPr id="11077" name="Google Shape;11077;p12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121"/>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121"/>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121"/>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121"/>
          <p:cNvGrpSpPr/>
          <p:nvPr/>
        </p:nvGrpSpPr>
        <p:grpSpPr>
          <a:xfrm>
            <a:off x="2274118" y="2716375"/>
            <a:ext cx="1310987" cy="612407"/>
            <a:chOff x="238125" y="1188750"/>
            <a:chExt cx="7140450" cy="3335550"/>
          </a:xfrm>
        </p:grpSpPr>
        <p:sp>
          <p:nvSpPr>
            <p:cNvPr id="11082" name="Google Shape;11082;p12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12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12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12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12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7" name="Google Shape;11087;p121"/>
          <p:cNvGrpSpPr/>
          <p:nvPr/>
        </p:nvGrpSpPr>
        <p:grpSpPr>
          <a:xfrm>
            <a:off x="6599990" y="2706930"/>
            <a:ext cx="1110299" cy="621702"/>
            <a:chOff x="238125" y="1335475"/>
            <a:chExt cx="5418735" cy="3034175"/>
          </a:xfrm>
        </p:grpSpPr>
        <p:sp>
          <p:nvSpPr>
            <p:cNvPr id="11088" name="Google Shape;11088;p12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12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12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1" name="Google Shape;11091;p121"/>
          <p:cNvGrpSpPr/>
          <p:nvPr/>
        </p:nvGrpSpPr>
        <p:grpSpPr>
          <a:xfrm>
            <a:off x="5417649" y="2703827"/>
            <a:ext cx="1074451" cy="627181"/>
            <a:chOff x="5359127" y="2910889"/>
            <a:chExt cx="1097723" cy="640831"/>
          </a:xfrm>
        </p:grpSpPr>
        <p:grpSp>
          <p:nvGrpSpPr>
            <p:cNvPr id="11092" name="Google Shape;11092;p121"/>
            <p:cNvGrpSpPr/>
            <p:nvPr/>
          </p:nvGrpSpPr>
          <p:grpSpPr>
            <a:xfrm>
              <a:off x="5929791" y="3263088"/>
              <a:ext cx="527060" cy="287097"/>
              <a:chOff x="5929791" y="3263088"/>
              <a:chExt cx="527060" cy="287097"/>
            </a:xfrm>
          </p:grpSpPr>
          <p:sp>
            <p:nvSpPr>
              <p:cNvPr id="11093" name="Google Shape;11093;p121"/>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094" name="Google Shape;11094;p121"/>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1095" name="Google Shape;11095;p121"/>
            <p:cNvGrpSpPr/>
            <p:nvPr/>
          </p:nvGrpSpPr>
          <p:grpSpPr>
            <a:xfrm>
              <a:off x="5359127" y="3263089"/>
              <a:ext cx="526428" cy="288631"/>
              <a:chOff x="5359127" y="3263089"/>
              <a:chExt cx="526428" cy="288631"/>
            </a:xfrm>
          </p:grpSpPr>
          <p:sp>
            <p:nvSpPr>
              <p:cNvPr id="11096" name="Google Shape;11096;p121"/>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097" name="Google Shape;11097;p121"/>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1098" name="Google Shape;11098;p121"/>
            <p:cNvGrpSpPr/>
            <p:nvPr/>
          </p:nvGrpSpPr>
          <p:grpSpPr>
            <a:xfrm>
              <a:off x="5551525" y="2910889"/>
              <a:ext cx="520901" cy="610283"/>
              <a:chOff x="5551525" y="2910889"/>
              <a:chExt cx="520901" cy="610283"/>
            </a:xfrm>
          </p:grpSpPr>
          <p:sp>
            <p:nvSpPr>
              <p:cNvPr id="11099" name="Google Shape;11099;p121"/>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100" name="Google Shape;11100;p121"/>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1101" name="Google Shape;11101;p121"/>
            <p:cNvGrpSpPr/>
            <p:nvPr/>
          </p:nvGrpSpPr>
          <p:grpSpPr>
            <a:xfrm>
              <a:off x="5743962" y="2919100"/>
              <a:ext cx="623674" cy="284502"/>
              <a:chOff x="5743962" y="2919100"/>
              <a:chExt cx="623674" cy="284502"/>
            </a:xfrm>
          </p:grpSpPr>
          <p:sp>
            <p:nvSpPr>
              <p:cNvPr id="11102" name="Google Shape;11102;p121"/>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103" name="Google Shape;11103;p121"/>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1104" name="Google Shape;11104;p121"/>
          <p:cNvGrpSpPr/>
          <p:nvPr/>
        </p:nvGrpSpPr>
        <p:grpSpPr>
          <a:xfrm>
            <a:off x="7568863" y="1854538"/>
            <a:ext cx="874976" cy="719600"/>
            <a:chOff x="7608988" y="2093194"/>
            <a:chExt cx="817276" cy="672147"/>
          </a:xfrm>
        </p:grpSpPr>
        <p:cxnSp>
          <p:nvCxnSpPr>
            <p:cNvPr id="11105" name="Google Shape;11105;p121"/>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106" name="Google Shape;11106;p121"/>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107" name="Google Shape;11107;p121"/>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108" name="Google Shape;11108;p121"/>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109" name="Google Shape;11109;p121"/>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1110" name="Google Shape;11110;p121"/>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1111" name="Google Shape;11111;p121"/>
            <p:cNvGrpSpPr/>
            <p:nvPr/>
          </p:nvGrpSpPr>
          <p:grpSpPr>
            <a:xfrm>
              <a:off x="7721175" y="2093194"/>
              <a:ext cx="599587" cy="623846"/>
              <a:chOff x="7721175" y="2093194"/>
              <a:chExt cx="599587" cy="623846"/>
            </a:xfrm>
          </p:grpSpPr>
          <p:grpSp>
            <p:nvGrpSpPr>
              <p:cNvPr id="11112" name="Google Shape;11112;p121"/>
              <p:cNvGrpSpPr/>
              <p:nvPr/>
            </p:nvGrpSpPr>
            <p:grpSpPr>
              <a:xfrm>
                <a:off x="7721175" y="2093194"/>
                <a:ext cx="291605" cy="623846"/>
                <a:chOff x="9405575" y="2061418"/>
                <a:chExt cx="291605" cy="623846"/>
              </a:xfrm>
            </p:grpSpPr>
            <p:sp>
              <p:nvSpPr>
                <p:cNvPr id="11113" name="Google Shape;11113;p12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12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12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12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12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12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12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0" name="Google Shape;11120;p121"/>
              <p:cNvGrpSpPr/>
              <p:nvPr/>
            </p:nvGrpSpPr>
            <p:grpSpPr>
              <a:xfrm flipH="1">
                <a:off x="8029157" y="2093194"/>
                <a:ext cx="291605" cy="623846"/>
                <a:chOff x="9405575" y="2061418"/>
                <a:chExt cx="291605" cy="623846"/>
              </a:xfrm>
            </p:grpSpPr>
            <p:sp>
              <p:nvSpPr>
                <p:cNvPr id="11121" name="Google Shape;11121;p12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12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12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12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12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12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12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128" name="Google Shape;11128;p121"/>
          <p:cNvGrpSpPr/>
          <p:nvPr/>
        </p:nvGrpSpPr>
        <p:grpSpPr>
          <a:xfrm>
            <a:off x="4013299" y="970941"/>
            <a:ext cx="712557" cy="785901"/>
            <a:chOff x="4206459" y="1191441"/>
            <a:chExt cx="712557" cy="785901"/>
          </a:xfrm>
        </p:grpSpPr>
        <p:sp>
          <p:nvSpPr>
            <p:cNvPr id="11129" name="Google Shape;11129;p121"/>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121"/>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121"/>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121"/>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3" name="Google Shape;11133;p121"/>
            <p:cNvGrpSpPr/>
            <p:nvPr/>
          </p:nvGrpSpPr>
          <p:grpSpPr>
            <a:xfrm>
              <a:off x="4644280" y="1290523"/>
              <a:ext cx="143716" cy="29463"/>
              <a:chOff x="4644280" y="1290523"/>
              <a:chExt cx="143716" cy="29463"/>
            </a:xfrm>
          </p:grpSpPr>
          <p:sp>
            <p:nvSpPr>
              <p:cNvPr id="11134" name="Google Shape;11134;p121"/>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121"/>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121"/>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121"/>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8" name="Google Shape;11138;p121"/>
            <p:cNvGrpSpPr/>
            <p:nvPr/>
          </p:nvGrpSpPr>
          <p:grpSpPr>
            <a:xfrm>
              <a:off x="4356567" y="1191441"/>
              <a:ext cx="143690" cy="29488"/>
              <a:chOff x="4356567" y="1191441"/>
              <a:chExt cx="143690" cy="29488"/>
            </a:xfrm>
          </p:grpSpPr>
          <p:sp>
            <p:nvSpPr>
              <p:cNvPr id="11139" name="Google Shape;11139;p121"/>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121"/>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121"/>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121"/>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3" name="Google Shape;11143;p121"/>
            <p:cNvGrpSpPr/>
            <p:nvPr/>
          </p:nvGrpSpPr>
          <p:grpSpPr>
            <a:xfrm>
              <a:off x="4339009" y="1863727"/>
              <a:ext cx="143703" cy="29476"/>
              <a:chOff x="4339009" y="1863727"/>
              <a:chExt cx="143703" cy="29476"/>
            </a:xfrm>
          </p:grpSpPr>
          <p:sp>
            <p:nvSpPr>
              <p:cNvPr id="11144" name="Google Shape;11144;p121"/>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121"/>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121"/>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121"/>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8" name="Google Shape;11148;p121"/>
            <p:cNvGrpSpPr/>
            <p:nvPr/>
          </p:nvGrpSpPr>
          <p:grpSpPr>
            <a:xfrm>
              <a:off x="4206459" y="1607315"/>
              <a:ext cx="29539" cy="142899"/>
              <a:chOff x="4206459" y="1607315"/>
              <a:chExt cx="29539" cy="142899"/>
            </a:xfrm>
          </p:grpSpPr>
          <p:sp>
            <p:nvSpPr>
              <p:cNvPr id="11149" name="Google Shape;11149;p121"/>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121"/>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121"/>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121"/>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3" name="Google Shape;11153;p121"/>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121"/>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121"/>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121"/>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57" name="Google Shape;11157;p121"/>
            <p:cNvGrpSpPr/>
            <p:nvPr/>
          </p:nvGrpSpPr>
          <p:grpSpPr>
            <a:xfrm>
              <a:off x="4889463" y="1423737"/>
              <a:ext cx="29552" cy="142899"/>
              <a:chOff x="4889463" y="1423737"/>
              <a:chExt cx="29552" cy="142899"/>
            </a:xfrm>
          </p:grpSpPr>
          <p:sp>
            <p:nvSpPr>
              <p:cNvPr id="11158" name="Google Shape;11158;p121"/>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121"/>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121"/>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121"/>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121"/>
            <p:cNvGrpSpPr/>
            <p:nvPr/>
          </p:nvGrpSpPr>
          <p:grpSpPr>
            <a:xfrm>
              <a:off x="4771663" y="1876896"/>
              <a:ext cx="108651" cy="100447"/>
              <a:chOff x="4771663" y="1876896"/>
              <a:chExt cx="108651" cy="100447"/>
            </a:xfrm>
          </p:grpSpPr>
          <p:sp>
            <p:nvSpPr>
              <p:cNvPr id="11163" name="Google Shape;11163;p121"/>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121"/>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121"/>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121"/>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67" name="Google Shape;11167;p121"/>
          <p:cNvGrpSpPr/>
          <p:nvPr/>
        </p:nvGrpSpPr>
        <p:grpSpPr>
          <a:xfrm>
            <a:off x="4008774" y="1854164"/>
            <a:ext cx="791287" cy="720350"/>
            <a:chOff x="267375" y="1071875"/>
            <a:chExt cx="470500" cy="428550"/>
          </a:xfrm>
        </p:grpSpPr>
        <p:sp>
          <p:nvSpPr>
            <p:cNvPr id="11168" name="Google Shape;11168;p121"/>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121"/>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121"/>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121"/>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121"/>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121"/>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121"/>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121"/>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121"/>
          <p:cNvGrpSpPr/>
          <p:nvPr/>
        </p:nvGrpSpPr>
        <p:grpSpPr>
          <a:xfrm>
            <a:off x="709269" y="3498794"/>
            <a:ext cx="1408444" cy="673166"/>
            <a:chOff x="712664" y="3693287"/>
            <a:chExt cx="1460738" cy="698160"/>
          </a:xfrm>
        </p:grpSpPr>
        <p:grpSp>
          <p:nvGrpSpPr>
            <p:cNvPr id="11177" name="Google Shape;11177;p121"/>
            <p:cNvGrpSpPr/>
            <p:nvPr/>
          </p:nvGrpSpPr>
          <p:grpSpPr>
            <a:xfrm>
              <a:off x="1380079" y="4133090"/>
              <a:ext cx="234048" cy="258099"/>
              <a:chOff x="1380079" y="4133090"/>
              <a:chExt cx="234048" cy="258099"/>
            </a:xfrm>
          </p:grpSpPr>
          <p:sp>
            <p:nvSpPr>
              <p:cNvPr id="11178" name="Google Shape;11178;p121"/>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121"/>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121"/>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1" name="Google Shape;11181;p121"/>
            <p:cNvGrpSpPr/>
            <p:nvPr/>
          </p:nvGrpSpPr>
          <p:grpSpPr>
            <a:xfrm>
              <a:off x="884610" y="3864082"/>
              <a:ext cx="1118566" cy="527275"/>
              <a:chOff x="890961" y="3865463"/>
              <a:chExt cx="1115221" cy="525698"/>
            </a:xfrm>
          </p:grpSpPr>
          <p:sp>
            <p:nvSpPr>
              <p:cNvPr id="11182" name="Google Shape;11182;p121"/>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121"/>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121"/>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5" name="Google Shape;11185;p121"/>
            <p:cNvGrpSpPr/>
            <p:nvPr/>
          </p:nvGrpSpPr>
          <p:grpSpPr>
            <a:xfrm>
              <a:off x="712664" y="3693287"/>
              <a:ext cx="1460738" cy="698160"/>
              <a:chOff x="712664" y="3693025"/>
              <a:chExt cx="1460738" cy="698160"/>
            </a:xfrm>
          </p:grpSpPr>
          <p:sp>
            <p:nvSpPr>
              <p:cNvPr id="11186" name="Google Shape;11186;p121"/>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121"/>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121"/>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121"/>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121"/>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121"/>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92" name="Google Shape;11192;p121"/>
          <p:cNvGrpSpPr/>
          <p:nvPr/>
        </p:nvGrpSpPr>
        <p:grpSpPr>
          <a:xfrm>
            <a:off x="3146985" y="970941"/>
            <a:ext cx="795485" cy="738831"/>
            <a:chOff x="3348603" y="1236445"/>
            <a:chExt cx="749256" cy="695894"/>
          </a:xfrm>
        </p:grpSpPr>
        <p:grpSp>
          <p:nvGrpSpPr>
            <p:cNvPr id="11193" name="Google Shape;11193;p121"/>
            <p:cNvGrpSpPr/>
            <p:nvPr/>
          </p:nvGrpSpPr>
          <p:grpSpPr>
            <a:xfrm>
              <a:off x="3583779" y="1236445"/>
              <a:ext cx="293795" cy="285811"/>
              <a:chOff x="3750225" y="1774000"/>
              <a:chExt cx="149575" cy="145525"/>
            </a:xfrm>
          </p:grpSpPr>
          <p:sp>
            <p:nvSpPr>
              <p:cNvPr id="11194" name="Google Shape;11194;p12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12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6" name="Google Shape;11196;p121"/>
            <p:cNvGrpSpPr/>
            <p:nvPr/>
          </p:nvGrpSpPr>
          <p:grpSpPr>
            <a:xfrm>
              <a:off x="3775534" y="1462599"/>
              <a:ext cx="322325" cy="285958"/>
              <a:chOff x="3847850" y="1889150"/>
              <a:chExt cx="164100" cy="145600"/>
            </a:xfrm>
          </p:grpSpPr>
          <p:sp>
            <p:nvSpPr>
              <p:cNvPr id="11197" name="Google Shape;11197;p12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12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9" name="Google Shape;11199;p121"/>
            <p:cNvGrpSpPr/>
            <p:nvPr/>
          </p:nvGrpSpPr>
          <p:grpSpPr>
            <a:xfrm>
              <a:off x="3545329" y="1646528"/>
              <a:ext cx="293746" cy="285811"/>
              <a:chOff x="3730650" y="1982800"/>
              <a:chExt cx="149550" cy="145525"/>
            </a:xfrm>
          </p:grpSpPr>
          <p:sp>
            <p:nvSpPr>
              <p:cNvPr id="11200" name="Google Shape;11200;p12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12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2" name="Google Shape;11202;p121"/>
            <p:cNvGrpSpPr/>
            <p:nvPr/>
          </p:nvGrpSpPr>
          <p:grpSpPr>
            <a:xfrm>
              <a:off x="3348603" y="1415046"/>
              <a:ext cx="294384" cy="284387"/>
              <a:chOff x="3630494" y="1864938"/>
              <a:chExt cx="149875" cy="144800"/>
            </a:xfrm>
          </p:grpSpPr>
          <p:sp>
            <p:nvSpPr>
              <p:cNvPr id="11203" name="Google Shape;11203;p121"/>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121"/>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05" name="Google Shape;11205;p121"/>
          <p:cNvGrpSpPr/>
          <p:nvPr/>
        </p:nvGrpSpPr>
        <p:grpSpPr>
          <a:xfrm>
            <a:off x="2268512" y="3493837"/>
            <a:ext cx="1324924" cy="678083"/>
            <a:chOff x="2413923" y="3711366"/>
            <a:chExt cx="1374117" cy="703260"/>
          </a:xfrm>
        </p:grpSpPr>
        <p:grpSp>
          <p:nvGrpSpPr>
            <p:cNvPr id="11206" name="Google Shape;11206;p121"/>
            <p:cNvGrpSpPr/>
            <p:nvPr/>
          </p:nvGrpSpPr>
          <p:grpSpPr>
            <a:xfrm>
              <a:off x="2413923" y="3711366"/>
              <a:ext cx="1374117" cy="703260"/>
              <a:chOff x="2413923" y="3711366"/>
              <a:chExt cx="1374117" cy="703260"/>
            </a:xfrm>
          </p:grpSpPr>
          <p:sp>
            <p:nvSpPr>
              <p:cNvPr id="11207" name="Google Shape;11207;p121"/>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08" name="Google Shape;11208;p121"/>
              <p:cNvGrpSpPr/>
              <p:nvPr/>
            </p:nvGrpSpPr>
            <p:grpSpPr>
              <a:xfrm>
                <a:off x="2600284" y="3808654"/>
                <a:ext cx="234506" cy="138009"/>
                <a:chOff x="2600284" y="3808654"/>
                <a:chExt cx="234506" cy="138009"/>
              </a:xfrm>
            </p:grpSpPr>
            <p:sp>
              <p:nvSpPr>
                <p:cNvPr id="11209" name="Google Shape;11209;p121"/>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10" name="Google Shape;11210;p121"/>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211" name="Google Shape;11211;p121"/>
              <p:cNvGrpSpPr/>
              <p:nvPr/>
            </p:nvGrpSpPr>
            <p:grpSpPr>
              <a:xfrm>
                <a:off x="3359659" y="3805664"/>
                <a:ext cx="232294" cy="141000"/>
                <a:chOff x="3359659" y="3805664"/>
                <a:chExt cx="232294" cy="141000"/>
              </a:xfrm>
            </p:grpSpPr>
            <p:sp>
              <p:nvSpPr>
                <p:cNvPr id="11212" name="Google Shape;11212;p121"/>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13" name="Google Shape;11213;p121"/>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214" name="Google Shape;11214;p121"/>
              <p:cNvGrpSpPr/>
              <p:nvPr/>
            </p:nvGrpSpPr>
            <p:grpSpPr>
              <a:xfrm>
                <a:off x="3067316" y="3711366"/>
                <a:ext cx="66900" cy="166809"/>
                <a:chOff x="3067316" y="3711366"/>
                <a:chExt cx="66900" cy="166809"/>
              </a:xfrm>
            </p:grpSpPr>
            <p:sp>
              <p:nvSpPr>
                <p:cNvPr id="11215" name="Google Shape;11215;p121"/>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16" name="Google Shape;11216;p121"/>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217" name="Google Shape;11217;p121"/>
              <p:cNvGrpSpPr/>
              <p:nvPr/>
            </p:nvGrpSpPr>
            <p:grpSpPr>
              <a:xfrm>
                <a:off x="2413923" y="4058666"/>
                <a:ext cx="224119" cy="66900"/>
                <a:chOff x="2413923" y="4058666"/>
                <a:chExt cx="224119" cy="66900"/>
              </a:xfrm>
            </p:grpSpPr>
            <p:sp>
              <p:nvSpPr>
                <p:cNvPr id="11218" name="Google Shape;11218;p121"/>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19" name="Google Shape;11219;p121"/>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220" name="Google Shape;11220;p121"/>
              <p:cNvGrpSpPr/>
              <p:nvPr/>
            </p:nvGrpSpPr>
            <p:grpSpPr>
              <a:xfrm>
                <a:off x="3564643" y="4058666"/>
                <a:ext cx="223397" cy="66900"/>
                <a:chOff x="3564643" y="4058666"/>
                <a:chExt cx="223397" cy="66900"/>
              </a:xfrm>
            </p:grpSpPr>
            <p:sp>
              <p:nvSpPr>
                <p:cNvPr id="11221" name="Google Shape;11221;p121"/>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22" name="Google Shape;11222;p121"/>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1223" name="Google Shape;11223;p121"/>
            <p:cNvGrpSpPr/>
            <p:nvPr/>
          </p:nvGrpSpPr>
          <p:grpSpPr>
            <a:xfrm>
              <a:off x="2633353" y="3965763"/>
              <a:ext cx="933975" cy="445687"/>
              <a:chOff x="2633353" y="3965763"/>
              <a:chExt cx="933975" cy="445687"/>
            </a:xfrm>
          </p:grpSpPr>
          <p:sp>
            <p:nvSpPr>
              <p:cNvPr id="11224" name="Google Shape;11224;p121"/>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121"/>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26" name="Google Shape;11226;p121"/>
          <p:cNvGrpSpPr/>
          <p:nvPr/>
        </p:nvGrpSpPr>
        <p:grpSpPr>
          <a:xfrm>
            <a:off x="6392784" y="1044384"/>
            <a:ext cx="1131087" cy="587383"/>
            <a:chOff x="238125" y="999450"/>
            <a:chExt cx="7140700" cy="3708225"/>
          </a:xfrm>
        </p:grpSpPr>
        <p:sp>
          <p:nvSpPr>
            <p:cNvPr id="11227" name="Google Shape;11227;p12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12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12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12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121"/>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12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12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12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12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6" name="Google Shape;11236;p121"/>
          <p:cNvGrpSpPr/>
          <p:nvPr/>
        </p:nvGrpSpPr>
        <p:grpSpPr>
          <a:xfrm>
            <a:off x="3744234" y="3493879"/>
            <a:ext cx="1375854" cy="678131"/>
            <a:chOff x="3913765" y="3641905"/>
            <a:chExt cx="1522805" cy="750560"/>
          </a:xfrm>
        </p:grpSpPr>
        <p:grpSp>
          <p:nvGrpSpPr>
            <p:cNvPr id="11237" name="Google Shape;11237;p121"/>
            <p:cNvGrpSpPr/>
            <p:nvPr/>
          </p:nvGrpSpPr>
          <p:grpSpPr>
            <a:xfrm>
              <a:off x="3913765" y="3997002"/>
              <a:ext cx="1522805" cy="395463"/>
              <a:chOff x="3913765" y="3997002"/>
              <a:chExt cx="1522805" cy="395463"/>
            </a:xfrm>
          </p:grpSpPr>
          <p:grpSp>
            <p:nvGrpSpPr>
              <p:cNvPr id="11238" name="Google Shape;11238;p121"/>
              <p:cNvGrpSpPr/>
              <p:nvPr/>
            </p:nvGrpSpPr>
            <p:grpSpPr>
              <a:xfrm>
                <a:off x="3913765" y="4138659"/>
                <a:ext cx="507602" cy="253806"/>
                <a:chOff x="3913765" y="4138659"/>
                <a:chExt cx="507602" cy="253806"/>
              </a:xfrm>
            </p:grpSpPr>
            <p:sp>
              <p:nvSpPr>
                <p:cNvPr id="11239" name="Google Shape;11239;p121"/>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121"/>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1241" name="Google Shape;11241;p121"/>
              <p:cNvGrpSpPr/>
              <p:nvPr/>
            </p:nvGrpSpPr>
            <p:grpSpPr>
              <a:xfrm>
                <a:off x="4421361" y="3997002"/>
                <a:ext cx="507618" cy="395463"/>
                <a:chOff x="4421361" y="3997002"/>
                <a:chExt cx="507618" cy="395463"/>
              </a:xfrm>
            </p:grpSpPr>
            <p:sp>
              <p:nvSpPr>
                <p:cNvPr id="11242" name="Google Shape;11242;p121"/>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121"/>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4" name="Google Shape;11244;p121"/>
              <p:cNvGrpSpPr/>
              <p:nvPr/>
            </p:nvGrpSpPr>
            <p:grpSpPr>
              <a:xfrm>
                <a:off x="4928973" y="4189418"/>
                <a:ext cx="507596" cy="203047"/>
                <a:chOff x="4928973" y="4189418"/>
                <a:chExt cx="507596" cy="203047"/>
              </a:xfrm>
            </p:grpSpPr>
            <p:sp>
              <p:nvSpPr>
                <p:cNvPr id="11245" name="Google Shape;11245;p121"/>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121"/>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47" name="Google Shape;11247;p121"/>
            <p:cNvGrpSpPr/>
            <p:nvPr/>
          </p:nvGrpSpPr>
          <p:grpSpPr>
            <a:xfrm>
              <a:off x="4482186" y="3641905"/>
              <a:ext cx="397605" cy="349784"/>
              <a:chOff x="2906375" y="1159725"/>
              <a:chExt cx="1860575" cy="1636800"/>
            </a:xfrm>
          </p:grpSpPr>
          <p:sp>
            <p:nvSpPr>
              <p:cNvPr id="11248" name="Google Shape;11248;p121"/>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121"/>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121"/>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121"/>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52" name="Google Shape;11252;p121"/>
          <p:cNvGrpSpPr/>
          <p:nvPr/>
        </p:nvGrpSpPr>
        <p:grpSpPr>
          <a:xfrm>
            <a:off x="6528943" y="1853805"/>
            <a:ext cx="940737" cy="721067"/>
            <a:chOff x="6599718" y="2068734"/>
            <a:chExt cx="940737" cy="721067"/>
          </a:xfrm>
        </p:grpSpPr>
        <p:sp>
          <p:nvSpPr>
            <p:cNvPr id="11253" name="Google Shape;11253;p121"/>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121"/>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121"/>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121"/>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121"/>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121"/>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9" name="Google Shape;11259;p121"/>
            <p:cNvGrpSpPr/>
            <p:nvPr/>
          </p:nvGrpSpPr>
          <p:grpSpPr>
            <a:xfrm>
              <a:off x="6836957" y="2068734"/>
              <a:ext cx="461892" cy="721067"/>
              <a:chOff x="6836957" y="2068734"/>
              <a:chExt cx="461892" cy="721067"/>
            </a:xfrm>
          </p:grpSpPr>
          <p:sp>
            <p:nvSpPr>
              <p:cNvPr id="11260" name="Google Shape;11260;p121"/>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121"/>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121"/>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121"/>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121"/>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121"/>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6" name="Google Shape;11266;p121"/>
              <p:cNvGrpSpPr/>
              <p:nvPr/>
            </p:nvGrpSpPr>
            <p:grpSpPr>
              <a:xfrm>
                <a:off x="6836957" y="2068734"/>
                <a:ext cx="461892" cy="721067"/>
                <a:chOff x="6836957" y="2068734"/>
                <a:chExt cx="461892" cy="721067"/>
              </a:xfrm>
            </p:grpSpPr>
            <p:sp>
              <p:nvSpPr>
                <p:cNvPr id="11267" name="Google Shape;11267;p121"/>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121"/>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121"/>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121"/>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121"/>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121"/>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121"/>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274" name="Google Shape;11274;p121"/>
          <p:cNvGrpSpPr/>
          <p:nvPr/>
        </p:nvGrpSpPr>
        <p:grpSpPr>
          <a:xfrm>
            <a:off x="2412262" y="1858152"/>
            <a:ext cx="712577" cy="712374"/>
            <a:chOff x="2559249" y="2069323"/>
            <a:chExt cx="685566" cy="685634"/>
          </a:xfrm>
        </p:grpSpPr>
        <p:sp>
          <p:nvSpPr>
            <p:cNvPr id="11275" name="Google Shape;11275;p121"/>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121"/>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121"/>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121"/>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121"/>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121"/>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121"/>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121"/>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121"/>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121"/>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121"/>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121"/>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121"/>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8" name="Google Shape;11288;p121"/>
          <p:cNvGrpSpPr/>
          <p:nvPr/>
        </p:nvGrpSpPr>
        <p:grpSpPr>
          <a:xfrm>
            <a:off x="7594699" y="970941"/>
            <a:ext cx="845645" cy="711911"/>
            <a:chOff x="951975" y="315800"/>
            <a:chExt cx="5860325" cy="4933550"/>
          </a:xfrm>
        </p:grpSpPr>
        <p:sp>
          <p:nvSpPr>
            <p:cNvPr id="11289" name="Google Shape;11289;p121"/>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121"/>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121"/>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121"/>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121"/>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121"/>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121"/>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121"/>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7" name="Google Shape;11297;p121"/>
          <p:cNvGrpSpPr/>
          <p:nvPr/>
        </p:nvGrpSpPr>
        <p:grpSpPr>
          <a:xfrm>
            <a:off x="3691828" y="2707050"/>
            <a:ext cx="1617932" cy="621724"/>
            <a:chOff x="3862800" y="3038525"/>
            <a:chExt cx="1329006" cy="510698"/>
          </a:xfrm>
        </p:grpSpPr>
        <p:sp>
          <p:nvSpPr>
            <p:cNvPr id="11298" name="Google Shape;11298;p121"/>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121"/>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0" name="Google Shape;11300;p121"/>
            <p:cNvGrpSpPr/>
            <p:nvPr/>
          </p:nvGrpSpPr>
          <p:grpSpPr>
            <a:xfrm>
              <a:off x="3967075" y="3040337"/>
              <a:ext cx="1019927" cy="402126"/>
              <a:chOff x="3967075" y="3040337"/>
              <a:chExt cx="1019927" cy="402126"/>
            </a:xfrm>
          </p:grpSpPr>
          <p:sp>
            <p:nvSpPr>
              <p:cNvPr id="11301" name="Google Shape;11301;p121"/>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121"/>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3" name="Google Shape;11303;p121"/>
            <p:cNvGrpSpPr/>
            <p:nvPr/>
          </p:nvGrpSpPr>
          <p:grpSpPr>
            <a:xfrm>
              <a:off x="4186700" y="3040337"/>
              <a:ext cx="390475" cy="183289"/>
              <a:chOff x="4186700" y="3040337"/>
              <a:chExt cx="390475" cy="183289"/>
            </a:xfrm>
          </p:grpSpPr>
          <p:sp>
            <p:nvSpPr>
              <p:cNvPr id="11304" name="Google Shape;11304;p121"/>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121"/>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6" name="Google Shape;11306;p121"/>
            <p:cNvGrpSpPr/>
            <p:nvPr/>
          </p:nvGrpSpPr>
          <p:grpSpPr>
            <a:xfrm>
              <a:off x="4073727" y="3040337"/>
              <a:ext cx="697794" cy="296263"/>
              <a:chOff x="4073727" y="3040337"/>
              <a:chExt cx="697794" cy="296263"/>
            </a:xfrm>
          </p:grpSpPr>
          <p:sp>
            <p:nvSpPr>
              <p:cNvPr id="11307" name="Google Shape;11307;p121"/>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121"/>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121"/>
            <p:cNvGrpSpPr/>
            <p:nvPr/>
          </p:nvGrpSpPr>
          <p:grpSpPr>
            <a:xfrm>
              <a:off x="3862800" y="3038525"/>
              <a:ext cx="1329006" cy="510698"/>
              <a:chOff x="3862800" y="3038525"/>
              <a:chExt cx="1329006" cy="510698"/>
            </a:xfrm>
          </p:grpSpPr>
          <p:sp>
            <p:nvSpPr>
              <p:cNvPr id="11310" name="Google Shape;11310;p121"/>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121"/>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12" name="Google Shape;11312;p121"/>
          <p:cNvGrpSpPr/>
          <p:nvPr/>
        </p:nvGrpSpPr>
        <p:grpSpPr>
          <a:xfrm>
            <a:off x="700150" y="970941"/>
            <a:ext cx="883205" cy="775176"/>
            <a:chOff x="649648" y="271400"/>
            <a:chExt cx="6215377" cy="5455143"/>
          </a:xfrm>
        </p:grpSpPr>
        <p:sp>
          <p:nvSpPr>
            <p:cNvPr id="11313" name="Google Shape;11313;p121"/>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121"/>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121"/>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121"/>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121"/>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121"/>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121"/>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121"/>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121"/>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121"/>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121"/>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121"/>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5" name="Google Shape;11325;p121"/>
          <p:cNvGrpSpPr/>
          <p:nvPr/>
        </p:nvGrpSpPr>
        <p:grpSpPr>
          <a:xfrm>
            <a:off x="2308452" y="970941"/>
            <a:ext cx="767704" cy="815489"/>
            <a:chOff x="2499700" y="1135950"/>
            <a:chExt cx="732402" cy="777990"/>
          </a:xfrm>
        </p:grpSpPr>
        <p:grpSp>
          <p:nvGrpSpPr>
            <p:cNvPr id="11326" name="Google Shape;11326;p121"/>
            <p:cNvGrpSpPr/>
            <p:nvPr/>
          </p:nvGrpSpPr>
          <p:grpSpPr>
            <a:xfrm>
              <a:off x="2499700" y="1135950"/>
              <a:ext cx="732402" cy="694705"/>
              <a:chOff x="2499700" y="1135950"/>
              <a:chExt cx="732402" cy="694705"/>
            </a:xfrm>
          </p:grpSpPr>
          <p:sp>
            <p:nvSpPr>
              <p:cNvPr id="11327" name="Google Shape;11327;p121"/>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121"/>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121"/>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121"/>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121"/>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121"/>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121"/>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121"/>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121"/>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121"/>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121"/>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121"/>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121"/>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121"/>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121"/>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121"/>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121"/>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121"/>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121"/>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121"/>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121"/>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121"/>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121"/>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121"/>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121"/>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121"/>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121"/>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4" name="Google Shape;11354;p121"/>
            <p:cNvGrpSpPr/>
            <p:nvPr/>
          </p:nvGrpSpPr>
          <p:grpSpPr>
            <a:xfrm>
              <a:off x="2517909" y="1188726"/>
              <a:ext cx="702702" cy="725214"/>
              <a:chOff x="2517909" y="1188726"/>
              <a:chExt cx="702702" cy="725214"/>
            </a:xfrm>
          </p:grpSpPr>
          <p:sp>
            <p:nvSpPr>
              <p:cNvPr id="11355" name="Google Shape;11355;p121"/>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121"/>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121"/>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121"/>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121"/>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60" name="Google Shape;11360;p121"/>
          <p:cNvGrpSpPr/>
          <p:nvPr/>
        </p:nvGrpSpPr>
        <p:grpSpPr>
          <a:xfrm>
            <a:off x="1654184" y="970941"/>
            <a:ext cx="583439" cy="870229"/>
            <a:chOff x="1716825" y="1121550"/>
            <a:chExt cx="622800" cy="928938"/>
          </a:xfrm>
        </p:grpSpPr>
        <p:grpSp>
          <p:nvGrpSpPr>
            <p:cNvPr id="11361" name="Google Shape;11361;p121"/>
            <p:cNvGrpSpPr/>
            <p:nvPr/>
          </p:nvGrpSpPr>
          <p:grpSpPr>
            <a:xfrm>
              <a:off x="1716825" y="1121550"/>
              <a:ext cx="622800" cy="928938"/>
              <a:chOff x="1716825" y="1121550"/>
              <a:chExt cx="622800" cy="928938"/>
            </a:xfrm>
          </p:grpSpPr>
          <p:cxnSp>
            <p:nvCxnSpPr>
              <p:cNvPr id="11362" name="Google Shape;11362;p121"/>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1363" name="Google Shape;11363;p121"/>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4" name="Google Shape;11364;p121"/>
            <p:cNvGrpSpPr/>
            <p:nvPr/>
          </p:nvGrpSpPr>
          <p:grpSpPr>
            <a:xfrm>
              <a:off x="1768050" y="1172775"/>
              <a:ext cx="520200" cy="832000"/>
              <a:chOff x="1768050" y="1172775"/>
              <a:chExt cx="520200" cy="832000"/>
            </a:xfrm>
          </p:grpSpPr>
          <p:cxnSp>
            <p:nvCxnSpPr>
              <p:cNvPr id="11365" name="Google Shape;11365;p121"/>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1366" name="Google Shape;11366;p121"/>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7" name="Google Shape;11367;p121"/>
            <p:cNvGrpSpPr/>
            <p:nvPr/>
          </p:nvGrpSpPr>
          <p:grpSpPr>
            <a:xfrm>
              <a:off x="1820100" y="1225475"/>
              <a:ext cx="416400" cy="729575"/>
              <a:chOff x="1820100" y="1225475"/>
              <a:chExt cx="416400" cy="729575"/>
            </a:xfrm>
          </p:grpSpPr>
          <p:cxnSp>
            <p:nvCxnSpPr>
              <p:cNvPr id="11368" name="Google Shape;11368;p121"/>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1369" name="Google Shape;11369;p121"/>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121"/>
            <p:cNvGrpSpPr/>
            <p:nvPr/>
          </p:nvGrpSpPr>
          <p:grpSpPr>
            <a:xfrm>
              <a:off x="1874250" y="1278825"/>
              <a:ext cx="308100" cy="605275"/>
              <a:chOff x="1874250" y="1278825"/>
              <a:chExt cx="308100" cy="605275"/>
            </a:xfrm>
          </p:grpSpPr>
          <p:cxnSp>
            <p:nvCxnSpPr>
              <p:cNvPr id="11371" name="Google Shape;11371;p121"/>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1372" name="Google Shape;11372;p121"/>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73" name="Google Shape;11373;p121"/>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4" name="Google Shape;11374;p121"/>
          <p:cNvGrpSpPr/>
          <p:nvPr/>
        </p:nvGrpSpPr>
        <p:grpSpPr>
          <a:xfrm>
            <a:off x="1574007" y="1857263"/>
            <a:ext cx="739072" cy="714152"/>
            <a:chOff x="4334725" y="1355875"/>
            <a:chExt cx="3106650" cy="3001900"/>
          </a:xfrm>
        </p:grpSpPr>
        <p:grpSp>
          <p:nvGrpSpPr>
            <p:cNvPr id="11375" name="Google Shape;11375;p121"/>
            <p:cNvGrpSpPr/>
            <p:nvPr/>
          </p:nvGrpSpPr>
          <p:grpSpPr>
            <a:xfrm>
              <a:off x="4516050" y="1724875"/>
              <a:ext cx="2693725" cy="2632900"/>
              <a:chOff x="4516050" y="1724875"/>
              <a:chExt cx="2693725" cy="2632900"/>
            </a:xfrm>
          </p:grpSpPr>
          <p:sp>
            <p:nvSpPr>
              <p:cNvPr id="11376" name="Google Shape;11376;p121"/>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121"/>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121"/>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121"/>
            <p:cNvGrpSpPr/>
            <p:nvPr/>
          </p:nvGrpSpPr>
          <p:grpSpPr>
            <a:xfrm>
              <a:off x="4334725" y="1355875"/>
              <a:ext cx="3106650" cy="2709650"/>
              <a:chOff x="4334725" y="1355875"/>
              <a:chExt cx="3106650" cy="2709650"/>
            </a:xfrm>
          </p:grpSpPr>
          <p:sp>
            <p:nvSpPr>
              <p:cNvPr id="11380" name="Google Shape;11380;p121"/>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121"/>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121"/>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83" name="Google Shape;11383;p121"/>
          <p:cNvGrpSpPr/>
          <p:nvPr/>
        </p:nvGrpSpPr>
        <p:grpSpPr>
          <a:xfrm>
            <a:off x="7690956" y="3488034"/>
            <a:ext cx="312074" cy="684173"/>
            <a:chOff x="7645573" y="3754300"/>
            <a:chExt cx="293855" cy="644170"/>
          </a:xfrm>
        </p:grpSpPr>
        <p:sp>
          <p:nvSpPr>
            <p:cNvPr id="11384" name="Google Shape;11384;p121"/>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121"/>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6" name="Google Shape;11386;p121"/>
          <p:cNvGrpSpPr/>
          <p:nvPr/>
        </p:nvGrpSpPr>
        <p:grpSpPr>
          <a:xfrm>
            <a:off x="5612944" y="970941"/>
            <a:ext cx="709011" cy="739359"/>
            <a:chOff x="5830645" y="1256617"/>
            <a:chExt cx="530340" cy="553040"/>
          </a:xfrm>
        </p:grpSpPr>
        <p:grpSp>
          <p:nvGrpSpPr>
            <p:cNvPr id="11387" name="Google Shape;11387;p121"/>
            <p:cNvGrpSpPr/>
            <p:nvPr/>
          </p:nvGrpSpPr>
          <p:grpSpPr>
            <a:xfrm>
              <a:off x="5830645" y="1256617"/>
              <a:ext cx="259743" cy="269909"/>
              <a:chOff x="5830645" y="1256617"/>
              <a:chExt cx="259743" cy="269909"/>
            </a:xfrm>
          </p:grpSpPr>
          <p:sp>
            <p:nvSpPr>
              <p:cNvPr id="11388" name="Google Shape;11388;p121"/>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121"/>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0" name="Google Shape;11390;p121"/>
            <p:cNvGrpSpPr/>
            <p:nvPr/>
          </p:nvGrpSpPr>
          <p:grpSpPr>
            <a:xfrm>
              <a:off x="6101293" y="1256617"/>
              <a:ext cx="259692" cy="269909"/>
              <a:chOff x="6101293" y="1256617"/>
              <a:chExt cx="259692" cy="269909"/>
            </a:xfrm>
          </p:grpSpPr>
          <p:sp>
            <p:nvSpPr>
              <p:cNvPr id="11391" name="Google Shape;11391;p121"/>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121"/>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121"/>
            <p:cNvGrpSpPr/>
            <p:nvPr/>
          </p:nvGrpSpPr>
          <p:grpSpPr>
            <a:xfrm>
              <a:off x="5830645" y="1539749"/>
              <a:ext cx="259692" cy="269909"/>
              <a:chOff x="5830645" y="1539749"/>
              <a:chExt cx="259692" cy="269909"/>
            </a:xfrm>
          </p:grpSpPr>
          <p:sp>
            <p:nvSpPr>
              <p:cNvPr id="11394" name="Google Shape;11394;p121"/>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121"/>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6" name="Google Shape;11396;p121"/>
            <p:cNvGrpSpPr/>
            <p:nvPr/>
          </p:nvGrpSpPr>
          <p:grpSpPr>
            <a:xfrm>
              <a:off x="6101293" y="1539749"/>
              <a:ext cx="259692" cy="269909"/>
              <a:chOff x="6101293" y="1539749"/>
              <a:chExt cx="259692" cy="269909"/>
            </a:xfrm>
          </p:grpSpPr>
          <p:sp>
            <p:nvSpPr>
              <p:cNvPr id="11397" name="Google Shape;11397;p121"/>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121"/>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99" name="Google Shape;11399;p121"/>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0" name="Google Shape;11400;p121"/>
          <p:cNvGrpSpPr/>
          <p:nvPr/>
        </p:nvGrpSpPr>
        <p:grpSpPr>
          <a:xfrm>
            <a:off x="714438" y="2707057"/>
            <a:ext cx="1452955" cy="621360"/>
            <a:chOff x="732422" y="2990152"/>
            <a:chExt cx="1337773" cy="572102"/>
          </a:xfrm>
        </p:grpSpPr>
        <p:sp>
          <p:nvSpPr>
            <p:cNvPr id="11401" name="Google Shape;11401;p121"/>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121"/>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121"/>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121"/>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121"/>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121"/>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Shape 11410"/>
        <p:cNvGrpSpPr/>
        <p:nvPr/>
      </p:nvGrpSpPr>
      <p:grpSpPr>
        <a:xfrm>
          <a:off x="0" y="0"/>
          <a:ext cx="0" cy="0"/>
          <a:chOff x="0" y="0"/>
          <a:chExt cx="0" cy="0"/>
        </a:xfrm>
      </p:grpSpPr>
      <p:grpSp>
        <p:nvGrpSpPr>
          <p:cNvPr id="11411" name="Google Shape;11411;p122"/>
          <p:cNvGrpSpPr/>
          <p:nvPr/>
        </p:nvGrpSpPr>
        <p:grpSpPr>
          <a:xfrm>
            <a:off x="708575" y="965865"/>
            <a:ext cx="1636117" cy="1526144"/>
            <a:chOff x="729238" y="1179665"/>
            <a:chExt cx="1636117" cy="1526144"/>
          </a:xfrm>
        </p:grpSpPr>
        <p:grpSp>
          <p:nvGrpSpPr>
            <p:cNvPr id="11412" name="Google Shape;11412;p122"/>
            <p:cNvGrpSpPr/>
            <p:nvPr/>
          </p:nvGrpSpPr>
          <p:grpSpPr>
            <a:xfrm>
              <a:off x="729238" y="1179665"/>
              <a:ext cx="80700" cy="1526144"/>
              <a:chOff x="729238" y="1179665"/>
              <a:chExt cx="80700" cy="1526144"/>
            </a:xfrm>
          </p:grpSpPr>
          <p:sp>
            <p:nvSpPr>
              <p:cNvPr id="11413" name="Google Shape;11413;p122"/>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122"/>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122"/>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122"/>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122"/>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122"/>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122"/>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122"/>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122"/>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122"/>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3" name="Google Shape;11423;p122"/>
            <p:cNvGrpSpPr/>
            <p:nvPr/>
          </p:nvGrpSpPr>
          <p:grpSpPr>
            <a:xfrm>
              <a:off x="903098" y="1179665"/>
              <a:ext cx="80700" cy="1526144"/>
              <a:chOff x="903098" y="1179665"/>
              <a:chExt cx="80700" cy="1526144"/>
            </a:xfrm>
          </p:grpSpPr>
          <p:sp>
            <p:nvSpPr>
              <p:cNvPr id="11424" name="Google Shape;11424;p122"/>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122"/>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122"/>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122"/>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122"/>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122"/>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122"/>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122"/>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122"/>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122"/>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4" name="Google Shape;11434;p122"/>
            <p:cNvGrpSpPr/>
            <p:nvPr/>
          </p:nvGrpSpPr>
          <p:grpSpPr>
            <a:xfrm>
              <a:off x="1076958" y="1179665"/>
              <a:ext cx="80700" cy="1526144"/>
              <a:chOff x="1076958" y="1179665"/>
              <a:chExt cx="80700" cy="1526144"/>
            </a:xfrm>
          </p:grpSpPr>
          <p:sp>
            <p:nvSpPr>
              <p:cNvPr id="11435" name="Google Shape;11435;p122"/>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122"/>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122"/>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122"/>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122"/>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122"/>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122"/>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122"/>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122"/>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122"/>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5" name="Google Shape;11445;p122"/>
            <p:cNvGrpSpPr/>
            <p:nvPr/>
          </p:nvGrpSpPr>
          <p:grpSpPr>
            <a:xfrm>
              <a:off x="1247707" y="1179665"/>
              <a:ext cx="80700" cy="1526144"/>
              <a:chOff x="1247707" y="1179665"/>
              <a:chExt cx="80700" cy="1526144"/>
            </a:xfrm>
          </p:grpSpPr>
          <p:sp>
            <p:nvSpPr>
              <p:cNvPr id="11446" name="Google Shape;11446;p122"/>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122"/>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122"/>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122"/>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122"/>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122"/>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122"/>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122"/>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122"/>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122"/>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6" name="Google Shape;11456;p122"/>
            <p:cNvGrpSpPr/>
            <p:nvPr/>
          </p:nvGrpSpPr>
          <p:grpSpPr>
            <a:xfrm>
              <a:off x="1421567" y="1179665"/>
              <a:ext cx="80700" cy="1526144"/>
              <a:chOff x="1421567" y="1179665"/>
              <a:chExt cx="80700" cy="1526144"/>
            </a:xfrm>
          </p:grpSpPr>
          <p:sp>
            <p:nvSpPr>
              <p:cNvPr id="11457" name="Google Shape;11457;p122"/>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122"/>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122"/>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122"/>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122"/>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122"/>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122"/>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122"/>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122"/>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122"/>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7" name="Google Shape;11467;p122"/>
            <p:cNvGrpSpPr/>
            <p:nvPr/>
          </p:nvGrpSpPr>
          <p:grpSpPr>
            <a:xfrm>
              <a:off x="1592327" y="1179665"/>
              <a:ext cx="80700" cy="1526144"/>
              <a:chOff x="1592327" y="1179665"/>
              <a:chExt cx="80700" cy="1526144"/>
            </a:xfrm>
          </p:grpSpPr>
          <p:sp>
            <p:nvSpPr>
              <p:cNvPr id="11468" name="Google Shape;11468;p122"/>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122"/>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122"/>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122"/>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122"/>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122"/>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122"/>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122"/>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122"/>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122"/>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8" name="Google Shape;11478;p122"/>
            <p:cNvGrpSpPr/>
            <p:nvPr/>
          </p:nvGrpSpPr>
          <p:grpSpPr>
            <a:xfrm>
              <a:off x="1766187" y="1179665"/>
              <a:ext cx="80700" cy="1526144"/>
              <a:chOff x="1766187" y="1179665"/>
              <a:chExt cx="80700" cy="1526144"/>
            </a:xfrm>
          </p:grpSpPr>
          <p:sp>
            <p:nvSpPr>
              <p:cNvPr id="11479" name="Google Shape;11479;p122"/>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122"/>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122"/>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122"/>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122"/>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122"/>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122"/>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122"/>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122"/>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122"/>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9" name="Google Shape;11489;p122"/>
            <p:cNvGrpSpPr/>
            <p:nvPr/>
          </p:nvGrpSpPr>
          <p:grpSpPr>
            <a:xfrm>
              <a:off x="1936935" y="1179665"/>
              <a:ext cx="80700" cy="1526144"/>
              <a:chOff x="1936935" y="1179665"/>
              <a:chExt cx="80700" cy="1526144"/>
            </a:xfrm>
          </p:grpSpPr>
          <p:sp>
            <p:nvSpPr>
              <p:cNvPr id="11490" name="Google Shape;11490;p122"/>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122"/>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122"/>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122"/>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122"/>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122"/>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122"/>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122"/>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122"/>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122"/>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0" name="Google Shape;11500;p122"/>
            <p:cNvGrpSpPr/>
            <p:nvPr/>
          </p:nvGrpSpPr>
          <p:grpSpPr>
            <a:xfrm>
              <a:off x="2110795" y="1179665"/>
              <a:ext cx="80700" cy="1526144"/>
              <a:chOff x="2110795" y="1179665"/>
              <a:chExt cx="80700" cy="1526144"/>
            </a:xfrm>
          </p:grpSpPr>
          <p:sp>
            <p:nvSpPr>
              <p:cNvPr id="11501" name="Google Shape;11501;p122"/>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122"/>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122"/>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122"/>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122"/>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122"/>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122"/>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122"/>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122"/>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122"/>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1" name="Google Shape;11511;p122"/>
            <p:cNvGrpSpPr/>
            <p:nvPr/>
          </p:nvGrpSpPr>
          <p:grpSpPr>
            <a:xfrm>
              <a:off x="2284655" y="1179665"/>
              <a:ext cx="80700" cy="1526144"/>
              <a:chOff x="2284655" y="1179665"/>
              <a:chExt cx="80700" cy="1526144"/>
            </a:xfrm>
          </p:grpSpPr>
          <p:sp>
            <p:nvSpPr>
              <p:cNvPr id="11512" name="Google Shape;11512;p122"/>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122"/>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122"/>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122"/>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122"/>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122"/>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122"/>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122"/>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122"/>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122"/>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22" name="Google Shape;11522;p122"/>
          <p:cNvGrpSpPr/>
          <p:nvPr/>
        </p:nvGrpSpPr>
        <p:grpSpPr>
          <a:xfrm>
            <a:off x="2603242" y="985003"/>
            <a:ext cx="1364248" cy="1102133"/>
            <a:chOff x="2623904" y="1198803"/>
            <a:chExt cx="1364248" cy="1102133"/>
          </a:xfrm>
        </p:grpSpPr>
        <p:grpSp>
          <p:nvGrpSpPr>
            <p:cNvPr id="11523" name="Google Shape;11523;p122"/>
            <p:cNvGrpSpPr/>
            <p:nvPr/>
          </p:nvGrpSpPr>
          <p:grpSpPr>
            <a:xfrm>
              <a:off x="2623907" y="1198803"/>
              <a:ext cx="1364245" cy="273000"/>
              <a:chOff x="2623907" y="1198803"/>
              <a:chExt cx="1364245" cy="273000"/>
            </a:xfrm>
          </p:grpSpPr>
          <p:sp>
            <p:nvSpPr>
              <p:cNvPr id="11524" name="Google Shape;11524;p122"/>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122"/>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122"/>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122"/>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122"/>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9" name="Google Shape;11529;p122"/>
            <p:cNvGrpSpPr/>
            <p:nvPr/>
          </p:nvGrpSpPr>
          <p:grpSpPr>
            <a:xfrm>
              <a:off x="2623904" y="1476964"/>
              <a:ext cx="1364245" cy="273000"/>
              <a:chOff x="2623904" y="1476964"/>
              <a:chExt cx="1364245" cy="273000"/>
            </a:xfrm>
          </p:grpSpPr>
          <p:sp>
            <p:nvSpPr>
              <p:cNvPr id="11530" name="Google Shape;11530;p122"/>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122"/>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122"/>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122"/>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122"/>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5" name="Google Shape;11535;p122"/>
            <p:cNvGrpSpPr/>
            <p:nvPr/>
          </p:nvGrpSpPr>
          <p:grpSpPr>
            <a:xfrm>
              <a:off x="2623907" y="1749775"/>
              <a:ext cx="1364245" cy="273000"/>
              <a:chOff x="2623907" y="1749775"/>
              <a:chExt cx="1364245" cy="273000"/>
            </a:xfrm>
          </p:grpSpPr>
          <p:sp>
            <p:nvSpPr>
              <p:cNvPr id="11536" name="Google Shape;11536;p122"/>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122"/>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122"/>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122"/>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122"/>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1" name="Google Shape;11541;p122"/>
            <p:cNvGrpSpPr/>
            <p:nvPr/>
          </p:nvGrpSpPr>
          <p:grpSpPr>
            <a:xfrm>
              <a:off x="2623904" y="2027936"/>
              <a:ext cx="1364245" cy="273000"/>
              <a:chOff x="2623904" y="2027936"/>
              <a:chExt cx="1364245" cy="273000"/>
            </a:xfrm>
          </p:grpSpPr>
          <p:sp>
            <p:nvSpPr>
              <p:cNvPr id="11542" name="Google Shape;11542;p122"/>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122"/>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122"/>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122"/>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122"/>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47" name="Google Shape;11547;p122"/>
          <p:cNvGrpSpPr/>
          <p:nvPr/>
        </p:nvGrpSpPr>
        <p:grpSpPr>
          <a:xfrm>
            <a:off x="2592703" y="2444186"/>
            <a:ext cx="1387541" cy="159124"/>
            <a:chOff x="3200660" y="2180272"/>
            <a:chExt cx="2563824" cy="378237"/>
          </a:xfrm>
        </p:grpSpPr>
        <p:sp>
          <p:nvSpPr>
            <p:cNvPr id="11548" name="Google Shape;11548;p12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12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12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12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12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12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12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12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12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12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12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12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12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12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12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12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12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12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6" name="Google Shape;11566;p122"/>
          <p:cNvGrpSpPr/>
          <p:nvPr/>
        </p:nvGrpSpPr>
        <p:grpSpPr>
          <a:xfrm>
            <a:off x="2589227" y="2722011"/>
            <a:ext cx="1390502" cy="159625"/>
            <a:chOff x="3530150" y="2790075"/>
            <a:chExt cx="1962600" cy="225300"/>
          </a:xfrm>
        </p:grpSpPr>
        <p:sp>
          <p:nvSpPr>
            <p:cNvPr id="11567" name="Google Shape;11567;p122"/>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122"/>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9" name="Google Shape;11569;p122"/>
          <p:cNvGrpSpPr/>
          <p:nvPr/>
        </p:nvGrpSpPr>
        <p:grpSpPr>
          <a:xfrm>
            <a:off x="2589880" y="3000337"/>
            <a:ext cx="1411629" cy="153761"/>
            <a:chOff x="3558802" y="4011427"/>
            <a:chExt cx="1866000" cy="111300"/>
          </a:xfrm>
        </p:grpSpPr>
        <p:sp>
          <p:nvSpPr>
            <p:cNvPr id="11570" name="Google Shape;11570;p12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122"/>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2" name="Google Shape;11572;p122"/>
          <p:cNvGrpSpPr/>
          <p:nvPr/>
        </p:nvGrpSpPr>
        <p:grpSpPr>
          <a:xfrm>
            <a:off x="2589573" y="2205736"/>
            <a:ext cx="1383503" cy="119749"/>
            <a:chOff x="3465975" y="2270276"/>
            <a:chExt cx="1986364" cy="171929"/>
          </a:xfrm>
        </p:grpSpPr>
        <p:sp>
          <p:nvSpPr>
            <p:cNvPr id="11573" name="Google Shape;11573;p12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12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122"/>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122"/>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122"/>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12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122"/>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122"/>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1" name="Google Shape;11581;p122"/>
          <p:cNvGrpSpPr/>
          <p:nvPr/>
        </p:nvGrpSpPr>
        <p:grpSpPr>
          <a:xfrm>
            <a:off x="2600580" y="3569387"/>
            <a:ext cx="1369531" cy="195460"/>
            <a:chOff x="723300" y="4253549"/>
            <a:chExt cx="2276482" cy="324900"/>
          </a:xfrm>
        </p:grpSpPr>
        <p:sp>
          <p:nvSpPr>
            <p:cNvPr id="11582" name="Google Shape;11582;p12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12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12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12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122"/>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7" name="Google Shape;11587;p122"/>
          <p:cNvGrpSpPr/>
          <p:nvPr/>
        </p:nvGrpSpPr>
        <p:grpSpPr>
          <a:xfrm>
            <a:off x="2590141" y="3270567"/>
            <a:ext cx="1389066" cy="180119"/>
            <a:chOff x="705948" y="3788465"/>
            <a:chExt cx="2308953" cy="299400"/>
          </a:xfrm>
        </p:grpSpPr>
        <p:sp>
          <p:nvSpPr>
            <p:cNvPr id="11588" name="Google Shape;11588;p122"/>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122"/>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122"/>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122"/>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122"/>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3" name="Google Shape;11593;p122"/>
          <p:cNvGrpSpPr/>
          <p:nvPr/>
        </p:nvGrpSpPr>
        <p:grpSpPr>
          <a:xfrm>
            <a:off x="2638078" y="3883547"/>
            <a:ext cx="1304609" cy="294074"/>
            <a:chOff x="2658741" y="4097347"/>
            <a:chExt cx="1304609" cy="294074"/>
          </a:xfrm>
        </p:grpSpPr>
        <p:grpSp>
          <p:nvGrpSpPr>
            <p:cNvPr id="11594" name="Google Shape;11594;p122"/>
            <p:cNvGrpSpPr/>
            <p:nvPr/>
          </p:nvGrpSpPr>
          <p:grpSpPr>
            <a:xfrm>
              <a:off x="2658741" y="4097347"/>
              <a:ext cx="118572" cy="294074"/>
              <a:chOff x="3343310" y="4475555"/>
              <a:chExt cx="127717" cy="316753"/>
            </a:xfrm>
          </p:grpSpPr>
          <p:sp>
            <p:nvSpPr>
              <p:cNvPr id="11595" name="Google Shape;11595;p12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12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7" name="Google Shape;11597;p122"/>
            <p:cNvGrpSpPr/>
            <p:nvPr/>
          </p:nvGrpSpPr>
          <p:grpSpPr>
            <a:xfrm>
              <a:off x="3815519" y="4098388"/>
              <a:ext cx="147831" cy="291991"/>
              <a:chOff x="3527539" y="4476677"/>
              <a:chExt cx="159232" cy="314510"/>
            </a:xfrm>
          </p:grpSpPr>
          <p:sp>
            <p:nvSpPr>
              <p:cNvPr id="11598" name="Google Shape;11598;p12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12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0" name="Google Shape;11600;p122"/>
            <p:cNvGrpSpPr/>
            <p:nvPr/>
          </p:nvGrpSpPr>
          <p:grpSpPr>
            <a:xfrm>
              <a:off x="3511696" y="4098388"/>
              <a:ext cx="147831" cy="291991"/>
              <a:chOff x="3527539" y="4476677"/>
              <a:chExt cx="159232" cy="314510"/>
            </a:xfrm>
          </p:grpSpPr>
          <p:sp>
            <p:nvSpPr>
              <p:cNvPr id="11601" name="Google Shape;11601;p12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12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3" name="Google Shape;11603;p122"/>
            <p:cNvGrpSpPr/>
            <p:nvPr/>
          </p:nvGrpSpPr>
          <p:grpSpPr>
            <a:xfrm>
              <a:off x="3207874" y="4098388"/>
              <a:ext cx="147831" cy="291991"/>
              <a:chOff x="3527539" y="4476677"/>
              <a:chExt cx="159232" cy="314510"/>
            </a:xfrm>
          </p:grpSpPr>
          <p:sp>
            <p:nvSpPr>
              <p:cNvPr id="11604" name="Google Shape;11604;p12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12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6" name="Google Shape;11606;p122"/>
            <p:cNvGrpSpPr/>
            <p:nvPr/>
          </p:nvGrpSpPr>
          <p:grpSpPr>
            <a:xfrm>
              <a:off x="2933305" y="4097347"/>
              <a:ext cx="118572" cy="294074"/>
              <a:chOff x="3343310" y="4475555"/>
              <a:chExt cx="127717" cy="316753"/>
            </a:xfrm>
          </p:grpSpPr>
          <p:sp>
            <p:nvSpPr>
              <p:cNvPr id="11607" name="Google Shape;11607;p12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12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09" name="Google Shape;11609;p122"/>
          <p:cNvGrpSpPr/>
          <p:nvPr/>
        </p:nvGrpSpPr>
        <p:grpSpPr>
          <a:xfrm>
            <a:off x="4256908" y="1866669"/>
            <a:ext cx="1433821" cy="191501"/>
            <a:chOff x="4273350" y="2080469"/>
            <a:chExt cx="1433821" cy="191501"/>
          </a:xfrm>
        </p:grpSpPr>
        <p:grpSp>
          <p:nvGrpSpPr>
            <p:cNvPr id="11610" name="Google Shape;11610;p122"/>
            <p:cNvGrpSpPr/>
            <p:nvPr/>
          </p:nvGrpSpPr>
          <p:grpSpPr>
            <a:xfrm>
              <a:off x="4273350" y="2080469"/>
              <a:ext cx="1433821" cy="0"/>
              <a:chOff x="5224975" y="2962250"/>
              <a:chExt cx="1544400" cy="0"/>
            </a:xfrm>
          </p:grpSpPr>
          <p:cxnSp>
            <p:nvCxnSpPr>
              <p:cNvPr id="11611" name="Google Shape;11611;p12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612" name="Google Shape;11612;p122"/>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1613" name="Google Shape;11613;p122"/>
            <p:cNvGrpSpPr/>
            <p:nvPr/>
          </p:nvGrpSpPr>
          <p:grpSpPr>
            <a:xfrm>
              <a:off x="4273350" y="2271969"/>
              <a:ext cx="1433821" cy="0"/>
              <a:chOff x="5224975" y="2962250"/>
              <a:chExt cx="1544400" cy="0"/>
            </a:xfrm>
          </p:grpSpPr>
          <p:cxnSp>
            <p:nvCxnSpPr>
              <p:cNvPr id="11614" name="Google Shape;11614;p12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615" name="Google Shape;11615;p122"/>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1616" name="Google Shape;11616;p122"/>
          <p:cNvGrpSpPr/>
          <p:nvPr/>
        </p:nvGrpSpPr>
        <p:grpSpPr>
          <a:xfrm>
            <a:off x="4258463" y="969236"/>
            <a:ext cx="1430711" cy="743389"/>
            <a:chOff x="5159450" y="1919950"/>
            <a:chExt cx="1541050" cy="862500"/>
          </a:xfrm>
        </p:grpSpPr>
        <p:sp>
          <p:nvSpPr>
            <p:cNvPr id="11617" name="Google Shape;11617;p12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1618" name="Google Shape;11618;p122"/>
            <p:cNvGrpSpPr/>
            <p:nvPr/>
          </p:nvGrpSpPr>
          <p:grpSpPr>
            <a:xfrm>
              <a:off x="5159450" y="1919950"/>
              <a:ext cx="1541050" cy="862500"/>
              <a:chOff x="5159450" y="1919950"/>
              <a:chExt cx="1541050" cy="862500"/>
            </a:xfrm>
          </p:grpSpPr>
          <p:cxnSp>
            <p:nvCxnSpPr>
              <p:cNvPr id="11619" name="Google Shape;11619;p12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1620" name="Google Shape;11620;p12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1621" name="Google Shape;11621;p122"/>
          <p:cNvGrpSpPr/>
          <p:nvPr/>
        </p:nvGrpSpPr>
        <p:grpSpPr>
          <a:xfrm>
            <a:off x="4248577" y="2192564"/>
            <a:ext cx="1450484" cy="1052087"/>
            <a:chOff x="5230575" y="1554475"/>
            <a:chExt cx="2137150" cy="1550150"/>
          </a:xfrm>
        </p:grpSpPr>
        <p:sp>
          <p:nvSpPr>
            <p:cNvPr id="11622" name="Google Shape;11622;p122"/>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122"/>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122"/>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122"/>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122"/>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122"/>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122"/>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122"/>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122"/>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122"/>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122"/>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122"/>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122"/>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5" name="Google Shape;11635;p122"/>
          <p:cNvGrpSpPr/>
          <p:nvPr/>
        </p:nvGrpSpPr>
        <p:grpSpPr>
          <a:xfrm rot="10800000">
            <a:off x="4265127" y="3284753"/>
            <a:ext cx="1417383" cy="887946"/>
            <a:chOff x="5645403" y="2920021"/>
            <a:chExt cx="2650800" cy="2180614"/>
          </a:xfrm>
        </p:grpSpPr>
        <p:sp>
          <p:nvSpPr>
            <p:cNvPr id="11636" name="Google Shape;11636;p122"/>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37" name="Google Shape;11637;p122"/>
            <p:cNvCxnSpPr>
              <a:stCxn id="11636"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1638" name="Google Shape;11638;p122"/>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39" name="Google Shape;11639;p122"/>
            <p:cNvCxnSpPr>
              <a:endCxn id="11638"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1640" name="Google Shape;11640;p122"/>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41" name="Google Shape;11641;p122"/>
            <p:cNvCxnSpPr>
              <a:stCxn id="11640"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1642" name="Google Shape;11642;p122"/>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43" name="Google Shape;11643;p122"/>
            <p:cNvCxnSpPr>
              <a:endCxn id="11642"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1644" name="Google Shape;11644;p122"/>
          <p:cNvGrpSpPr/>
          <p:nvPr/>
        </p:nvGrpSpPr>
        <p:grpSpPr>
          <a:xfrm>
            <a:off x="7365487" y="2188108"/>
            <a:ext cx="1071743" cy="1021579"/>
            <a:chOff x="7189833" y="2022667"/>
            <a:chExt cx="1251159" cy="1192597"/>
          </a:xfrm>
        </p:grpSpPr>
        <p:sp>
          <p:nvSpPr>
            <p:cNvPr id="11645" name="Google Shape;11645;p122"/>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122"/>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122"/>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122"/>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122"/>
          <p:cNvGrpSpPr/>
          <p:nvPr/>
        </p:nvGrpSpPr>
        <p:grpSpPr>
          <a:xfrm>
            <a:off x="706758" y="2614515"/>
            <a:ext cx="1695374" cy="1560837"/>
            <a:chOff x="727421" y="2828315"/>
            <a:chExt cx="1695374" cy="1560837"/>
          </a:xfrm>
        </p:grpSpPr>
        <p:grpSp>
          <p:nvGrpSpPr>
            <p:cNvPr id="11650" name="Google Shape;11650;p122"/>
            <p:cNvGrpSpPr/>
            <p:nvPr/>
          </p:nvGrpSpPr>
          <p:grpSpPr>
            <a:xfrm>
              <a:off x="819108" y="2882501"/>
              <a:ext cx="103104" cy="1426186"/>
              <a:chOff x="4674013" y="3100904"/>
              <a:chExt cx="122758" cy="1698043"/>
            </a:xfrm>
          </p:grpSpPr>
          <p:sp>
            <p:nvSpPr>
              <p:cNvPr id="11651" name="Google Shape;11651;p12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12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12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12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12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12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12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8" name="Google Shape;11658;p122"/>
            <p:cNvGrpSpPr/>
            <p:nvPr/>
          </p:nvGrpSpPr>
          <p:grpSpPr>
            <a:xfrm>
              <a:off x="1062475" y="2882501"/>
              <a:ext cx="103104" cy="1426186"/>
              <a:chOff x="4940438" y="3100904"/>
              <a:chExt cx="122758" cy="1698043"/>
            </a:xfrm>
          </p:grpSpPr>
          <p:sp>
            <p:nvSpPr>
              <p:cNvPr id="11659" name="Google Shape;11659;p12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12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12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12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12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12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12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6" name="Google Shape;11666;p122"/>
            <p:cNvGrpSpPr/>
            <p:nvPr/>
          </p:nvGrpSpPr>
          <p:grpSpPr>
            <a:xfrm>
              <a:off x="1299324" y="2882501"/>
              <a:ext cx="103104" cy="1426186"/>
              <a:chOff x="5206863" y="3100904"/>
              <a:chExt cx="122758" cy="1698043"/>
            </a:xfrm>
          </p:grpSpPr>
          <p:sp>
            <p:nvSpPr>
              <p:cNvPr id="11667" name="Google Shape;11667;p12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12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12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12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12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12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12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122"/>
            <p:cNvGrpSpPr/>
            <p:nvPr/>
          </p:nvGrpSpPr>
          <p:grpSpPr>
            <a:xfrm>
              <a:off x="1786057" y="2882501"/>
              <a:ext cx="103104" cy="1426186"/>
              <a:chOff x="6006138" y="3143629"/>
              <a:chExt cx="122758" cy="1698043"/>
            </a:xfrm>
          </p:grpSpPr>
          <p:sp>
            <p:nvSpPr>
              <p:cNvPr id="11675" name="Google Shape;11675;p12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12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12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12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12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12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12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2" name="Google Shape;11682;p122"/>
            <p:cNvGrpSpPr/>
            <p:nvPr/>
          </p:nvGrpSpPr>
          <p:grpSpPr>
            <a:xfrm>
              <a:off x="2029422" y="2882501"/>
              <a:ext cx="103104" cy="1426186"/>
              <a:chOff x="6805413" y="3100904"/>
              <a:chExt cx="122758" cy="1698043"/>
            </a:xfrm>
          </p:grpSpPr>
          <p:sp>
            <p:nvSpPr>
              <p:cNvPr id="11683" name="Google Shape;11683;p12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12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12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12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12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12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12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0" name="Google Shape;11690;p122"/>
            <p:cNvGrpSpPr/>
            <p:nvPr/>
          </p:nvGrpSpPr>
          <p:grpSpPr>
            <a:xfrm>
              <a:off x="727421" y="2828315"/>
              <a:ext cx="1695374" cy="1560837"/>
              <a:chOff x="734799" y="2782450"/>
              <a:chExt cx="1571100" cy="1577400"/>
            </a:xfrm>
          </p:grpSpPr>
          <p:cxnSp>
            <p:nvCxnSpPr>
              <p:cNvPr id="11691" name="Google Shape;11691;p12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1692" name="Google Shape;11692;p12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1693" name="Google Shape;11693;p122"/>
            <p:cNvGrpSpPr/>
            <p:nvPr/>
          </p:nvGrpSpPr>
          <p:grpSpPr>
            <a:xfrm>
              <a:off x="2272795" y="2882501"/>
              <a:ext cx="103104" cy="1426186"/>
              <a:chOff x="5206863" y="3100904"/>
              <a:chExt cx="122758" cy="1698043"/>
            </a:xfrm>
          </p:grpSpPr>
          <p:sp>
            <p:nvSpPr>
              <p:cNvPr id="11694" name="Google Shape;11694;p12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12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12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12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12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12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12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1" name="Google Shape;11701;p122"/>
            <p:cNvGrpSpPr/>
            <p:nvPr/>
          </p:nvGrpSpPr>
          <p:grpSpPr>
            <a:xfrm>
              <a:off x="1542694" y="2882501"/>
              <a:ext cx="103104" cy="1426186"/>
              <a:chOff x="6006138" y="3143629"/>
              <a:chExt cx="122758" cy="1698043"/>
            </a:xfrm>
          </p:grpSpPr>
          <p:sp>
            <p:nvSpPr>
              <p:cNvPr id="11702" name="Google Shape;11702;p12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12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12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12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12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12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12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709" name="Google Shape;11709;p122"/>
          <p:cNvGrpSpPr/>
          <p:nvPr/>
        </p:nvGrpSpPr>
        <p:grpSpPr>
          <a:xfrm>
            <a:off x="5915338" y="2192087"/>
            <a:ext cx="1248543" cy="1025319"/>
            <a:chOff x="5183758" y="1210600"/>
            <a:chExt cx="3605380" cy="2960783"/>
          </a:xfrm>
        </p:grpSpPr>
        <p:sp>
          <p:nvSpPr>
            <p:cNvPr id="11710" name="Google Shape;11710;p12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12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12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12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14" name="Google Shape;11714;p122"/>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1715" name="Google Shape;11715;p122"/>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1716" name="Google Shape;11716;p122"/>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1717" name="Google Shape;11717;p122"/>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1718" name="Google Shape;11718;p122"/>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122"/>
          <p:cNvGrpSpPr/>
          <p:nvPr/>
        </p:nvGrpSpPr>
        <p:grpSpPr>
          <a:xfrm>
            <a:off x="5772399" y="3330404"/>
            <a:ext cx="2664831" cy="843440"/>
            <a:chOff x="5916567" y="1099697"/>
            <a:chExt cx="2556683" cy="809211"/>
          </a:xfrm>
        </p:grpSpPr>
        <p:sp>
          <p:nvSpPr>
            <p:cNvPr id="11720" name="Google Shape;11720;p122"/>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122"/>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122"/>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122"/>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122"/>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122"/>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122"/>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122"/>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8" name="Google Shape;11728;p122"/>
          <p:cNvGrpSpPr/>
          <p:nvPr/>
        </p:nvGrpSpPr>
        <p:grpSpPr>
          <a:xfrm>
            <a:off x="5879940" y="979263"/>
            <a:ext cx="1299851" cy="1023338"/>
            <a:chOff x="5900602" y="1193063"/>
            <a:chExt cx="1299851" cy="1023338"/>
          </a:xfrm>
        </p:grpSpPr>
        <p:grpSp>
          <p:nvGrpSpPr>
            <p:cNvPr id="11729" name="Google Shape;11729;p122"/>
            <p:cNvGrpSpPr/>
            <p:nvPr/>
          </p:nvGrpSpPr>
          <p:grpSpPr>
            <a:xfrm>
              <a:off x="6743564" y="1193063"/>
              <a:ext cx="456889" cy="700379"/>
              <a:chOff x="6743564" y="1193063"/>
              <a:chExt cx="456889" cy="700379"/>
            </a:xfrm>
          </p:grpSpPr>
          <p:grpSp>
            <p:nvGrpSpPr>
              <p:cNvPr id="11730" name="Google Shape;11730;p122"/>
              <p:cNvGrpSpPr/>
              <p:nvPr/>
            </p:nvGrpSpPr>
            <p:grpSpPr>
              <a:xfrm>
                <a:off x="6743564" y="1690731"/>
                <a:ext cx="214402" cy="202710"/>
                <a:chOff x="6743564" y="1690731"/>
                <a:chExt cx="214402" cy="202710"/>
              </a:xfrm>
            </p:grpSpPr>
            <p:sp>
              <p:nvSpPr>
                <p:cNvPr id="11731" name="Google Shape;11731;p122"/>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122"/>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3" name="Google Shape;11733;p122"/>
              <p:cNvGrpSpPr/>
              <p:nvPr/>
            </p:nvGrpSpPr>
            <p:grpSpPr>
              <a:xfrm>
                <a:off x="6915505" y="1193063"/>
                <a:ext cx="284947" cy="589637"/>
                <a:chOff x="6915505" y="1193063"/>
                <a:chExt cx="284947" cy="589637"/>
              </a:xfrm>
            </p:grpSpPr>
            <p:sp>
              <p:nvSpPr>
                <p:cNvPr id="11734" name="Google Shape;11734;p12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35" name="Google Shape;11735;p122"/>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1736" name="Google Shape;11736;p122"/>
            <p:cNvGrpSpPr/>
            <p:nvPr/>
          </p:nvGrpSpPr>
          <p:grpSpPr>
            <a:xfrm>
              <a:off x="6520337" y="1193063"/>
              <a:ext cx="341815" cy="801589"/>
              <a:chOff x="6520337" y="1193063"/>
              <a:chExt cx="341815" cy="801589"/>
            </a:xfrm>
          </p:grpSpPr>
          <p:grpSp>
            <p:nvGrpSpPr>
              <p:cNvPr id="11737" name="Google Shape;11737;p122"/>
              <p:cNvGrpSpPr/>
              <p:nvPr/>
            </p:nvGrpSpPr>
            <p:grpSpPr>
              <a:xfrm>
                <a:off x="6520337" y="1589527"/>
                <a:ext cx="213950" cy="405125"/>
                <a:chOff x="6520337" y="1589527"/>
                <a:chExt cx="213950" cy="405125"/>
              </a:xfrm>
            </p:grpSpPr>
            <p:sp>
              <p:nvSpPr>
                <p:cNvPr id="11738" name="Google Shape;11738;p12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122"/>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0" name="Google Shape;11740;p122"/>
              <p:cNvGrpSpPr/>
              <p:nvPr/>
            </p:nvGrpSpPr>
            <p:grpSpPr>
              <a:xfrm>
                <a:off x="6577204" y="1193063"/>
                <a:ext cx="284947" cy="453562"/>
                <a:chOff x="6577204" y="1193063"/>
                <a:chExt cx="284947" cy="453562"/>
              </a:xfrm>
            </p:grpSpPr>
            <p:sp>
              <p:nvSpPr>
                <p:cNvPr id="11741" name="Google Shape;11741;p12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42" name="Google Shape;11742;p122"/>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1743" name="Google Shape;11743;p122"/>
            <p:cNvGrpSpPr/>
            <p:nvPr/>
          </p:nvGrpSpPr>
          <p:grpSpPr>
            <a:xfrm>
              <a:off x="6238903" y="1193063"/>
              <a:ext cx="300475" cy="901782"/>
              <a:chOff x="6238903" y="1193063"/>
              <a:chExt cx="300475" cy="901782"/>
            </a:xfrm>
          </p:grpSpPr>
          <p:grpSp>
            <p:nvGrpSpPr>
              <p:cNvPr id="11744" name="Google Shape;11744;p122"/>
              <p:cNvGrpSpPr/>
              <p:nvPr/>
            </p:nvGrpSpPr>
            <p:grpSpPr>
              <a:xfrm>
                <a:off x="6290865" y="1489315"/>
                <a:ext cx="248514" cy="605530"/>
                <a:chOff x="6290865" y="1489315"/>
                <a:chExt cx="248514" cy="605530"/>
              </a:xfrm>
            </p:grpSpPr>
            <p:sp>
              <p:nvSpPr>
                <p:cNvPr id="11745" name="Google Shape;11745;p12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122"/>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7" name="Google Shape;11747;p122"/>
              <p:cNvGrpSpPr/>
              <p:nvPr/>
            </p:nvGrpSpPr>
            <p:grpSpPr>
              <a:xfrm>
                <a:off x="6238903" y="1193063"/>
                <a:ext cx="284947" cy="327512"/>
                <a:chOff x="6238903" y="1193063"/>
                <a:chExt cx="284947" cy="327512"/>
              </a:xfrm>
            </p:grpSpPr>
            <p:sp>
              <p:nvSpPr>
                <p:cNvPr id="11748" name="Google Shape;11748;p12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49" name="Google Shape;11749;p122"/>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1750" name="Google Shape;11750;p122"/>
            <p:cNvGrpSpPr/>
            <p:nvPr/>
          </p:nvGrpSpPr>
          <p:grpSpPr>
            <a:xfrm>
              <a:off x="5900602" y="1193063"/>
              <a:ext cx="444345" cy="1023338"/>
              <a:chOff x="5900602" y="1193063"/>
              <a:chExt cx="444345" cy="1023338"/>
            </a:xfrm>
          </p:grpSpPr>
          <p:grpSp>
            <p:nvGrpSpPr>
              <p:cNvPr id="11751" name="Google Shape;11751;p122"/>
              <p:cNvGrpSpPr/>
              <p:nvPr/>
            </p:nvGrpSpPr>
            <p:grpSpPr>
              <a:xfrm>
                <a:off x="6046501" y="1367785"/>
                <a:ext cx="298446" cy="848616"/>
                <a:chOff x="6046501" y="1367785"/>
                <a:chExt cx="298446" cy="848616"/>
              </a:xfrm>
            </p:grpSpPr>
            <p:sp>
              <p:nvSpPr>
                <p:cNvPr id="11752" name="Google Shape;11752;p12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122"/>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4" name="Google Shape;11754;p122"/>
              <p:cNvGrpSpPr/>
              <p:nvPr/>
            </p:nvGrpSpPr>
            <p:grpSpPr>
              <a:xfrm>
                <a:off x="5900602" y="1193063"/>
                <a:ext cx="284947" cy="182312"/>
                <a:chOff x="5900602" y="1193063"/>
                <a:chExt cx="284947" cy="182312"/>
              </a:xfrm>
            </p:grpSpPr>
            <p:sp>
              <p:nvSpPr>
                <p:cNvPr id="11755" name="Google Shape;11755;p12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56" name="Google Shape;11756;p12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1757" name="Google Shape;11757;p122"/>
          <p:cNvGrpSpPr/>
          <p:nvPr/>
        </p:nvGrpSpPr>
        <p:grpSpPr>
          <a:xfrm>
            <a:off x="7217822" y="979408"/>
            <a:ext cx="1219413" cy="1051365"/>
            <a:chOff x="7287122" y="1165658"/>
            <a:chExt cx="1219413" cy="1051365"/>
          </a:xfrm>
        </p:grpSpPr>
        <p:grpSp>
          <p:nvGrpSpPr>
            <p:cNvPr id="11758" name="Google Shape;11758;p122"/>
            <p:cNvGrpSpPr/>
            <p:nvPr/>
          </p:nvGrpSpPr>
          <p:grpSpPr>
            <a:xfrm>
              <a:off x="7287122" y="1969723"/>
              <a:ext cx="1219413" cy="247300"/>
              <a:chOff x="7287122" y="1969723"/>
              <a:chExt cx="1219413" cy="247300"/>
            </a:xfrm>
          </p:grpSpPr>
          <p:sp>
            <p:nvSpPr>
              <p:cNvPr id="11759" name="Google Shape;11759;p12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0" name="Google Shape;11760;p122"/>
              <p:cNvGrpSpPr/>
              <p:nvPr/>
            </p:nvGrpSpPr>
            <p:grpSpPr>
              <a:xfrm>
                <a:off x="7287122" y="2063892"/>
                <a:ext cx="1151753" cy="73428"/>
                <a:chOff x="7287122" y="2063892"/>
                <a:chExt cx="1151753" cy="73428"/>
              </a:xfrm>
            </p:grpSpPr>
            <p:sp>
              <p:nvSpPr>
                <p:cNvPr id="11761" name="Google Shape;11761;p12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62" name="Google Shape;11762;p12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1763" name="Google Shape;11763;p122"/>
            <p:cNvGrpSpPr/>
            <p:nvPr/>
          </p:nvGrpSpPr>
          <p:grpSpPr>
            <a:xfrm>
              <a:off x="7287122" y="1712201"/>
              <a:ext cx="1219403" cy="246767"/>
              <a:chOff x="7287122" y="1712201"/>
              <a:chExt cx="1219403" cy="246767"/>
            </a:xfrm>
          </p:grpSpPr>
          <p:sp>
            <p:nvSpPr>
              <p:cNvPr id="11764" name="Google Shape;11764;p12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5" name="Google Shape;11765;p122"/>
              <p:cNvGrpSpPr/>
              <p:nvPr/>
            </p:nvGrpSpPr>
            <p:grpSpPr>
              <a:xfrm>
                <a:off x="7287122" y="1842861"/>
                <a:ext cx="1005303" cy="73419"/>
                <a:chOff x="7287122" y="1842861"/>
                <a:chExt cx="1005303" cy="73419"/>
              </a:xfrm>
            </p:grpSpPr>
            <p:sp>
              <p:nvSpPr>
                <p:cNvPr id="11766" name="Google Shape;11766;p12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67" name="Google Shape;11767;p12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1768" name="Google Shape;11768;p122"/>
            <p:cNvGrpSpPr/>
            <p:nvPr/>
          </p:nvGrpSpPr>
          <p:grpSpPr>
            <a:xfrm>
              <a:off x="7287122" y="1447520"/>
              <a:ext cx="1219403" cy="286667"/>
              <a:chOff x="7287122" y="1447520"/>
              <a:chExt cx="1219403" cy="286667"/>
            </a:xfrm>
          </p:grpSpPr>
          <p:sp>
            <p:nvSpPr>
              <p:cNvPr id="11769" name="Google Shape;11769;p12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0" name="Google Shape;11770;p122"/>
              <p:cNvGrpSpPr/>
              <p:nvPr/>
            </p:nvGrpSpPr>
            <p:grpSpPr>
              <a:xfrm>
                <a:off x="7287122" y="1581977"/>
                <a:ext cx="852803" cy="73428"/>
                <a:chOff x="7287122" y="1581977"/>
                <a:chExt cx="852803" cy="73428"/>
              </a:xfrm>
            </p:grpSpPr>
            <p:sp>
              <p:nvSpPr>
                <p:cNvPr id="11771" name="Google Shape;11771;p12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72" name="Google Shape;11772;p12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1773" name="Google Shape;11773;p122"/>
            <p:cNvGrpSpPr/>
            <p:nvPr/>
          </p:nvGrpSpPr>
          <p:grpSpPr>
            <a:xfrm>
              <a:off x="7287122" y="1165658"/>
              <a:ext cx="1219403" cy="344253"/>
              <a:chOff x="7287122" y="1165658"/>
              <a:chExt cx="1219403" cy="344253"/>
            </a:xfrm>
          </p:grpSpPr>
          <p:sp>
            <p:nvSpPr>
              <p:cNvPr id="11774" name="Google Shape;11774;p12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5" name="Google Shape;11775;p122"/>
              <p:cNvGrpSpPr/>
              <p:nvPr/>
            </p:nvGrpSpPr>
            <p:grpSpPr>
              <a:xfrm>
                <a:off x="7287122" y="1341025"/>
                <a:ext cx="695703" cy="73419"/>
                <a:chOff x="7287122" y="1341025"/>
                <a:chExt cx="695703" cy="73419"/>
              </a:xfrm>
            </p:grpSpPr>
            <p:sp>
              <p:nvSpPr>
                <p:cNvPr id="11776" name="Google Shape;11776;p12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77" name="Google Shape;11777;p12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781"/>
        <p:cNvGrpSpPr/>
        <p:nvPr/>
      </p:nvGrpSpPr>
      <p:grpSpPr>
        <a:xfrm>
          <a:off x="0" y="0"/>
          <a:ext cx="0" cy="0"/>
          <a:chOff x="0" y="0"/>
          <a:chExt cx="0" cy="0"/>
        </a:xfrm>
      </p:grpSpPr>
      <p:grpSp>
        <p:nvGrpSpPr>
          <p:cNvPr id="11782" name="Google Shape;11782;p123"/>
          <p:cNvGrpSpPr/>
          <p:nvPr/>
        </p:nvGrpSpPr>
        <p:grpSpPr>
          <a:xfrm>
            <a:off x="866243" y="2291587"/>
            <a:ext cx="415546" cy="355053"/>
            <a:chOff x="866243" y="2291587"/>
            <a:chExt cx="415546" cy="355053"/>
          </a:xfrm>
        </p:grpSpPr>
        <p:sp>
          <p:nvSpPr>
            <p:cNvPr id="11783" name="Google Shape;11783;p123"/>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123"/>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123"/>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123"/>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123"/>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8" name="Google Shape;11788;p123"/>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9" name="Google Shape;11789;p123"/>
          <p:cNvGrpSpPr/>
          <p:nvPr/>
        </p:nvGrpSpPr>
        <p:grpSpPr>
          <a:xfrm>
            <a:off x="1958520" y="2302574"/>
            <a:ext cx="359213" cy="327807"/>
            <a:chOff x="1958520" y="2302574"/>
            <a:chExt cx="359213" cy="327807"/>
          </a:xfrm>
        </p:grpSpPr>
        <p:sp>
          <p:nvSpPr>
            <p:cNvPr id="11790" name="Google Shape;11790;p123"/>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123"/>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123"/>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123"/>
          <p:cNvGrpSpPr/>
          <p:nvPr/>
        </p:nvGrpSpPr>
        <p:grpSpPr>
          <a:xfrm>
            <a:off x="2579882" y="2287427"/>
            <a:ext cx="207582" cy="359594"/>
            <a:chOff x="2656082" y="2287427"/>
            <a:chExt cx="207582" cy="359594"/>
          </a:xfrm>
        </p:grpSpPr>
        <p:sp>
          <p:nvSpPr>
            <p:cNvPr id="11794" name="Google Shape;11794;p123"/>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123"/>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123"/>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123"/>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8" name="Google Shape;11798;p123"/>
          <p:cNvGrpSpPr/>
          <p:nvPr/>
        </p:nvGrpSpPr>
        <p:grpSpPr>
          <a:xfrm>
            <a:off x="3049653" y="2321468"/>
            <a:ext cx="362991" cy="290018"/>
            <a:chOff x="3049653" y="2321468"/>
            <a:chExt cx="362991" cy="290018"/>
          </a:xfrm>
        </p:grpSpPr>
        <p:sp>
          <p:nvSpPr>
            <p:cNvPr id="11799" name="Google Shape;11799;p123"/>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123"/>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123"/>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123"/>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3" name="Google Shape;11803;p123"/>
          <p:cNvGrpSpPr/>
          <p:nvPr/>
        </p:nvGrpSpPr>
        <p:grpSpPr>
          <a:xfrm>
            <a:off x="3564243" y="2289904"/>
            <a:ext cx="422342" cy="355243"/>
            <a:chOff x="3564243" y="2289904"/>
            <a:chExt cx="422342" cy="355243"/>
          </a:xfrm>
        </p:grpSpPr>
        <p:sp>
          <p:nvSpPr>
            <p:cNvPr id="11804" name="Google Shape;11804;p123"/>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123"/>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123"/>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123"/>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123"/>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9" name="Google Shape;11809;p123"/>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10" name="Google Shape;11810;p123"/>
          <p:cNvGrpSpPr/>
          <p:nvPr/>
        </p:nvGrpSpPr>
        <p:grpSpPr>
          <a:xfrm>
            <a:off x="4687894" y="2289713"/>
            <a:ext cx="359594" cy="353909"/>
            <a:chOff x="4687894" y="2289713"/>
            <a:chExt cx="359594" cy="353909"/>
          </a:xfrm>
        </p:grpSpPr>
        <p:sp>
          <p:nvSpPr>
            <p:cNvPr id="11811" name="Google Shape;11811;p123"/>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123"/>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123"/>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14" name="Google Shape;11814;p123"/>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15" name="Google Shape;11815;p123"/>
          <p:cNvGrpSpPr/>
          <p:nvPr/>
        </p:nvGrpSpPr>
        <p:grpSpPr>
          <a:xfrm>
            <a:off x="6372624" y="2308227"/>
            <a:ext cx="263567" cy="317614"/>
            <a:chOff x="6421399" y="2308227"/>
            <a:chExt cx="263567" cy="317614"/>
          </a:xfrm>
        </p:grpSpPr>
        <p:sp>
          <p:nvSpPr>
            <p:cNvPr id="11816" name="Google Shape;11816;p123"/>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123"/>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123"/>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123"/>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0" name="Google Shape;11820;p123"/>
          <p:cNvGrpSpPr/>
          <p:nvPr/>
        </p:nvGrpSpPr>
        <p:grpSpPr>
          <a:xfrm>
            <a:off x="6870193" y="2295620"/>
            <a:ext cx="360356" cy="343462"/>
            <a:chOff x="6870193" y="2295620"/>
            <a:chExt cx="360356" cy="343462"/>
          </a:xfrm>
        </p:grpSpPr>
        <p:sp>
          <p:nvSpPr>
            <p:cNvPr id="11821" name="Google Shape;11821;p123"/>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123"/>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3" name="Google Shape;11823;p123"/>
          <p:cNvGrpSpPr/>
          <p:nvPr/>
        </p:nvGrpSpPr>
        <p:grpSpPr>
          <a:xfrm>
            <a:off x="7441465" y="2302860"/>
            <a:ext cx="342192" cy="327140"/>
            <a:chOff x="7441465" y="2302860"/>
            <a:chExt cx="342192" cy="327140"/>
          </a:xfrm>
        </p:grpSpPr>
        <p:sp>
          <p:nvSpPr>
            <p:cNvPr id="11824" name="Google Shape;11824;p123"/>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123"/>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6" name="Google Shape;11826;p123"/>
          <p:cNvGrpSpPr/>
          <p:nvPr/>
        </p:nvGrpSpPr>
        <p:grpSpPr>
          <a:xfrm>
            <a:off x="7989683" y="2350207"/>
            <a:ext cx="332761" cy="234066"/>
            <a:chOff x="7989683" y="2350207"/>
            <a:chExt cx="332761" cy="234066"/>
          </a:xfrm>
        </p:grpSpPr>
        <p:sp>
          <p:nvSpPr>
            <p:cNvPr id="11827" name="Google Shape;11827;p123"/>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123"/>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123"/>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123"/>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123"/>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123"/>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3" name="Google Shape;11833;p123"/>
          <p:cNvGrpSpPr/>
          <p:nvPr/>
        </p:nvGrpSpPr>
        <p:grpSpPr>
          <a:xfrm>
            <a:off x="5823294" y="2309751"/>
            <a:ext cx="315327" cy="314978"/>
            <a:chOff x="5823294" y="2309751"/>
            <a:chExt cx="315327" cy="314978"/>
          </a:xfrm>
        </p:grpSpPr>
        <p:sp>
          <p:nvSpPr>
            <p:cNvPr id="11834" name="Google Shape;11834;p123"/>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123"/>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123"/>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123"/>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123"/>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123"/>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123"/>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123"/>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123"/>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123"/>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123"/>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123"/>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123"/>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123"/>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123"/>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123"/>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123"/>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123"/>
          <p:cNvGrpSpPr/>
          <p:nvPr/>
        </p:nvGrpSpPr>
        <p:grpSpPr>
          <a:xfrm>
            <a:off x="2497275" y="2744159"/>
            <a:ext cx="370930" cy="370549"/>
            <a:chOff x="2497275" y="2744159"/>
            <a:chExt cx="370930" cy="370549"/>
          </a:xfrm>
        </p:grpSpPr>
        <p:sp>
          <p:nvSpPr>
            <p:cNvPr id="11852" name="Google Shape;11852;p123"/>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123"/>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123"/>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123"/>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123"/>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123"/>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123"/>
          <p:cNvGrpSpPr/>
          <p:nvPr/>
        </p:nvGrpSpPr>
        <p:grpSpPr>
          <a:xfrm>
            <a:off x="860940" y="2746477"/>
            <a:ext cx="371883" cy="365691"/>
            <a:chOff x="860940" y="2746477"/>
            <a:chExt cx="371883" cy="365691"/>
          </a:xfrm>
        </p:grpSpPr>
        <p:sp>
          <p:nvSpPr>
            <p:cNvPr id="11859" name="Google Shape;11859;p123"/>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123"/>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123"/>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123"/>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123"/>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4" name="Google Shape;11864;p123"/>
          <p:cNvGrpSpPr/>
          <p:nvPr/>
        </p:nvGrpSpPr>
        <p:grpSpPr>
          <a:xfrm>
            <a:off x="1493849" y="2775533"/>
            <a:ext cx="283985" cy="341080"/>
            <a:chOff x="1493849" y="2775533"/>
            <a:chExt cx="283985" cy="341080"/>
          </a:xfrm>
        </p:grpSpPr>
        <p:sp>
          <p:nvSpPr>
            <p:cNvPr id="11865" name="Google Shape;11865;p123"/>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123"/>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7" name="Google Shape;11867;p123"/>
          <p:cNvGrpSpPr/>
          <p:nvPr/>
        </p:nvGrpSpPr>
        <p:grpSpPr>
          <a:xfrm>
            <a:off x="1952836" y="2774422"/>
            <a:ext cx="372835" cy="342573"/>
            <a:chOff x="1952836" y="2774422"/>
            <a:chExt cx="372835" cy="342573"/>
          </a:xfrm>
        </p:grpSpPr>
        <p:sp>
          <p:nvSpPr>
            <p:cNvPr id="11868" name="Google Shape;11868;p123"/>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123"/>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123"/>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1" name="Google Shape;11871;p123"/>
          <p:cNvGrpSpPr/>
          <p:nvPr/>
        </p:nvGrpSpPr>
        <p:grpSpPr>
          <a:xfrm>
            <a:off x="3079916" y="2744477"/>
            <a:ext cx="332729" cy="372518"/>
            <a:chOff x="3079916" y="2744477"/>
            <a:chExt cx="332729" cy="372518"/>
          </a:xfrm>
        </p:grpSpPr>
        <p:sp>
          <p:nvSpPr>
            <p:cNvPr id="11872" name="Google Shape;11872;p123"/>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123"/>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123"/>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5" name="Google Shape;11875;p123"/>
          <p:cNvGrpSpPr/>
          <p:nvPr/>
        </p:nvGrpSpPr>
        <p:grpSpPr>
          <a:xfrm>
            <a:off x="3620576" y="2745525"/>
            <a:ext cx="336889" cy="355592"/>
            <a:chOff x="3620576" y="2745525"/>
            <a:chExt cx="336889" cy="355592"/>
          </a:xfrm>
        </p:grpSpPr>
        <p:sp>
          <p:nvSpPr>
            <p:cNvPr id="11876" name="Google Shape;11876;p123"/>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123"/>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8" name="Google Shape;11878;p123"/>
          <p:cNvGrpSpPr/>
          <p:nvPr/>
        </p:nvGrpSpPr>
        <p:grpSpPr>
          <a:xfrm>
            <a:off x="4126815" y="2760704"/>
            <a:ext cx="380393" cy="363118"/>
            <a:chOff x="4126815" y="2760704"/>
            <a:chExt cx="380393" cy="363118"/>
          </a:xfrm>
        </p:grpSpPr>
        <p:sp>
          <p:nvSpPr>
            <p:cNvPr id="11879" name="Google Shape;11879;p123"/>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123"/>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123"/>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123"/>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3" name="Google Shape;11883;p123"/>
          <p:cNvGrpSpPr/>
          <p:nvPr/>
        </p:nvGrpSpPr>
        <p:grpSpPr>
          <a:xfrm>
            <a:off x="4675986" y="2745684"/>
            <a:ext cx="381346" cy="368644"/>
            <a:chOff x="4675986" y="2745684"/>
            <a:chExt cx="381346" cy="368644"/>
          </a:xfrm>
        </p:grpSpPr>
        <p:sp>
          <p:nvSpPr>
            <p:cNvPr id="11884" name="Google Shape;11884;p123"/>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123"/>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6" name="Google Shape;11886;p123"/>
          <p:cNvGrpSpPr/>
          <p:nvPr/>
        </p:nvGrpSpPr>
        <p:grpSpPr>
          <a:xfrm>
            <a:off x="5220616" y="2791061"/>
            <a:ext cx="373185" cy="302466"/>
            <a:chOff x="5220616" y="2791061"/>
            <a:chExt cx="373185" cy="302466"/>
          </a:xfrm>
        </p:grpSpPr>
        <p:sp>
          <p:nvSpPr>
            <p:cNvPr id="11887" name="Google Shape;11887;p123"/>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123"/>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123"/>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123"/>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123"/>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123"/>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123"/>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123"/>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123"/>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123"/>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123"/>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123"/>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123"/>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123"/>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123"/>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123"/>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123"/>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123"/>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5" name="Google Shape;11905;p123"/>
          <p:cNvGrpSpPr/>
          <p:nvPr/>
        </p:nvGrpSpPr>
        <p:grpSpPr>
          <a:xfrm>
            <a:off x="5788661" y="2772517"/>
            <a:ext cx="284366" cy="344097"/>
            <a:chOff x="5864861" y="2772517"/>
            <a:chExt cx="284366" cy="344097"/>
          </a:xfrm>
        </p:grpSpPr>
        <p:sp>
          <p:nvSpPr>
            <p:cNvPr id="11906" name="Google Shape;11906;p123"/>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123"/>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123"/>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123"/>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123"/>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123"/>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12" name="Google Shape;11912;p123"/>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13" name="Google Shape;11913;p123"/>
          <p:cNvGrpSpPr/>
          <p:nvPr/>
        </p:nvGrpSpPr>
        <p:grpSpPr>
          <a:xfrm>
            <a:off x="6974158" y="2789537"/>
            <a:ext cx="255247" cy="327458"/>
            <a:chOff x="6974158" y="2789537"/>
            <a:chExt cx="255247" cy="327458"/>
          </a:xfrm>
        </p:grpSpPr>
        <p:sp>
          <p:nvSpPr>
            <p:cNvPr id="11914" name="Google Shape;11914;p123"/>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123"/>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123"/>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123"/>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123"/>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123"/>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123"/>
          <p:cNvGrpSpPr/>
          <p:nvPr/>
        </p:nvGrpSpPr>
        <p:grpSpPr>
          <a:xfrm>
            <a:off x="7530697" y="2790299"/>
            <a:ext cx="244291" cy="326314"/>
            <a:chOff x="7530697" y="2790299"/>
            <a:chExt cx="244291" cy="326314"/>
          </a:xfrm>
        </p:grpSpPr>
        <p:sp>
          <p:nvSpPr>
            <p:cNvPr id="11921" name="Google Shape;11921;p123"/>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123"/>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123"/>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123"/>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123"/>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123"/>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7" name="Google Shape;11927;p123"/>
          <p:cNvGrpSpPr/>
          <p:nvPr/>
        </p:nvGrpSpPr>
        <p:grpSpPr>
          <a:xfrm>
            <a:off x="7988191" y="2832248"/>
            <a:ext cx="332348" cy="283985"/>
            <a:chOff x="7988191" y="2832248"/>
            <a:chExt cx="332348" cy="283985"/>
          </a:xfrm>
        </p:grpSpPr>
        <p:sp>
          <p:nvSpPr>
            <p:cNvPr id="11928" name="Google Shape;11928;p123"/>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123"/>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123"/>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31" name="Google Shape;11931;p123"/>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32" name="Google Shape;11932;p123"/>
          <p:cNvGrpSpPr/>
          <p:nvPr/>
        </p:nvGrpSpPr>
        <p:grpSpPr>
          <a:xfrm>
            <a:off x="3588440" y="3258368"/>
            <a:ext cx="364484" cy="262423"/>
            <a:chOff x="3588440" y="3258368"/>
            <a:chExt cx="364484" cy="262423"/>
          </a:xfrm>
        </p:grpSpPr>
        <p:sp>
          <p:nvSpPr>
            <p:cNvPr id="11933" name="Google Shape;11933;p123"/>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123"/>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123"/>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123"/>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123"/>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123"/>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39" name="Google Shape;11939;p123"/>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40" name="Google Shape;11940;p123"/>
          <p:cNvGrpSpPr/>
          <p:nvPr/>
        </p:nvGrpSpPr>
        <p:grpSpPr>
          <a:xfrm>
            <a:off x="5765817" y="3227724"/>
            <a:ext cx="364865" cy="324822"/>
            <a:chOff x="5765817" y="3227724"/>
            <a:chExt cx="364865" cy="324822"/>
          </a:xfrm>
        </p:grpSpPr>
        <p:sp>
          <p:nvSpPr>
            <p:cNvPr id="11941" name="Google Shape;11941;p123"/>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123"/>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123"/>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4" name="Google Shape;11944;p123"/>
          <p:cNvGrpSpPr/>
          <p:nvPr/>
        </p:nvGrpSpPr>
        <p:grpSpPr>
          <a:xfrm>
            <a:off x="6228583" y="3237664"/>
            <a:ext cx="446539" cy="303895"/>
            <a:chOff x="6228583" y="3237664"/>
            <a:chExt cx="446539" cy="303895"/>
          </a:xfrm>
        </p:grpSpPr>
        <p:sp>
          <p:nvSpPr>
            <p:cNvPr id="11945" name="Google Shape;11945;p123"/>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123"/>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123"/>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123"/>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123"/>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123"/>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123"/>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123"/>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123"/>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123"/>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123"/>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123"/>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123"/>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123"/>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123"/>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123"/>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123"/>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2" name="Google Shape;11962;p123"/>
          <p:cNvGrpSpPr/>
          <p:nvPr/>
        </p:nvGrpSpPr>
        <p:grpSpPr>
          <a:xfrm>
            <a:off x="865862" y="3207306"/>
            <a:ext cx="364484" cy="364897"/>
            <a:chOff x="865862" y="3207306"/>
            <a:chExt cx="364484" cy="364897"/>
          </a:xfrm>
        </p:grpSpPr>
        <p:sp>
          <p:nvSpPr>
            <p:cNvPr id="11963" name="Google Shape;11963;p123"/>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123"/>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123"/>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123"/>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123"/>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123"/>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123"/>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123"/>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123"/>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123"/>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123"/>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123"/>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123"/>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123"/>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7" name="Google Shape;11977;p123"/>
          <p:cNvGrpSpPr/>
          <p:nvPr/>
        </p:nvGrpSpPr>
        <p:grpSpPr>
          <a:xfrm>
            <a:off x="1404617" y="3226962"/>
            <a:ext cx="370168" cy="325965"/>
            <a:chOff x="1404617" y="3226962"/>
            <a:chExt cx="370168" cy="325965"/>
          </a:xfrm>
        </p:grpSpPr>
        <p:sp>
          <p:nvSpPr>
            <p:cNvPr id="11978" name="Google Shape;11978;p123"/>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123"/>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123"/>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123"/>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123"/>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123"/>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123"/>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123"/>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123"/>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7" name="Google Shape;11987;p123"/>
          <p:cNvGrpSpPr/>
          <p:nvPr/>
        </p:nvGrpSpPr>
        <p:grpSpPr>
          <a:xfrm>
            <a:off x="1953403" y="3216094"/>
            <a:ext cx="366389" cy="354481"/>
            <a:chOff x="1954741" y="3212419"/>
            <a:chExt cx="366389" cy="354481"/>
          </a:xfrm>
        </p:grpSpPr>
        <p:sp>
          <p:nvSpPr>
            <p:cNvPr id="11988" name="Google Shape;11988;p123"/>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123"/>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123"/>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123"/>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123"/>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123"/>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123"/>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5" name="Google Shape;11995;p123"/>
          <p:cNvGrpSpPr/>
          <p:nvPr/>
        </p:nvGrpSpPr>
        <p:grpSpPr>
          <a:xfrm>
            <a:off x="3043239" y="3215626"/>
            <a:ext cx="366008" cy="348670"/>
            <a:chOff x="3043239" y="3215626"/>
            <a:chExt cx="366008" cy="348670"/>
          </a:xfrm>
        </p:grpSpPr>
        <p:sp>
          <p:nvSpPr>
            <p:cNvPr id="11996" name="Google Shape;11996;p123"/>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123"/>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8" name="Google Shape;11998;p123"/>
          <p:cNvGrpSpPr/>
          <p:nvPr/>
        </p:nvGrpSpPr>
        <p:grpSpPr>
          <a:xfrm>
            <a:off x="4218333" y="3184982"/>
            <a:ext cx="209107" cy="383442"/>
            <a:chOff x="4218333" y="3184982"/>
            <a:chExt cx="209107" cy="383442"/>
          </a:xfrm>
        </p:grpSpPr>
        <p:sp>
          <p:nvSpPr>
            <p:cNvPr id="11999" name="Google Shape;11999;p123"/>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123"/>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1" name="Google Shape;12001;p123"/>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2" name="Google Shape;12002;p123"/>
          <p:cNvGrpSpPr/>
          <p:nvPr/>
        </p:nvGrpSpPr>
        <p:grpSpPr>
          <a:xfrm>
            <a:off x="6896644" y="3216007"/>
            <a:ext cx="322917" cy="347876"/>
            <a:chOff x="6896644" y="3216007"/>
            <a:chExt cx="322917" cy="347876"/>
          </a:xfrm>
        </p:grpSpPr>
        <p:sp>
          <p:nvSpPr>
            <p:cNvPr id="12003" name="Google Shape;12003;p123"/>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123"/>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123"/>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123"/>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123"/>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123"/>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123"/>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0" name="Google Shape;12010;p123"/>
          <p:cNvGrpSpPr/>
          <p:nvPr/>
        </p:nvGrpSpPr>
        <p:grpSpPr>
          <a:xfrm>
            <a:off x="7429366" y="3223183"/>
            <a:ext cx="334634" cy="333904"/>
            <a:chOff x="7429366" y="3223183"/>
            <a:chExt cx="334634" cy="333904"/>
          </a:xfrm>
        </p:grpSpPr>
        <p:sp>
          <p:nvSpPr>
            <p:cNvPr id="12011" name="Google Shape;12011;p123"/>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123"/>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13" name="Google Shape;12013;p123"/>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14" name="Google Shape;12014;p123"/>
          <p:cNvGrpSpPr/>
          <p:nvPr/>
        </p:nvGrpSpPr>
        <p:grpSpPr>
          <a:xfrm>
            <a:off x="5216456" y="3725484"/>
            <a:ext cx="356196" cy="265631"/>
            <a:chOff x="5216456" y="3725484"/>
            <a:chExt cx="356196" cy="265631"/>
          </a:xfrm>
        </p:grpSpPr>
        <p:sp>
          <p:nvSpPr>
            <p:cNvPr id="12015" name="Google Shape;12015;p123"/>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123"/>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7" name="Google Shape;12017;p123"/>
          <p:cNvGrpSpPr/>
          <p:nvPr/>
        </p:nvGrpSpPr>
        <p:grpSpPr>
          <a:xfrm>
            <a:off x="6849393" y="3733994"/>
            <a:ext cx="355053" cy="248038"/>
            <a:chOff x="6849393" y="3733994"/>
            <a:chExt cx="355053" cy="248038"/>
          </a:xfrm>
        </p:grpSpPr>
        <p:sp>
          <p:nvSpPr>
            <p:cNvPr id="12018" name="Google Shape;12018;p123"/>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123"/>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123"/>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123"/>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123"/>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3" name="Google Shape;12023;p123"/>
          <p:cNvGrpSpPr/>
          <p:nvPr/>
        </p:nvGrpSpPr>
        <p:grpSpPr>
          <a:xfrm>
            <a:off x="7918997" y="3714687"/>
            <a:ext cx="392111" cy="280206"/>
            <a:chOff x="7918997" y="3714687"/>
            <a:chExt cx="392111" cy="280206"/>
          </a:xfrm>
        </p:grpSpPr>
        <p:sp>
          <p:nvSpPr>
            <p:cNvPr id="12024" name="Google Shape;12024;p123"/>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123"/>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123"/>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123"/>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123"/>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29" name="Google Shape;12029;p123"/>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30" name="Google Shape;12030;p123"/>
          <p:cNvGrpSpPr/>
          <p:nvPr/>
        </p:nvGrpSpPr>
        <p:grpSpPr>
          <a:xfrm>
            <a:off x="1408777" y="3680964"/>
            <a:ext cx="357720" cy="355148"/>
            <a:chOff x="1408777" y="3680964"/>
            <a:chExt cx="357720" cy="355148"/>
          </a:xfrm>
        </p:grpSpPr>
        <p:sp>
          <p:nvSpPr>
            <p:cNvPr id="12031" name="Google Shape;12031;p123"/>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123"/>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123"/>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123"/>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123"/>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123"/>
          <p:cNvGrpSpPr/>
          <p:nvPr/>
        </p:nvGrpSpPr>
        <p:grpSpPr>
          <a:xfrm>
            <a:off x="1952836" y="3680964"/>
            <a:ext cx="357720" cy="355148"/>
            <a:chOff x="1952836" y="3680964"/>
            <a:chExt cx="357720" cy="355148"/>
          </a:xfrm>
        </p:grpSpPr>
        <p:sp>
          <p:nvSpPr>
            <p:cNvPr id="12037" name="Google Shape;12037;p123"/>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123"/>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123"/>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123"/>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123"/>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2" name="Google Shape;12042;p123"/>
          <p:cNvGrpSpPr/>
          <p:nvPr/>
        </p:nvGrpSpPr>
        <p:grpSpPr>
          <a:xfrm>
            <a:off x="2496894" y="3680964"/>
            <a:ext cx="357720" cy="355148"/>
            <a:chOff x="2496894" y="3680964"/>
            <a:chExt cx="357720" cy="355148"/>
          </a:xfrm>
        </p:grpSpPr>
        <p:sp>
          <p:nvSpPr>
            <p:cNvPr id="12043" name="Google Shape;12043;p123"/>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123"/>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123"/>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123"/>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123"/>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8" name="Google Shape;12048;p123"/>
          <p:cNvGrpSpPr/>
          <p:nvPr/>
        </p:nvGrpSpPr>
        <p:grpSpPr>
          <a:xfrm>
            <a:off x="3040984" y="3681059"/>
            <a:ext cx="356164" cy="355815"/>
            <a:chOff x="3040984" y="3681059"/>
            <a:chExt cx="356164" cy="355815"/>
          </a:xfrm>
        </p:grpSpPr>
        <p:sp>
          <p:nvSpPr>
            <p:cNvPr id="12049" name="Google Shape;12049;p123"/>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123"/>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123"/>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2" name="Google Shape;12052;p123"/>
          <p:cNvGrpSpPr/>
          <p:nvPr/>
        </p:nvGrpSpPr>
        <p:grpSpPr>
          <a:xfrm>
            <a:off x="3584280" y="3699191"/>
            <a:ext cx="358069" cy="317995"/>
            <a:chOff x="3584280" y="3699191"/>
            <a:chExt cx="358069" cy="317995"/>
          </a:xfrm>
        </p:grpSpPr>
        <p:sp>
          <p:nvSpPr>
            <p:cNvPr id="12053" name="Google Shape;12053;p123"/>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123"/>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123"/>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123"/>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7" name="Google Shape;12057;p123"/>
          <p:cNvGrpSpPr/>
          <p:nvPr/>
        </p:nvGrpSpPr>
        <p:grpSpPr>
          <a:xfrm>
            <a:off x="4129482" y="3681059"/>
            <a:ext cx="355402" cy="354291"/>
            <a:chOff x="4129482" y="3681059"/>
            <a:chExt cx="355402" cy="354291"/>
          </a:xfrm>
        </p:grpSpPr>
        <p:sp>
          <p:nvSpPr>
            <p:cNvPr id="12058" name="Google Shape;12058;p123"/>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123"/>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123"/>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123"/>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2" name="Google Shape;12062;p123"/>
          <p:cNvGrpSpPr/>
          <p:nvPr/>
        </p:nvGrpSpPr>
        <p:grpSpPr>
          <a:xfrm>
            <a:off x="4673540" y="3680297"/>
            <a:ext cx="355434" cy="355815"/>
            <a:chOff x="4673540" y="3680297"/>
            <a:chExt cx="355434" cy="355815"/>
          </a:xfrm>
        </p:grpSpPr>
        <p:sp>
          <p:nvSpPr>
            <p:cNvPr id="12063" name="Google Shape;12063;p123"/>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123"/>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123"/>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6" name="Google Shape;12066;p123"/>
          <p:cNvGrpSpPr/>
          <p:nvPr/>
        </p:nvGrpSpPr>
        <p:grpSpPr>
          <a:xfrm>
            <a:off x="5779408" y="3699191"/>
            <a:ext cx="317645" cy="318757"/>
            <a:chOff x="5779408" y="3699191"/>
            <a:chExt cx="317645" cy="318757"/>
          </a:xfrm>
        </p:grpSpPr>
        <p:sp>
          <p:nvSpPr>
            <p:cNvPr id="12067" name="Google Shape;12067;p123"/>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123"/>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9" name="Google Shape;12069;p123"/>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70" name="Google Shape;12070;p123"/>
          <p:cNvGrpSpPr/>
          <p:nvPr/>
        </p:nvGrpSpPr>
        <p:grpSpPr>
          <a:xfrm>
            <a:off x="7390435" y="3680868"/>
            <a:ext cx="372073" cy="355243"/>
            <a:chOff x="7390435" y="3680868"/>
            <a:chExt cx="372073" cy="355243"/>
          </a:xfrm>
        </p:grpSpPr>
        <p:sp>
          <p:nvSpPr>
            <p:cNvPr id="12071" name="Google Shape;12071;p123"/>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123"/>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123"/>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123"/>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123"/>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123"/>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7" name="Google Shape;12077;p123"/>
          <p:cNvGrpSpPr/>
          <p:nvPr/>
        </p:nvGrpSpPr>
        <p:grpSpPr>
          <a:xfrm>
            <a:off x="1421638" y="4125629"/>
            <a:ext cx="374709" cy="374010"/>
            <a:chOff x="1421638" y="4125629"/>
            <a:chExt cx="374709" cy="374010"/>
          </a:xfrm>
        </p:grpSpPr>
        <p:sp>
          <p:nvSpPr>
            <p:cNvPr id="12078" name="Google Shape;12078;p123"/>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123"/>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0" name="Google Shape;12080;p123"/>
          <p:cNvGrpSpPr/>
          <p:nvPr/>
        </p:nvGrpSpPr>
        <p:grpSpPr>
          <a:xfrm>
            <a:off x="1973254" y="4156304"/>
            <a:ext cx="357720" cy="342192"/>
            <a:chOff x="1973254" y="4156304"/>
            <a:chExt cx="357720" cy="342192"/>
          </a:xfrm>
        </p:grpSpPr>
        <p:sp>
          <p:nvSpPr>
            <p:cNvPr id="12081" name="Google Shape;12081;p123"/>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123"/>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123"/>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123"/>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123"/>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123"/>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7" name="Google Shape;12087;p123"/>
          <p:cNvGrpSpPr/>
          <p:nvPr/>
        </p:nvGrpSpPr>
        <p:grpSpPr>
          <a:xfrm>
            <a:off x="2523759" y="4135505"/>
            <a:ext cx="341049" cy="340318"/>
            <a:chOff x="2523759" y="4135505"/>
            <a:chExt cx="341049" cy="340318"/>
          </a:xfrm>
        </p:grpSpPr>
        <p:sp>
          <p:nvSpPr>
            <p:cNvPr id="12088" name="Google Shape;12088;p123"/>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123"/>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0" name="Google Shape;12090;p123"/>
          <p:cNvGrpSpPr/>
          <p:nvPr/>
        </p:nvGrpSpPr>
        <p:grpSpPr>
          <a:xfrm>
            <a:off x="3040603" y="4130360"/>
            <a:ext cx="392079" cy="350353"/>
            <a:chOff x="3040603" y="4130360"/>
            <a:chExt cx="392079" cy="350353"/>
          </a:xfrm>
        </p:grpSpPr>
        <p:sp>
          <p:nvSpPr>
            <p:cNvPr id="12091" name="Google Shape;12091;p123"/>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123"/>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123"/>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123"/>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123"/>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123"/>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123"/>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123"/>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123"/>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123"/>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123"/>
          <p:cNvGrpSpPr/>
          <p:nvPr/>
        </p:nvGrpSpPr>
        <p:grpSpPr>
          <a:xfrm>
            <a:off x="3662144" y="4135505"/>
            <a:ext cx="232955" cy="340318"/>
            <a:chOff x="3662144" y="4135505"/>
            <a:chExt cx="232955" cy="340318"/>
          </a:xfrm>
        </p:grpSpPr>
        <p:sp>
          <p:nvSpPr>
            <p:cNvPr id="12102" name="Google Shape;12102;p123"/>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123"/>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123"/>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123"/>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6" name="Google Shape;12106;p123"/>
          <p:cNvGrpSpPr/>
          <p:nvPr/>
        </p:nvGrpSpPr>
        <p:grpSpPr>
          <a:xfrm>
            <a:off x="4149138" y="4121151"/>
            <a:ext cx="344065" cy="368644"/>
            <a:chOff x="4149138" y="4121151"/>
            <a:chExt cx="344065" cy="368644"/>
          </a:xfrm>
        </p:grpSpPr>
        <p:sp>
          <p:nvSpPr>
            <p:cNvPr id="12107" name="Google Shape;12107;p123"/>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123"/>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123"/>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123"/>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123"/>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123"/>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123"/>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123"/>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123"/>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123"/>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123"/>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123"/>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19" name="Google Shape;12119;p123"/>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20" name="Google Shape;12120;p123"/>
          <p:cNvGrpSpPr/>
          <p:nvPr/>
        </p:nvGrpSpPr>
        <p:grpSpPr>
          <a:xfrm>
            <a:off x="5206262" y="4174817"/>
            <a:ext cx="397763" cy="262804"/>
            <a:chOff x="5206262" y="4174817"/>
            <a:chExt cx="397763" cy="262804"/>
          </a:xfrm>
        </p:grpSpPr>
        <p:sp>
          <p:nvSpPr>
            <p:cNvPr id="12121" name="Google Shape;12121;p123"/>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123"/>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123"/>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123"/>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123"/>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123"/>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123"/>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8" name="Google Shape;12128;p123"/>
          <p:cNvGrpSpPr/>
          <p:nvPr/>
        </p:nvGrpSpPr>
        <p:grpSpPr>
          <a:xfrm>
            <a:off x="5727616" y="4204699"/>
            <a:ext cx="440505" cy="290018"/>
            <a:chOff x="5727616" y="4204699"/>
            <a:chExt cx="440505" cy="290018"/>
          </a:xfrm>
        </p:grpSpPr>
        <p:sp>
          <p:nvSpPr>
            <p:cNvPr id="12129" name="Google Shape;12129;p123"/>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123"/>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123"/>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123"/>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123"/>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123"/>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123"/>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123"/>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7" name="Google Shape;12137;p123"/>
          <p:cNvGrpSpPr/>
          <p:nvPr/>
        </p:nvGrpSpPr>
        <p:grpSpPr>
          <a:xfrm>
            <a:off x="6410063" y="4135124"/>
            <a:ext cx="159950" cy="364516"/>
            <a:chOff x="6410063" y="4135124"/>
            <a:chExt cx="159950" cy="364516"/>
          </a:xfrm>
        </p:grpSpPr>
        <p:sp>
          <p:nvSpPr>
            <p:cNvPr id="12138" name="Google Shape;12138;p123"/>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123"/>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123"/>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123"/>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2" name="Google Shape;12142;p123"/>
          <p:cNvGrpSpPr/>
          <p:nvPr/>
        </p:nvGrpSpPr>
        <p:grpSpPr>
          <a:xfrm>
            <a:off x="6924652" y="4135505"/>
            <a:ext cx="214378" cy="364135"/>
            <a:chOff x="6924652" y="4135505"/>
            <a:chExt cx="214378" cy="364135"/>
          </a:xfrm>
        </p:grpSpPr>
        <p:sp>
          <p:nvSpPr>
            <p:cNvPr id="12143" name="Google Shape;12143;p123"/>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123"/>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123"/>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123"/>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7" name="Google Shape;12147;p123"/>
          <p:cNvGrpSpPr/>
          <p:nvPr/>
        </p:nvGrpSpPr>
        <p:grpSpPr>
          <a:xfrm>
            <a:off x="7384751" y="4147984"/>
            <a:ext cx="380012" cy="351274"/>
            <a:chOff x="7384751" y="4147984"/>
            <a:chExt cx="380012" cy="351274"/>
          </a:xfrm>
        </p:grpSpPr>
        <p:sp>
          <p:nvSpPr>
            <p:cNvPr id="12148" name="Google Shape;12148;p123"/>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123"/>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123"/>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123"/>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123"/>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53" name="Google Shape;12153;p123"/>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2154" name="Google Shape;12154;p12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Shape 12158"/>
        <p:cNvGrpSpPr/>
        <p:nvPr/>
      </p:nvGrpSpPr>
      <p:grpSpPr>
        <a:xfrm>
          <a:off x="0" y="0"/>
          <a:ext cx="0" cy="0"/>
          <a:chOff x="0" y="0"/>
          <a:chExt cx="0" cy="0"/>
        </a:xfrm>
      </p:grpSpPr>
      <p:grpSp>
        <p:nvGrpSpPr>
          <p:cNvPr id="12159" name="Google Shape;12159;p124"/>
          <p:cNvGrpSpPr/>
          <p:nvPr/>
        </p:nvGrpSpPr>
        <p:grpSpPr>
          <a:xfrm>
            <a:off x="1989449" y="4101269"/>
            <a:ext cx="374774" cy="346073"/>
            <a:chOff x="1989449" y="4282269"/>
            <a:chExt cx="374774" cy="346073"/>
          </a:xfrm>
        </p:grpSpPr>
        <p:sp>
          <p:nvSpPr>
            <p:cNvPr id="12160" name="Google Shape;12160;p124"/>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124"/>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124"/>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124"/>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124"/>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5" name="Google Shape;12165;p124"/>
          <p:cNvGrpSpPr/>
          <p:nvPr/>
        </p:nvGrpSpPr>
        <p:grpSpPr>
          <a:xfrm>
            <a:off x="2487439" y="4099740"/>
            <a:ext cx="198775" cy="348972"/>
            <a:chOff x="2487439" y="4280740"/>
            <a:chExt cx="198775" cy="348972"/>
          </a:xfrm>
        </p:grpSpPr>
        <p:sp>
          <p:nvSpPr>
            <p:cNvPr id="12166" name="Google Shape;12166;p124"/>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124"/>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124"/>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124"/>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0" name="Google Shape;12170;p124"/>
          <p:cNvGrpSpPr/>
          <p:nvPr/>
        </p:nvGrpSpPr>
        <p:grpSpPr>
          <a:xfrm>
            <a:off x="2810958" y="4092923"/>
            <a:ext cx="353145" cy="361873"/>
            <a:chOff x="2810958" y="4273923"/>
            <a:chExt cx="353145" cy="361873"/>
          </a:xfrm>
        </p:grpSpPr>
        <p:sp>
          <p:nvSpPr>
            <p:cNvPr id="12171" name="Google Shape;12171;p124"/>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124"/>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124"/>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124"/>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124"/>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124"/>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124"/>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8" name="Google Shape;12178;p124"/>
          <p:cNvGrpSpPr/>
          <p:nvPr/>
        </p:nvGrpSpPr>
        <p:grpSpPr>
          <a:xfrm>
            <a:off x="6275635" y="4101651"/>
            <a:ext cx="209383" cy="366778"/>
            <a:chOff x="6275635" y="4282651"/>
            <a:chExt cx="209383" cy="366778"/>
          </a:xfrm>
        </p:grpSpPr>
        <p:sp>
          <p:nvSpPr>
            <p:cNvPr id="12179" name="Google Shape;12179;p124"/>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124"/>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1" name="Google Shape;12181;p124"/>
          <p:cNvGrpSpPr/>
          <p:nvPr/>
        </p:nvGrpSpPr>
        <p:grpSpPr>
          <a:xfrm>
            <a:off x="6701186" y="4102033"/>
            <a:ext cx="280292" cy="366396"/>
            <a:chOff x="6701186" y="4283033"/>
            <a:chExt cx="280292" cy="366396"/>
          </a:xfrm>
        </p:grpSpPr>
        <p:sp>
          <p:nvSpPr>
            <p:cNvPr id="12182" name="Google Shape;12182;p124"/>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124"/>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4" name="Google Shape;12184;p124"/>
          <p:cNvGrpSpPr/>
          <p:nvPr/>
        </p:nvGrpSpPr>
        <p:grpSpPr>
          <a:xfrm>
            <a:off x="2609571" y="3643958"/>
            <a:ext cx="373627" cy="347347"/>
            <a:chOff x="2609571" y="3824958"/>
            <a:chExt cx="373627" cy="347347"/>
          </a:xfrm>
        </p:grpSpPr>
        <p:sp>
          <p:nvSpPr>
            <p:cNvPr id="12185" name="Google Shape;12185;p124"/>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124"/>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87" name="Google Shape;12187;p124"/>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88" name="Google Shape;12188;p124"/>
          <p:cNvGrpSpPr/>
          <p:nvPr/>
        </p:nvGrpSpPr>
        <p:grpSpPr>
          <a:xfrm>
            <a:off x="916127" y="3626056"/>
            <a:ext cx="221902" cy="380795"/>
            <a:chOff x="916127" y="3807056"/>
            <a:chExt cx="221902" cy="380795"/>
          </a:xfrm>
        </p:grpSpPr>
        <p:sp>
          <p:nvSpPr>
            <p:cNvPr id="12189" name="Google Shape;12189;p124"/>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124"/>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124"/>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124"/>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93" name="Google Shape;12193;p124"/>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124"/>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95" name="Google Shape;12195;p124"/>
          <p:cNvGrpSpPr/>
          <p:nvPr/>
        </p:nvGrpSpPr>
        <p:grpSpPr>
          <a:xfrm>
            <a:off x="3513010" y="3635134"/>
            <a:ext cx="362223" cy="361108"/>
            <a:chOff x="3513010" y="3816134"/>
            <a:chExt cx="362223" cy="361108"/>
          </a:xfrm>
        </p:grpSpPr>
        <p:sp>
          <p:nvSpPr>
            <p:cNvPr id="12196" name="Google Shape;12196;p124"/>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124"/>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124"/>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124"/>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0" name="Google Shape;12200;p124"/>
          <p:cNvGrpSpPr/>
          <p:nvPr/>
        </p:nvGrpSpPr>
        <p:grpSpPr>
          <a:xfrm>
            <a:off x="3950316" y="3639307"/>
            <a:ext cx="369805" cy="353782"/>
            <a:chOff x="3950316" y="3820307"/>
            <a:chExt cx="369805" cy="353782"/>
          </a:xfrm>
        </p:grpSpPr>
        <p:sp>
          <p:nvSpPr>
            <p:cNvPr id="12201" name="Google Shape;12201;p124"/>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124"/>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124"/>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124"/>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5" name="Google Shape;12205;p124"/>
          <p:cNvGrpSpPr/>
          <p:nvPr/>
        </p:nvGrpSpPr>
        <p:grpSpPr>
          <a:xfrm>
            <a:off x="1761909" y="3630961"/>
            <a:ext cx="307974" cy="371716"/>
            <a:chOff x="1761909" y="3811961"/>
            <a:chExt cx="307974" cy="371716"/>
          </a:xfrm>
        </p:grpSpPr>
        <p:sp>
          <p:nvSpPr>
            <p:cNvPr id="12206" name="Google Shape;12206;p124"/>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124"/>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124"/>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124"/>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124"/>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124"/>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124"/>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124"/>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124"/>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124"/>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6" name="Google Shape;12216;p124"/>
          <p:cNvGrpSpPr/>
          <p:nvPr/>
        </p:nvGrpSpPr>
        <p:grpSpPr>
          <a:xfrm>
            <a:off x="5373342" y="3627935"/>
            <a:ext cx="231395" cy="353145"/>
            <a:chOff x="5373342" y="3808935"/>
            <a:chExt cx="231395" cy="353145"/>
          </a:xfrm>
        </p:grpSpPr>
        <p:sp>
          <p:nvSpPr>
            <p:cNvPr id="12217" name="Google Shape;12217;p124"/>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124"/>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124"/>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124"/>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124"/>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124"/>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124"/>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124"/>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124"/>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26" name="Google Shape;12226;p124"/>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27" name="Google Shape;12227;p124"/>
          <p:cNvGrpSpPr/>
          <p:nvPr/>
        </p:nvGrpSpPr>
        <p:grpSpPr>
          <a:xfrm>
            <a:off x="5833775" y="3628445"/>
            <a:ext cx="235185" cy="352253"/>
            <a:chOff x="5833775" y="3809445"/>
            <a:chExt cx="235185" cy="352253"/>
          </a:xfrm>
        </p:grpSpPr>
        <p:sp>
          <p:nvSpPr>
            <p:cNvPr id="12228" name="Google Shape;12228;p124"/>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124"/>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124"/>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1" name="Google Shape;12231;p124"/>
          <p:cNvGrpSpPr/>
          <p:nvPr/>
        </p:nvGrpSpPr>
        <p:grpSpPr>
          <a:xfrm>
            <a:off x="4942472" y="3628318"/>
            <a:ext cx="238976" cy="352762"/>
            <a:chOff x="4942472" y="3809318"/>
            <a:chExt cx="238976" cy="352762"/>
          </a:xfrm>
        </p:grpSpPr>
        <p:sp>
          <p:nvSpPr>
            <p:cNvPr id="12232" name="Google Shape;12232;p124"/>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124"/>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124"/>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124"/>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124"/>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124"/>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124"/>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9" name="Google Shape;12239;p124"/>
          <p:cNvGrpSpPr/>
          <p:nvPr/>
        </p:nvGrpSpPr>
        <p:grpSpPr>
          <a:xfrm>
            <a:off x="6266525" y="3626788"/>
            <a:ext cx="260223" cy="353527"/>
            <a:chOff x="6266525" y="3807788"/>
            <a:chExt cx="260223" cy="353527"/>
          </a:xfrm>
        </p:grpSpPr>
        <p:sp>
          <p:nvSpPr>
            <p:cNvPr id="12240" name="Google Shape;12240;p124"/>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124"/>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124"/>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124"/>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44" name="Google Shape;12244;p124"/>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45" name="Google Shape;12245;p124"/>
          <p:cNvGrpSpPr/>
          <p:nvPr/>
        </p:nvGrpSpPr>
        <p:grpSpPr>
          <a:xfrm>
            <a:off x="7184363" y="3628604"/>
            <a:ext cx="202184" cy="352762"/>
            <a:chOff x="7184363" y="3809604"/>
            <a:chExt cx="202184" cy="352762"/>
          </a:xfrm>
        </p:grpSpPr>
        <p:sp>
          <p:nvSpPr>
            <p:cNvPr id="12246" name="Google Shape;12246;p124"/>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124"/>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8" name="Google Shape;12248;p124"/>
          <p:cNvGrpSpPr/>
          <p:nvPr/>
        </p:nvGrpSpPr>
        <p:grpSpPr>
          <a:xfrm>
            <a:off x="7571624" y="3627935"/>
            <a:ext cx="292047" cy="352762"/>
            <a:chOff x="7571624" y="3808935"/>
            <a:chExt cx="292047" cy="352762"/>
          </a:xfrm>
        </p:grpSpPr>
        <p:sp>
          <p:nvSpPr>
            <p:cNvPr id="12249" name="Google Shape;12249;p124"/>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124"/>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124"/>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124"/>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124"/>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124"/>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5" name="Google Shape;12255;p124"/>
          <p:cNvGrpSpPr/>
          <p:nvPr/>
        </p:nvGrpSpPr>
        <p:grpSpPr>
          <a:xfrm>
            <a:off x="2174559" y="3175116"/>
            <a:ext cx="364135" cy="359930"/>
            <a:chOff x="2174559" y="3356116"/>
            <a:chExt cx="364135" cy="359930"/>
          </a:xfrm>
        </p:grpSpPr>
        <p:sp>
          <p:nvSpPr>
            <p:cNvPr id="12256" name="Google Shape;12256;p124"/>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124"/>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8" name="Google Shape;12258;p124"/>
          <p:cNvGrpSpPr/>
          <p:nvPr/>
        </p:nvGrpSpPr>
        <p:grpSpPr>
          <a:xfrm>
            <a:off x="1731934" y="3174639"/>
            <a:ext cx="368371" cy="361554"/>
            <a:chOff x="1731934" y="3355639"/>
            <a:chExt cx="368371" cy="361554"/>
          </a:xfrm>
        </p:grpSpPr>
        <p:sp>
          <p:nvSpPr>
            <p:cNvPr id="12259" name="Google Shape;12259;p124"/>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124"/>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1" name="Google Shape;12261;p124"/>
          <p:cNvGrpSpPr/>
          <p:nvPr/>
        </p:nvGrpSpPr>
        <p:grpSpPr>
          <a:xfrm>
            <a:off x="3990517" y="3173173"/>
            <a:ext cx="279559" cy="363402"/>
            <a:chOff x="3990517" y="3354173"/>
            <a:chExt cx="279559" cy="363402"/>
          </a:xfrm>
        </p:grpSpPr>
        <p:sp>
          <p:nvSpPr>
            <p:cNvPr id="12262" name="Google Shape;12262;p124"/>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124"/>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124"/>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5" name="Google Shape;12265;p124"/>
          <p:cNvGrpSpPr/>
          <p:nvPr/>
        </p:nvGrpSpPr>
        <p:grpSpPr>
          <a:xfrm>
            <a:off x="3497847" y="3236374"/>
            <a:ext cx="379680" cy="237606"/>
            <a:chOff x="3497847" y="3417374"/>
            <a:chExt cx="379680" cy="237606"/>
          </a:xfrm>
        </p:grpSpPr>
        <p:sp>
          <p:nvSpPr>
            <p:cNvPr id="12266" name="Google Shape;12266;p124"/>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124"/>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124"/>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124"/>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124"/>
          <p:cNvGrpSpPr/>
          <p:nvPr/>
        </p:nvGrpSpPr>
        <p:grpSpPr>
          <a:xfrm>
            <a:off x="2612597" y="3186075"/>
            <a:ext cx="376271" cy="337982"/>
            <a:chOff x="2612597" y="3367075"/>
            <a:chExt cx="376271" cy="337982"/>
          </a:xfrm>
        </p:grpSpPr>
        <p:sp>
          <p:nvSpPr>
            <p:cNvPr id="12271" name="Google Shape;12271;p124"/>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124"/>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3" name="Google Shape;12273;p124"/>
          <p:cNvGrpSpPr/>
          <p:nvPr/>
        </p:nvGrpSpPr>
        <p:grpSpPr>
          <a:xfrm>
            <a:off x="3071914" y="3183431"/>
            <a:ext cx="343652" cy="342505"/>
            <a:chOff x="3071914" y="3364431"/>
            <a:chExt cx="343652" cy="342505"/>
          </a:xfrm>
        </p:grpSpPr>
        <p:sp>
          <p:nvSpPr>
            <p:cNvPr id="12274" name="Google Shape;12274;p124"/>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124"/>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124"/>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124"/>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124"/>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9" name="Google Shape;12279;p124"/>
          <p:cNvGrpSpPr/>
          <p:nvPr/>
        </p:nvGrpSpPr>
        <p:grpSpPr>
          <a:xfrm>
            <a:off x="897141" y="3178875"/>
            <a:ext cx="257962" cy="352762"/>
            <a:chOff x="897141" y="3359875"/>
            <a:chExt cx="257962" cy="352762"/>
          </a:xfrm>
        </p:grpSpPr>
        <p:sp>
          <p:nvSpPr>
            <p:cNvPr id="12280" name="Google Shape;12280;p124"/>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124"/>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124"/>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124"/>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124"/>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124"/>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124"/>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124"/>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8" name="Google Shape;12288;p124"/>
          <p:cNvGrpSpPr/>
          <p:nvPr/>
        </p:nvGrpSpPr>
        <p:grpSpPr>
          <a:xfrm>
            <a:off x="1333682" y="3163330"/>
            <a:ext cx="271213" cy="383088"/>
            <a:chOff x="1333682" y="3344330"/>
            <a:chExt cx="271213" cy="383088"/>
          </a:xfrm>
        </p:grpSpPr>
        <p:sp>
          <p:nvSpPr>
            <p:cNvPr id="12289" name="Google Shape;12289;p124"/>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124"/>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124"/>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124"/>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124"/>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124"/>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124"/>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124"/>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124"/>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124"/>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124"/>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0" name="Google Shape;12300;p124"/>
          <p:cNvGrpSpPr/>
          <p:nvPr/>
        </p:nvGrpSpPr>
        <p:grpSpPr>
          <a:xfrm>
            <a:off x="6664394" y="3165974"/>
            <a:ext cx="353113" cy="351998"/>
            <a:chOff x="6664394" y="3346974"/>
            <a:chExt cx="353113" cy="351998"/>
          </a:xfrm>
        </p:grpSpPr>
        <p:sp>
          <p:nvSpPr>
            <p:cNvPr id="12301" name="Google Shape;12301;p124"/>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124"/>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124"/>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124"/>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124"/>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6" name="Google Shape;12306;p124"/>
          <p:cNvGrpSpPr/>
          <p:nvPr/>
        </p:nvGrpSpPr>
        <p:grpSpPr>
          <a:xfrm>
            <a:off x="849741" y="1778307"/>
            <a:ext cx="399398" cy="375443"/>
            <a:chOff x="849741" y="1959307"/>
            <a:chExt cx="399398" cy="375443"/>
          </a:xfrm>
        </p:grpSpPr>
        <p:sp>
          <p:nvSpPr>
            <p:cNvPr id="12307" name="Google Shape;12307;p124"/>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124"/>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124"/>
          <p:cNvGrpSpPr/>
          <p:nvPr/>
        </p:nvGrpSpPr>
        <p:grpSpPr>
          <a:xfrm>
            <a:off x="1284212" y="1782766"/>
            <a:ext cx="379489" cy="366046"/>
            <a:chOff x="1284212" y="1963766"/>
            <a:chExt cx="379489" cy="366046"/>
          </a:xfrm>
        </p:grpSpPr>
        <p:sp>
          <p:nvSpPr>
            <p:cNvPr id="12310" name="Google Shape;12310;p124"/>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124"/>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2" name="Google Shape;12312;p124"/>
          <p:cNvGrpSpPr/>
          <p:nvPr/>
        </p:nvGrpSpPr>
        <p:grpSpPr>
          <a:xfrm>
            <a:off x="3037766" y="1788564"/>
            <a:ext cx="370219" cy="354928"/>
            <a:chOff x="3037766" y="1969564"/>
            <a:chExt cx="370219" cy="354928"/>
          </a:xfrm>
        </p:grpSpPr>
        <p:sp>
          <p:nvSpPr>
            <p:cNvPr id="12313" name="Google Shape;12313;p124"/>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124"/>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124"/>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124"/>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7" name="Google Shape;12317;p124"/>
          <p:cNvGrpSpPr/>
          <p:nvPr/>
        </p:nvGrpSpPr>
        <p:grpSpPr>
          <a:xfrm>
            <a:off x="3982553" y="1790730"/>
            <a:ext cx="304566" cy="350501"/>
            <a:chOff x="3982553" y="1971730"/>
            <a:chExt cx="304566" cy="350501"/>
          </a:xfrm>
        </p:grpSpPr>
        <p:sp>
          <p:nvSpPr>
            <p:cNvPr id="12318" name="Google Shape;12318;p124"/>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124"/>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0" name="Google Shape;12320;p124"/>
          <p:cNvGrpSpPr/>
          <p:nvPr/>
        </p:nvGrpSpPr>
        <p:grpSpPr>
          <a:xfrm>
            <a:off x="2567841" y="1813124"/>
            <a:ext cx="399812" cy="306477"/>
            <a:chOff x="2567841" y="1994124"/>
            <a:chExt cx="399812" cy="306477"/>
          </a:xfrm>
        </p:grpSpPr>
        <p:sp>
          <p:nvSpPr>
            <p:cNvPr id="12321" name="Google Shape;12321;p124"/>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124"/>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124"/>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4" name="Google Shape;12324;p124"/>
          <p:cNvGrpSpPr/>
          <p:nvPr/>
        </p:nvGrpSpPr>
        <p:grpSpPr>
          <a:xfrm>
            <a:off x="2212084" y="1779358"/>
            <a:ext cx="324698" cy="372863"/>
            <a:chOff x="2212084" y="1960358"/>
            <a:chExt cx="324698" cy="372863"/>
          </a:xfrm>
        </p:grpSpPr>
        <p:sp>
          <p:nvSpPr>
            <p:cNvPr id="12325" name="Google Shape;12325;p124"/>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124"/>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124"/>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8" name="Google Shape;12328;p124"/>
          <p:cNvGrpSpPr/>
          <p:nvPr/>
        </p:nvGrpSpPr>
        <p:grpSpPr>
          <a:xfrm>
            <a:off x="1805901" y="1779358"/>
            <a:ext cx="284847" cy="373627"/>
            <a:chOff x="1805901" y="1960358"/>
            <a:chExt cx="284847" cy="373627"/>
          </a:xfrm>
        </p:grpSpPr>
        <p:sp>
          <p:nvSpPr>
            <p:cNvPr id="12329" name="Google Shape;12329;p124"/>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124"/>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31" name="Google Shape;12331;p124"/>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124"/>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124"/>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34" name="Google Shape;12334;p124"/>
          <p:cNvGrpSpPr/>
          <p:nvPr/>
        </p:nvGrpSpPr>
        <p:grpSpPr>
          <a:xfrm>
            <a:off x="6656812" y="1848388"/>
            <a:ext cx="368690" cy="245793"/>
            <a:chOff x="6656812" y="2029388"/>
            <a:chExt cx="368690" cy="245793"/>
          </a:xfrm>
        </p:grpSpPr>
        <p:sp>
          <p:nvSpPr>
            <p:cNvPr id="12335" name="Google Shape;12335;p124"/>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124"/>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124"/>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124"/>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124"/>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124"/>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124"/>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124"/>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124"/>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124"/>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5" name="Google Shape;12345;p124"/>
          <p:cNvGrpSpPr/>
          <p:nvPr/>
        </p:nvGrpSpPr>
        <p:grpSpPr>
          <a:xfrm>
            <a:off x="4869651" y="1831218"/>
            <a:ext cx="376654" cy="281566"/>
            <a:chOff x="4869651" y="2012218"/>
            <a:chExt cx="376654" cy="281566"/>
          </a:xfrm>
        </p:grpSpPr>
        <p:sp>
          <p:nvSpPr>
            <p:cNvPr id="12346" name="Google Shape;12346;p124"/>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124"/>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124"/>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124"/>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0" name="Google Shape;12350;p124"/>
          <p:cNvGrpSpPr/>
          <p:nvPr/>
        </p:nvGrpSpPr>
        <p:grpSpPr>
          <a:xfrm>
            <a:off x="5306224" y="1831313"/>
            <a:ext cx="367925" cy="281694"/>
            <a:chOff x="5306224" y="2012313"/>
            <a:chExt cx="367925" cy="281694"/>
          </a:xfrm>
        </p:grpSpPr>
        <p:sp>
          <p:nvSpPr>
            <p:cNvPr id="12351" name="Google Shape;12351;p124"/>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124"/>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53" name="Google Shape;12353;p124"/>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54" name="Google Shape;12354;p124"/>
          <p:cNvGrpSpPr/>
          <p:nvPr/>
        </p:nvGrpSpPr>
        <p:grpSpPr>
          <a:xfrm>
            <a:off x="6195998" y="1802102"/>
            <a:ext cx="368308" cy="338746"/>
            <a:chOff x="6195998" y="1983102"/>
            <a:chExt cx="368308" cy="338746"/>
          </a:xfrm>
        </p:grpSpPr>
        <p:sp>
          <p:nvSpPr>
            <p:cNvPr id="12355" name="Google Shape;12355;p124"/>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124"/>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124"/>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8" name="Google Shape;12358;p124"/>
          <p:cNvGrpSpPr/>
          <p:nvPr/>
        </p:nvGrpSpPr>
        <p:grpSpPr>
          <a:xfrm>
            <a:off x="7542031" y="1830835"/>
            <a:ext cx="369072" cy="280037"/>
            <a:chOff x="7542031" y="2011835"/>
            <a:chExt cx="369072" cy="280037"/>
          </a:xfrm>
        </p:grpSpPr>
        <p:sp>
          <p:nvSpPr>
            <p:cNvPr id="12359" name="Google Shape;12359;p124"/>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124"/>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124"/>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124"/>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124"/>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124"/>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124"/>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124"/>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124"/>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8" name="Google Shape;12368;p124"/>
          <p:cNvGrpSpPr/>
          <p:nvPr/>
        </p:nvGrpSpPr>
        <p:grpSpPr>
          <a:xfrm>
            <a:off x="8010427" y="3167503"/>
            <a:ext cx="278795" cy="351615"/>
            <a:chOff x="8010427" y="3348503"/>
            <a:chExt cx="278795" cy="351615"/>
          </a:xfrm>
        </p:grpSpPr>
        <p:sp>
          <p:nvSpPr>
            <p:cNvPr id="12369" name="Google Shape;12369;p124"/>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124"/>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124"/>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124"/>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73" name="Google Shape;12373;p124"/>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74" name="Google Shape;12374;p124"/>
          <p:cNvGrpSpPr/>
          <p:nvPr/>
        </p:nvGrpSpPr>
        <p:grpSpPr>
          <a:xfrm>
            <a:off x="7141900" y="3168204"/>
            <a:ext cx="281057" cy="351010"/>
            <a:chOff x="7141900" y="3349204"/>
            <a:chExt cx="281057" cy="351010"/>
          </a:xfrm>
        </p:grpSpPr>
        <p:sp>
          <p:nvSpPr>
            <p:cNvPr id="12375" name="Google Shape;12375;p124"/>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124"/>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124"/>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8" name="Google Shape;12378;p124"/>
          <p:cNvGrpSpPr/>
          <p:nvPr/>
        </p:nvGrpSpPr>
        <p:grpSpPr>
          <a:xfrm>
            <a:off x="5314188" y="3169032"/>
            <a:ext cx="363752" cy="353113"/>
            <a:chOff x="5314188" y="3350032"/>
            <a:chExt cx="363752" cy="353113"/>
          </a:xfrm>
        </p:grpSpPr>
        <p:sp>
          <p:nvSpPr>
            <p:cNvPr id="12379" name="Google Shape;12379;p124"/>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124"/>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1" name="Google Shape;12381;p124"/>
          <p:cNvGrpSpPr/>
          <p:nvPr/>
        </p:nvGrpSpPr>
        <p:grpSpPr>
          <a:xfrm>
            <a:off x="6203579" y="3167981"/>
            <a:ext cx="351615" cy="350373"/>
            <a:chOff x="6203579" y="3348981"/>
            <a:chExt cx="351615" cy="350373"/>
          </a:xfrm>
        </p:grpSpPr>
        <p:sp>
          <p:nvSpPr>
            <p:cNvPr id="12382" name="Google Shape;12382;p124"/>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124"/>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124"/>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124"/>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124"/>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124"/>
          <p:cNvGrpSpPr/>
          <p:nvPr/>
        </p:nvGrpSpPr>
        <p:grpSpPr>
          <a:xfrm>
            <a:off x="5829984" y="3169032"/>
            <a:ext cx="220755" cy="352348"/>
            <a:chOff x="5829984" y="3350032"/>
            <a:chExt cx="220755" cy="352348"/>
          </a:xfrm>
        </p:grpSpPr>
        <p:sp>
          <p:nvSpPr>
            <p:cNvPr id="12388" name="Google Shape;12388;p124"/>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124"/>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124"/>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124"/>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2" name="Google Shape;12392;p124"/>
          <p:cNvGrpSpPr/>
          <p:nvPr/>
        </p:nvGrpSpPr>
        <p:grpSpPr>
          <a:xfrm>
            <a:off x="4882170" y="3168841"/>
            <a:ext cx="358464" cy="352316"/>
            <a:chOff x="4882170" y="3349841"/>
            <a:chExt cx="358464" cy="352316"/>
          </a:xfrm>
        </p:grpSpPr>
        <p:sp>
          <p:nvSpPr>
            <p:cNvPr id="12393" name="Google Shape;12393;p124"/>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124"/>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95" name="Google Shape;12395;p124"/>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124"/>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7" name="Google Shape;12397;p124"/>
          <p:cNvGrpSpPr/>
          <p:nvPr/>
        </p:nvGrpSpPr>
        <p:grpSpPr>
          <a:xfrm>
            <a:off x="3044965" y="2254220"/>
            <a:ext cx="400194" cy="324316"/>
            <a:chOff x="3044965" y="2435220"/>
            <a:chExt cx="400194" cy="324316"/>
          </a:xfrm>
        </p:grpSpPr>
        <p:sp>
          <p:nvSpPr>
            <p:cNvPr id="12398" name="Google Shape;12398;p124"/>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124"/>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124"/>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1" name="Google Shape;12401;p124"/>
          <p:cNvGrpSpPr/>
          <p:nvPr/>
        </p:nvGrpSpPr>
        <p:grpSpPr>
          <a:xfrm>
            <a:off x="4878379" y="2292892"/>
            <a:ext cx="367161" cy="287523"/>
            <a:chOff x="4878379" y="2473892"/>
            <a:chExt cx="367161" cy="287523"/>
          </a:xfrm>
        </p:grpSpPr>
        <p:sp>
          <p:nvSpPr>
            <p:cNvPr id="12402" name="Google Shape;12402;p124"/>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124"/>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124"/>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124"/>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124"/>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7" name="Google Shape;12407;p124"/>
          <p:cNvGrpSpPr/>
          <p:nvPr/>
        </p:nvGrpSpPr>
        <p:grpSpPr>
          <a:xfrm>
            <a:off x="1325719" y="2706689"/>
            <a:ext cx="290581" cy="372481"/>
            <a:chOff x="1325719" y="2887689"/>
            <a:chExt cx="290581" cy="372481"/>
          </a:xfrm>
        </p:grpSpPr>
        <p:sp>
          <p:nvSpPr>
            <p:cNvPr id="12408" name="Google Shape;12408;p124"/>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124"/>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0" name="Google Shape;12410;p124"/>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1" name="Google Shape;12411;p124"/>
          <p:cNvGrpSpPr/>
          <p:nvPr/>
        </p:nvGrpSpPr>
        <p:grpSpPr>
          <a:xfrm>
            <a:off x="3510335" y="2711499"/>
            <a:ext cx="360726" cy="361204"/>
            <a:chOff x="3510335" y="2892499"/>
            <a:chExt cx="360726" cy="361204"/>
          </a:xfrm>
        </p:grpSpPr>
        <p:sp>
          <p:nvSpPr>
            <p:cNvPr id="12412" name="Google Shape;12412;p124"/>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124"/>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124"/>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124"/>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124"/>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7" name="Google Shape;12417;p124"/>
          <p:cNvGrpSpPr/>
          <p:nvPr/>
        </p:nvGrpSpPr>
        <p:grpSpPr>
          <a:xfrm>
            <a:off x="3086313" y="2696049"/>
            <a:ext cx="320143" cy="392581"/>
            <a:chOff x="3086313" y="2877049"/>
            <a:chExt cx="320143" cy="392581"/>
          </a:xfrm>
        </p:grpSpPr>
        <p:sp>
          <p:nvSpPr>
            <p:cNvPr id="12418" name="Google Shape;12418;p124"/>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124"/>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124"/>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124"/>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124"/>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124"/>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124"/>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124"/>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124"/>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124"/>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124"/>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124"/>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0" name="Google Shape;12430;p124"/>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31" name="Google Shape;12431;p124"/>
          <p:cNvGrpSpPr/>
          <p:nvPr/>
        </p:nvGrpSpPr>
        <p:grpSpPr>
          <a:xfrm>
            <a:off x="861113" y="2704746"/>
            <a:ext cx="333809" cy="373277"/>
            <a:chOff x="861113" y="2885746"/>
            <a:chExt cx="333809" cy="373277"/>
          </a:xfrm>
        </p:grpSpPr>
        <p:sp>
          <p:nvSpPr>
            <p:cNvPr id="12432" name="Google Shape;12432;p124"/>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124"/>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124"/>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5" name="Google Shape;12435;p124"/>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124"/>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37" name="Google Shape;12437;p124"/>
          <p:cNvGrpSpPr/>
          <p:nvPr/>
        </p:nvGrpSpPr>
        <p:grpSpPr>
          <a:xfrm>
            <a:off x="1297654" y="1323481"/>
            <a:ext cx="349354" cy="362223"/>
            <a:chOff x="1297654" y="1504481"/>
            <a:chExt cx="349354" cy="362223"/>
          </a:xfrm>
        </p:grpSpPr>
        <p:sp>
          <p:nvSpPr>
            <p:cNvPr id="12438" name="Google Shape;12438;p124"/>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124"/>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124"/>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41" name="Google Shape;12441;p124"/>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2" name="Google Shape;12442;p124"/>
          <p:cNvGrpSpPr/>
          <p:nvPr/>
        </p:nvGrpSpPr>
        <p:grpSpPr>
          <a:xfrm>
            <a:off x="852385" y="1329916"/>
            <a:ext cx="353145" cy="351998"/>
            <a:chOff x="852385" y="1510916"/>
            <a:chExt cx="353145" cy="351998"/>
          </a:xfrm>
        </p:grpSpPr>
        <p:sp>
          <p:nvSpPr>
            <p:cNvPr id="12443" name="Google Shape;12443;p124"/>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124"/>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124"/>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6" name="Google Shape;12446;p124"/>
          <p:cNvGrpSpPr/>
          <p:nvPr/>
        </p:nvGrpSpPr>
        <p:grpSpPr>
          <a:xfrm>
            <a:off x="1745217" y="1334471"/>
            <a:ext cx="343269" cy="342505"/>
            <a:chOff x="1745217" y="1515471"/>
            <a:chExt cx="343269" cy="342505"/>
          </a:xfrm>
        </p:grpSpPr>
        <p:sp>
          <p:nvSpPr>
            <p:cNvPr id="12447" name="Google Shape;12447;p124"/>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124"/>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124"/>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124"/>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51" name="Google Shape;12451;p124"/>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52" name="Google Shape;12452;p124"/>
          <p:cNvGrpSpPr/>
          <p:nvPr/>
        </p:nvGrpSpPr>
        <p:grpSpPr>
          <a:xfrm>
            <a:off x="3042703" y="1348137"/>
            <a:ext cx="411535" cy="315587"/>
            <a:chOff x="3042703" y="1529137"/>
            <a:chExt cx="411535" cy="315587"/>
          </a:xfrm>
        </p:grpSpPr>
        <p:sp>
          <p:nvSpPr>
            <p:cNvPr id="12453" name="Google Shape;12453;p124"/>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124"/>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124"/>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124"/>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124"/>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124"/>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124"/>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124"/>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124"/>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124"/>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3" name="Google Shape;12463;p124"/>
          <p:cNvGrpSpPr/>
          <p:nvPr/>
        </p:nvGrpSpPr>
        <p:grpSpPr>
          <a:xfrm>
            <a:off x="2629289" y="1363682"/>
            <a:ext cx="350501" cy="284497"/>
            <a:chOff x="2629289" y="1544682"/>
            <a:chExt cx="350501" cy="284497"/>
          </a:xfrm>
        </p:grpSpPr>
        <p:sp>
          <p:nvSpPr>
            <p:cNvPr id="12464" name="Google Shape;12464;p124"/>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124"/>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124"/>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124"/>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124"/>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9" name="Google Shape;12469;p124"/>
          <p:cNvGrpSpPr/>
          <p:nvPr/>
        </p:nvGrpSpPr>
        <p:grpSpPr>
          <a:xfrm>
            <a:off x="5305077" y="1321633"/>
            <a:ext cx="367893" cy="365218"/>
            <a:chOff x="5305077" y="1502633"/>
            <a:chExt cx="367893" cy="365218"/>
          </a:xfrm>
        </p:grpSpPr>
        <p:sp>
          <p:nvSpPr>
            <p:cNvPr id="12470" name="Google Shape;12470;p124"/>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124"/>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2" name="Google Shape;12472;p124"/>
          <p:cNvGrpSpPr/>
          <p:nvPr/>
        </p:nvGrpSpPr>
        <p:grpSpPr>
          <a:xfrm>
            <a:off x="7100170" y="1319117"/>
            <a:ext cx="368308" cy="367033"/>
            <a:chOff x="7100170" y="1500117"/>
            <a:chExt cx="368308" cy="367033"/>
          </a:xfrm>
        </p:grpSpPr>
        <p:sp>
          <p:nvSpPr>
            <p:cNvPr id="12473" name="Google Shape;12473;p124"/>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124"/>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124"/>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124"/>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124"/>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124"/>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124"/>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124"/>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124"/>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124"/>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124"/>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124"/>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124"/>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86" name="Google Shape;12486;p124"/>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87" name="Google Shape;12487;p124"/>
          <p:cNvGrpSpPr/>
          <p:nvPr/>
        </p:nvGrpSpPr>
        <p:grpSpPr>
          <a:xfrm>
            <a:off x="6649231" y="1319021"/>
            <a:ext cx="390287" cy="367065"/>
            <a:chOff x="6649231" y="1500021"/>
            <a:chExt cx="390287" cy="367065"/>
          </a:xfrm>
        </p:grpSpPr>
        <p:sp>
          <p:nvSpPr>
            <p:cNvPr id="12488" name="Google Shape;12488;p124"/>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124"/>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124"/>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124"/>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124"/>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124"/>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124"/>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124"/>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124"/>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124"/>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124"/>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124"/>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0" name="Google Shape;12500;p124"/>
          <p:cNvGrpSpPr/>
          <p:nvPr/>
        </p:nvGrpSpPr>
        <p:grpSpPr>
          <a:xfrm>
            <a:off x="5746938" y="1362503"/>
            <a:ext cx="387261" cy="280356"/>
            <a:chOff x="5746938" y="1543503"/>
            <a:chExt cx="387261" cy="280356"/>
          </a:xfrm>
        </p:grpSpPr>
        <p:sp>
          <p:nvSpPr>
            <p:cNvPr id="12501" name="Google Shape;12501;p124"/>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124"/>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3" name="Google Shape;12503;p124"/>
          <p:cNvGrpSpPr/>
          <p:nvPr/>
        </p:nvGrpSpPr>
        <p:grpSpPr>
          <a:xfrm>
            <a:off x="6196730" y="1344346"/>
            <a:ext cx="369072" cy="317467"/>
            <a:chOff x="6196730" y="1525346"/>
            <a:chExt cx="369072" cy="317467"/>
          </a:xfrm>
        </p:grpSpPr>
        <p:sp>
          <p:nvSpPr>
            <p:cNvPr id="12504" name="Google Shape;12504;p124"/>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124"/>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124"/>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7" name="Google Shape;12507;p124"/>
          <p:cNvGrpSpPr/>
          <p:nvPr/>
        </p:nvGrpSpPr>
        <p:grpSpPr>
          <a:xfrm>
            <a:off x="4940592" y="1319690"/>
            <a:ext cx="246558" cy="367161"/>
            <a:chOff x="4940592" y="1500690"/>
            <a:chExt cx="246558" cy="367161"/>
          </a:xfrm>
        </p:grpSpPr>
        <p:sp>
          <p:nvSpPr>
            <p:cNvPr id="12508" name="Google Shape;12508;p124"/>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124"/>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124"/>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124"/>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2" name="Google Shape;12512;p124"/>
          <p:cNvGrpSpPr/>
          <p:nvPr/>
        </p:nvGrpSpPr>
        <p:grpSpPr>
          <a:xfrm>
            <a:off x="7964906" y="1318894"/>
            <a:ext cx="380858" cy="367575"/>
            <a:chOff x="7964906" y="1499894"/>
            <a:chExt cx="380858" cy="367575"/>
          </a:xfrm>
        </p:grpSpPr>
        <p:sp>
          <p:nvSpPr>
            <p:cNvPr id="12513" name="Google Shape;12513;p124"/>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124"/>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124"/>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16" name="Google Shape;12516;p124"/>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17" name="Google Shape;12517;p124"/>
          <p:cNvGrpSpPr/>
          <p:nvPr/>
        </p:nvGrpSpPr>
        <p:grpSpPr>
          <a:xfrm>
            <a:off x="8007400" y="2721278"/>
            <a:ext cx="285230" cy="355597"/>
            <a:chOff x="8007400" y="2902278"/>
            <a:chExt cx="285230" cy="355597"/>
          </a:xfrm>
        </p:grpSpPr>
        <p:sp>
          <p:nvSpPr>
            <p:cNvPr id="12518" name="Google Shape;12518;p124"/>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124"/>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0" name="Google Shape;12520;p124"/>
          <p:cNvGrpSpPr/>
          <p:nvPr/>
        </p:nvGrpSpPr>
        <p:grpSpPr>
          <a:xfrm>
            <a:off x="6219124" y="2721788"/>
            <a:ext cx="318231" cy="355470"/>
            <a:chOff x="6219124" y="2902788"/>
            <a:chExt cx="318231" cy="355470"/>
          </a:xfrm>
        </p:grpSpPr>
        <p:sp>
          <p:nvSpPr>
            <p:cNvPr id="12521" name="Google Shape;12521;p124"/>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124"/>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124"/>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124"/>
          <p:cNvGrpSpPr/>
          <p:nvPr/>
        </p:nvGrpSpPr>
        <p:grpSpPr>
          <a:xfrm>
            <a:off x="4969421" y="2721852"/>
            <a:ext cx="185109" cy="355406"/>
            <a:chOff x="4969421" y="2902852"/>
            <a:chExt cx="185109" cy="355406"/>
          </a:xfrm>
        </p:grpSpPr>
        <p:sp>
          <p:nvSpPr>
            <p:cNvPr id="12525" name="Google Shape;12525;p124"/>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124"/>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124"/>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124"/>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124"/>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124"/>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31" name="Google Shape;12531;p124"/>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124"/>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33" name="Google Shape;12533;p124"/>
          <p:cNvGrpSpPr/>
          <p:nvPr/>
        </p:nvGrpSpPr>
        <p:grpSpPr>
          <a:xfrm>
            <a:off x="6685259" y="2721852"/>
            <a:ext cx="311414" cy="355406"/>
            <a:chOff x="6685259" y="2902852"/>
            <a:chExt cx="311414" cy="355406"/>
          </a:xfrm>
        </p:grpSpPr>
        <p:sp>
          <p:nvSpPr>
            <p:cNvPr id="12534" name="Google Shape;12534;p124"/>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124"/>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124"/>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7" name="Google Shape;12537;p124"/>
          <p:cNvGrpSpPr/>
          <p:nvPr/>
        </p:nvGrpSpPr>
        <p:grpSpPr>
          <a:xfrm>
            <a:off x="5309250" y="2722170"/>
            <a:ext cx="359579" cy="355852"/>
            <a:chOff x="5309250" y="2903170"/>
            <a:chExt cx="359579" cy="355852"/>
          </a:xfrm>
        </p:grpSpPr>
        <p:sp>
          <p:nvSpPr>
            <p:cNvPr id="12538" name="Google Shape;12538;p124"/>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124"/>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124"/>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1" name="Google Shape;12541;p124"/>
          <p:cNvGrpSpPr/>
          <p:nvPr/>
        </p:nvGrpSpPr>
        <p:grpSpPr>
          <a:xfrm>
            <a:off x="2199565" y="2240172"/>
            <a:ext cx="312179" cy="353431"/>
            <a:chOff x="2199565" y="2421172"/>
            <a:chExt cx="312179" cy="353431"/>
          </a:xfrm>
        </p:grpSpPr>
        <p:sp>
          <p:nvSpPr>
            <p:cNvPr id="12542" name="Google Shape;12542;p124"/>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124"/>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4" name="Google Shape;12544;p124"/>
          <p:cNvGrpSpPr/>
          <p:nvPr/>
        </p:nvGrpSpPr>
        <p:grpSpPr>
          <a:xfrm>
            <a:off x="1750887" y="2244727"/>
            <a:ext cx="320143" cy="343269"/>
            <a:chOff x="1750887" y="2425727"/>
            <a:chExt cx="320143" cy="343269"/>
          </a:xfrm>
        </p:grpSpPr>
        <p:sp>
          <p:nvSpPr>
            <p:cNvPr id="12545" name="Google Shape;12545;p124"/>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124"/>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7" name="Google Shape;12547;p124"/>
          <p:cNvGrpSpPr/>
          <p:nvPr/>
        </p:nvGrpSpPr>
        <p:grpSpPr>
          <a:xfrm>
            <a:off x="1298037" y="2244727"/>
            <a:ext cx="338364" cy="342887"/>
            <a:chOff x="1298037" y="2425727"/>
            <a:chExt cx="338364" cy="342887"/>
          </a:xfrm>
        </p:grpSpPr>
        <p:sp>
          <p:nvSpPr>
            <p:cNvPr id="12548" name="Google Shape;12548;p124"/>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124"/>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124"/>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124"/>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52" name="Google Shape;12552;p124"/>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53" name="Google Shape;12553;p124"/>
          <p:cNvGrpSpPr/>
          <p:nvPr/>
        </p:nvGrpSpPr>
        <p:grpSpPr>
          <a:xfrm>
            <a:off x="3974207" y="2248009"/>
            <a:ext cx="320143" cy="338491"/>
            <a:chOff x="3974207" y="2429009"/>
            <a:chExt cx="320143" cy="338491"/>
          </a:xfrm>
        </p:grpSpPr>
        <p:sp>
          <p:nvSpPr>
            <p:cNvPr id="12554" name="Google Shape;12554;p124"/>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124"/>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6" name="Google Shape;12556;p124"/>
          <p:cNvGrpSpPr/>
          <p:nvPr/>
        </p:nvGrpSpPr>
        <p:grpSpPr>
          <a:xfrm>
            <a:off x="2623237" y="2250047"/>
            <a:ext cx="355024" cy="332630"/>
            <a:chOff x="2623237" y="2431047"/>
            <a:chExt cx="355024" cy="332630"/>
          </a:xfrm>
        </p:grpSpPr>
        <p:sp>
          <p:nvSpPr>
            <p:cNvPr id="12557" name="Google Shape;12557;p124"/>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124"/>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124"/>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124"/>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1" name="Google Shape;12561;p124"/>
          <p:cNvGrpSpPr/>
          <p:nvPr/>
        </p:nvGrpSpPr>
        <p:grpSpPr>
          <a:xfrm>
            <a:off x="6657194" y="2253073"/>
            <a:ext cx="375507" cy="367925"/>
            <a:chOff x="6657194" y="2434073"/>
            <a:chExt cx="375507" cy="367925"/>
          </a:xfrm>
        </p:grpSpPr>
        <p:sp>
          <p:nvSpPr>
            <p:cNvPr id="12562" name="Google Shape;12562;p124"/>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124"/>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124"/>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5" name="Google Shape;12565;p124"/>
          <p:cNvGrpSpPr/>
          <p:nvPr/>
        </p:nvGrpSpPr>
        <p:grpSpPr>
          <a:xfrm>
            <a:off x="7101317" y="2260655"/>
            <a:ext cx="367925" cy="352380"/>
            <a:chOff x="7101317" y="2441655"/>
            <a:chExt cx="367925" cy="352380"/>
          </a:xfrm>
        </p:grpSpPr>
        <p:sp>
          <p:nvSpPr>
            <p:cNvPr id="12566" name="Google Shape;12566;p124"/>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124"/>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8" name="Google Shape;12568;p124"/>
          <p:cNvGrpSpPr/>
          <p:nvPr/>
        </p:nvGrpSpPr>
        <p:grpSpPr>
          <a:xfrm>
            <a:off x="5756399" y="2253456"/>
            <a:ext cx="367925" cy="367161"/>
            <a:chOff x="5756399" y="2434456"/>
            <a:chExt cx="367925" cy="367161"/>
          </a:xfrm>
        </p:grpSpPr>
        <p:sp>
          <p:nvSpPr>
            <p:cNvPr id="12569" name="Google Shape;12569;p124"/>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124"/>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124"/>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124"/>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124"/>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124"/>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124"/>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76" name="Google Shape;12576;p124"/>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124"/>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78" name="Google Shape;12578;p124"/>
          <p:cNvGrpSpPr/>
          <p:nvPr/>
        </p:nvGrpSpPr>
        <p:grpSpPr>
          <a:xfrm>
            <a:off x="7964906" y="2253073"/>
            <a:ext cx="373627" cy="367925"/>
            <a:chOff x="7964906" y="2434073"/>
            <a:chExt cx="373627" cy="367925"/>
          </a:xfrm>
        </p:grpSpPr>
        <p:sp>
          <p:nvSpPr>
            <p:cNvPr id="12579" name="Google Shape;12579;p124"/>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124"/>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1" name="Google Shape;12581;p124"/>
          <p:cNvGrpSpPr/>
          <p:nvPr/>
        </p:nvGrpSpPr>
        <p:grpSpPr>
          <a:xfrm>
            <a:off x="6194086" y="2256737"/>
            <a:ext cx="369837" cy="360471"/>
            <a:chOff x="6194086" y="2437737"/>
            <a:chExt cx="369837" cy="360471"/>
          </a:xfrm>
        </p:grpSpPr>
        <p:sp>
          <p:nvSpPr>
            <p:cNvPr id="12582" name="Google Shape;12582;p124"/>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124"/>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84" name="Google Shape;12584;p124"/>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2585" name="Google Shape;12585;p124"/>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589"/>
        <p:cNvGrpSpPr/>
        <p:nvPr/>
      </p:nvGrpSpPr>
      <p:grpSpPr>
        <a:xfrm>
          <a:off x="0" y="0"/>
          <a:ext cx="0" cy="0"/>
          <a:chOff x="0" y="0"/>
          <a:chExt cx="0" cy="0"/>
        </a:xfrm>
      </p:grpSpPr>
      <p:grpSp>
        <p:nvGrpSpPr>
          <p:cNvPr id="12590" name="Google Shape;12590;p125"/>
          <p:cNvGrpSpPr/>
          <p:nvPr/>
        </p:nvGrpSpPr>
        <p:grpSpPr>
          <a:xfrm>
            <a:off x="3541011" y="1334344"/>
            <a:ext cx="350166" cy="349434"/>
            <a:chOff x="3541011" y="1508594"/>
            <a:chExt cx="350166" cy="349434"/>
          </a:xfrm>
        </p:grpSpPr>
        <p:sp>
          <p:nvSpPr>
            <p:cNvPr id="12591" name="Google Shape;12591;p125"/>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125"/>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125"/>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125"/>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125"/>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125"/>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125"/>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125"/>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125"/>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125"/>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125"/>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125"/>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125"/>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125"/>
          <p:cNvGrpSpPr/>
          <p:nvPr/>
        </p:nvGrpSpPr>
        <p:grpSpPr>
          <a:xfrm>
            <a:off x="3122257" y="1334344"/>
            <a:ext cx="294850" cy="349434"/>
            <a:chOff x="3122257" y="1508594"/>
            <a:chExt cx="294850" cy="349434"/>
          </a:xfrm>
        </p:grpSpPr>
        <p:sp>
          <p:nvSpPr>
            <p:cNvPr id="12605" name="Google Shape;12605;p125"/>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125"/>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125"/>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125"/>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125"/>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0" name="Google Shape;12610;p125"/>
          <p:cNvGrpSpPr/>
          <p:nvPr/>
        </p:nvGrpSpPr>
        <p:grpSpPr>
          <a:xfrm>
            <a:off x="910723" y="1333962"/>
            <a:ext cx="251660" cy="350166"/>
            <a:chOff x="910723" y="1508212"/>
            <a:chExt cx="251660" cy="350166"/>
          </a:xfrm>
        </p:grpSpPr>
        <p:sp>
          <p:nvSpPr>
            <p:cNvPr id="12611" name="Google Shape;12611;p125"/>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125"/>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125"/>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125"/>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125"/>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125"/>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125"/>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125"/>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125"/>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125"/>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125"/>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125"/>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125"/>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125"/>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125"/>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125"/>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125"/>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8" name="Google Shape;12628;p125"/>
          <p:cNvGrpSpPr/>
          <p:nvPr/>
        </p:nvGrpSpPr>
        <p:grpSpPr>
          <a:xfrm>
            <a:off x="1308631" y="1333580"/>
            <a:ext cx="350166" cy="350198"/>
            <a:chOff x="1308631" y="1507830"/>
            <a:chExt cx="350166" cy="350198"/>
          </a:xfrm>
        </p:grpSpPr>
        <p:sp>
          <p:nvSpPr>
            <p:cNvPr id="12629" name="Google Shape;12629;p125"/>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125"/>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125"/>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125"/>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3" name="Google Shape;12633;p125"/>
          <p:cNvGrpSpPr/>
          <p:nvPr/>
        </p:nvGrpSpPr>
        <p:grpSpPr>
          <a:xfrm>
            <a:off x="1756921" y="1335489"/>
            <a:ext cx="345997" cy="345997"/>
            <a:chOff x="1756921" y="1509739"/>
            <a:chExt cx="345997" cy="345997"/>
          </a:xfrm>
        </p:grpSpPr>
        <p:sp>
          <p:nvSpPr>
            <p:cNvPr id="12634" name="Google Shape;12634;p125"/>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125"/>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125"/>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125"/>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125"/>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125"/>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125"/>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125"/>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125"/>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125"/>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125"/>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125"/>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125"/>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125"/>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125"/>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125"/>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125"/>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1" name="Google Shape;12651;p125"/>
          <p:cNvGrpSpPr/>
          <p:nvPr/>
        </p:nvGrpSpPr>
        <p:grpSpPr>
          <a:xfrm>
            <a:off x="2216956" y="1336253"/>
            <a:ext cx="318721" cy="345615"/>
            <a:chOff x="2216956" y="1510503"/>
            <a:chExt cx="318721" cy="345615"/>
          </a:xfrm>
        </p:grpSpPr>
        <p:sp>
          <p:nvSpPr>
            <p:cNvPr id="12652" name="Google Shape;12652;p125"/>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125"/>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125"/>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125"/>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125"/>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7" name="Google Shape;12657;p125"/>
          <p:cNvGrpSpPr/>
          <p:nvPr/>
        </p:nvGrpSpPr>
        <p:grpSpPr>
          <a:xfrm>
            <a:off x="3988156" y="1394211"/>
            <a:ext cx="349052" cy="230049"/>
            <a:chOff x="3988156" y="1568461"/>
            <a:chExt cx="349052" cy="230049"/>
          </a:xfrm>
        </p:grpSpPr>
        <p:sp>
          <p:nvSpPr>
            <p:cNvPr id="12658" name="Google Shape;12658;p125"/>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125"/>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125"/>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125"/>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125"/>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125"/>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125"/>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5" name="Google Shape;12665;p125"/>
          <p:cNvGrpSpPr/>
          <p:nvPr/>
        </p:nvGrpSpPr>
        <p:grpSpPr>
          <a:xfrm>
            <a:off x="2633037" y="1325623"/>
            <a:ext cx="379002" cy="366112"/>
            <a:chOff x="2633037" y="1499873"/>
            <a:chExt cx="379002" cy="366112"/>
          </a:xfrm>
        </p:grpSpPr>
        <p:sp>
          <p:nvSpPr>
            <p:cNvPr id="12666" name="Google Shape;12666;p125"/>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125"/>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125"/>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125"/>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125"/>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125"/>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125"/>
          <p:cNvGrpSpPr/>
          <p:nvPr/>
        </p:nvGrpSpPr>
        <p:grpSpPr>
          <a:xfrm>
            <a:off x="6675256" y="1341919"/>
            <a:ext cx="327823" cy="357009"/>
            <a:chOff x="6675256" y="1516169"/>
            <a:chExt cx="327823" cy="357009"/>
          </a:xfrm>
        </p:grpSpPr>
        <p:sp>
          <p:nvSpPr>
            <p:cNvPr id="12673" name="Google Shape;12673;p125"/>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125"/>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125"/>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125"/>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125"/>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125"/>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125"/>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125"/>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125"/>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125"/>
          <p:cNvGrpSpPr/>
          <p:nvPr/>
        </p:nvGrpSpPr>
        <p:grpSpPr>
          <a:xfrm>
            <a:off x="8020159" y="1342301"/>
            <a:ext cx="300897" cy="356627"/>
            <a:chOff x="8020159" y="1516551"/>
            <a:chExt cx="300897" cy="356627"/>
          </a:xfrm>
        </p:grpSpPr>
        <p:sp>
          <p:nvSpPr>
            <p:cNvPr id="12683" name="Google Shape;12683;p125"/>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125"/>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125"/>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125"/>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125"/>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8" name="Google Shape;12688;p125"/>
          <p:cNvGrpSpPr/>
          <p:nvPr/>
        </p:nvGrpSpPr>
        <p:grpSpPr>
          <a:xfrm>
            <a:off x="5377363" y="1341919"/>
            <a:ext cx="257357" cy="356627"/>
            <a:chOff x="5377363" y="1516169"/>
            <a:chExt cx="257357" cy="356627"/>
          </a:xfrm>
        </p:grpSpPr>
        <p:sp>
          <p:nvSpPr>
            <p:cNvPr id="12689" name="Google Shape;12689;p125"/>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125"/>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125"/>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125"/>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125"/>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125"/>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125"/>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125"/>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125"/>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125"/>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125"/>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125"/>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125"/>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125"/>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125"/>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125"/>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125"/>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6" name="Google Shape;12706;p125"/>
          <p:cNvGrpSpPr/>
          <p:nvPr/>
        </p:nvGrpSpPr>
        <p:grpSpPr>
          <a:xfrm>
            <a:off x="4880567" y="1361620"/>
            <a:ext cx="356245" cy="317607"/>
            <a:chOff x="4880567" y="1535870"/>
            <a:chExt cx="356245" cy="317607"/>
          </a:xfrm>
        </p:grpSpPr>
        <p:sp>
          <p:nvSpPr>
            <p:cNvPr id="12707" name="Google Shape;12707;p125"/>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125"/>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125"/>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125"/>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125"/>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2" name="Google Shape;12712;p125"/>
          <p:cNvGrpSpPr/>
          <p:nvPr/>
        </p:nvGrpSpPr>
        <p:grpSpPr>
          <a:xfrm>
            <a:off x="5771483" y="1341537"/>
            <a:ext cx="357359" cy="357391"/>
            <a:chOff x="5771483" y="1515787"/>
            <a:chExt cx="357359" cy="357391"/>
          </a:xfrm>
        </p:grpSpPr>
        <p:sp>
          <p:nvSpPr>
            <p:cNvPr id="12713" name="Google Shape;12713;p125"/>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125"/>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125"/>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125"/>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7" name="Google Shape;12717;p125"/>
          <p:cNvGrpSpPr/>
          <p:nvPr/>
        </p:nvGrpSpPr>
        <p:grpSpPr>
          <a:xfrm>
            <a:off x="7121669" y="1359360"/>
            <a:ext cx="321362" cy="321362"/>
            <a:chOff x="7121669" y="1533610"/>
            <a:chExt cx="321362" cy="321362"/>
          </a:xfrm>
        </p:grpSpPr>
        <p:sp>
          <p:nvSpPr>
            <p:cNvPr id="12718" name="Google Shape;12718;p125"/>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125"/>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125"/>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125"/>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2" name="Google Shape;12722;p125"/>
          <p:cNvGrpSpPr/>
          <p:nvPr/>
        </p:nvGrpSpPr>
        <p:grpSpPr>
          <a:xfrm>
            <a:off x="7562766" y="1340614"/>
            <a:ext cx="327059" cy="360192"/>
            <a:chOff x="7562766" y="1514864"/>
            <a:chExt cx="327059" cy="360192"/>
          </a:xfrm>
        </p:grpSpPr>
        <p:sp>
          <p:nvSpPr>
            <p:cNvPr id="12723" name="Google Shape;12723;p125"/>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125"/>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125"/>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125"/>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125"/>
          <p:cNvGrpSpPr/>
          <p:nvPr/>
        </p:nvGrpSpPr>
        <p:grpSpPr>
          <a:xfrm>
            <a:off x="6221229" y="1324423"/>
            <a:ext cx="361636" cy="362183"/>
            <a:chOff x="6259175" y="1559008"/>
            <a:chExt cx="271743" cy="272093"/>
          </a:xfrm>
        </p:grpSpPr>
        <p:sp>
          <p:nvSpPr>
            <p:cNvPr id="12728" name="Google Shape;12728;p125"/>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125"/>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125"/>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125"/>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125"/>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125"/>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125"/>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125"/>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125"/>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125"/>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125"/>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125"/>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125"/>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125"/>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125"/>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125"/>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125"/>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5" name="Google Shape;12745;p125"/>
          <p:cNvGrpSpPr/>
          <p:nvPr/>
        </p:nvGrpSpPr>
        <p:grpSpPr>
          <a:xfrm>
            <a:off x="2661459" y="1840751"/>
            <a:ext cx="322508" cy="273494"/>
            <a:chOff x="2661459" y="2015001"/>
            <a:chExt cx="322508" cy="273494"/>
          </a:xfrm>
        </p:grpSpPr>
        <p:sp>
          <p:nvSpPr>
            <p:cNvPr id="12746" name="Google Shape;12746;p125"/>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125"/>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8" name="Google Shape;12748;p125"/>
          <p:cNvGrpSpPr/>
          <p:nvPr/>
        </p:nvGrpSpPr>
        <p:grpSpPr>
          <a:xfrm>
            <a:off x="6671087" y="1835054"/>
            <a:ext cx="332757" cy="281833"/>
            <a:chOff x="6671087" y="2009304"/>
            <a:chExt cx="332757" cy="281833"/>
          </a:xfrm>
        </p:grpSpPr>
        <p:sp>
          <p:nvSpPr>
            <p:cNvPr id="12749" name="Google Shape;12749;p125"/>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125"/>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51" name="Google Shape;12751;p125"/>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52" name="Google Shape;12752;p125"/>
          <p:cNvGrpSpPr/>
          <p:nvPr/>
        </p:nvGrpSpPr>
        <p:grpSpPr>
          <a:xfrm>
            <a:off x="2201806" y="1802335"/>
            <a:ext cx="349784" cy="349434"/>
            <a:chOff x="2201806" y="1976585"/>
            <a:chExt cx="349784" cy="349434"/>
          </a:xfrm>
        </p:grpSpPr>
        <p:sp>
          <p:nvSpPr>
            <p:cNvPr id="12753" name="Google Shape;12753;p125"/>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125"/>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125"/>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125"/>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7" name="Google Shape;12757;p125"/>
          <p:cNvGrpSpPr/>
          <p:nvPr/>
        </p:nvGrpSpPr>
        <p:grpSpPr>
          <a:xfrm>
            <a:off x="3094217" y="1802335"/>
            <a:ext cx="350198" cy="350548"/>
            <a:chOff x="3094217" y="1976585"/>
            <a:chExt cx="350198" cy="350548"/>
          </a:xfrm>
        </p:grpSpPr>
        <p:sp>
          <p:nvSpPr>
            <p:cNvPr id="12758" name="Google Shape;12758;p125"/>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125"/>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125"/>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125"/>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125"/>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125"/>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125"/>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125"/>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125"/>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125"/>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125"/>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125"/>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125"/>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1" name="Google Shape;12771;p125"/>
          <p:cNvGrpSpPr/>
          <p:nvPr/>
        </p:nvGrpSpPr>
        <p:grpSpPr>
          <a:xfrm>
            <a:off x="870939" y="1801571"/>
            <a:ext cx="332375" cy="350071"/>
            <a:chOff x="870939" y="1975821"/>
            <a:chExt cx="332375" cy="350071"/>
          </a:xfrm>
        </p:grpSpPr>
        <p:sp>
          <p:nvSpPr>
            <p:cNvPr id="12772" name="Google Shape;12772;p125"/>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125"/>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125"/>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125"/>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76" name="Google Shape;12776;p125"/>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77" name="Google Shape;12777;p125"/>
          <p:cNvGrpSpPr/>
          <p:nvPr/>
        </p:nvGrpSpPr>
        <p:grpSpPr>
          <a:xfrm>
            <a:off x="3979435" y="1802335"/>
            <a:ext cx="345265" cy="349848"/>
            <a:chOff x="3979435" y="1976585"/>
            <a:chExt cx="345265" cy="349848"/>
          </a:xfrm>
        </p:grpSpPr>
        <p:sp>
          <p:nvSpPr>
            <p:cNvPr id="12778" name="Google Shape;12778;p125"/>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125"/>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125"/>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125"/>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125"/>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125"/>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125"/>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125"/>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125"/>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125"/>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125"/>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125"/>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125"/>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125"/>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125"/>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125"/>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125"/>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5" name="Google Shape;12795;p125"/>
          <p:cNvGrpSpPr/>
          <p:nvPr/>
        </p:nvGrpSpPr>
        <p:grpSpPr>
          <a:xfrm>
            <a:off x="3576626" y="1801571"/>
            <a:ext cx="284251" cy="351694"/>
            <a:chOff x="3576626" y="1975821"/>
            <a:chExt cx="284251" cy="351694"/>
          </a:xfrm>
        </p:grpSpPr>
        <p:sp>
          <p:nvSpPr>
            <p:cNvPr id="12796" name="Google Shape;12796;p125"/>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125"/>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125"/>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9" name="Google Shape;12799;p125"/>
          <p:cNvGrpSpPr/>
          <p:nvPr/>
        </p:nvGrpSpPr>
        <p:grpSpPr>
          <a:xfrm>
            <a:off x="2722090" y="2715912"/>
            <a:ext cx="238770" cy="371841"/>
            <a:chOff x="2722090" y="2890162"/>
            <a:chExt cx="238770" cy="371841"/>
          </a:xfrm>
        </p:grpSpPr>
        <p:sp>
          <p:nvSpPr>
            <p:cNvPr id="12800" name="Google Shape;12800;p125"/>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125"/>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125"/>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3" name="Google Shape;12803;p125"/>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4" name="Google Shape;12804;p125"/>
          <p:cNvGrpSpPr/>
          <p:nvPr/>
        </p:nvGrpSpPr>
        <p:grpSpPr>
          <a:xfrm>
            <a:off x="6216367" y="1795906"/>
            <a:ext cx="361147" cy="361147"/>
            <a:chOff x="6216367" y="1970156"/>
            <a:chExt cx="361147" cy="361147"/>
          </a:xfrm>
        </p:grpSpPr>
        <p:sp>
          <p:nvSpPr>
            <p:cNvPr id="12805" name="Google Shape;12805;p125"/>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125"/>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125"/>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125"/>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9" name="Google Shape;12809;p125"/>
          <p:cNvGrpSpPr/>
          <p:nvPr/>
        </p:nvGrpSpPr>
        <p:grpSpPr>
          <a:xfrm>
            <a:off x="1289311" y="2751972"/>
            <a:ext cx="408156" cy="299783"/>
            <a:chOff x="1289311" y="2926222"/>
            <a:chExt cx="408156" cy="299783"/>
          </a:xfrm>
        </p:grpSpPr>
        <p:sp>
          <p:nvSpPr>
            <p:cNvPr id="12810" name="Google Shape;12810;p125"/>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125"/>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2" name="Google Shape;12812;p125"/>
          <p:cNvGrpSpPr/>
          <p:nvPr/>
        </p:nvGrpSpPr>
        <p:grpSpPr>
          <a:xfrm>
            <a:off x="7978465" y="1795142"/>
            <a:ext cx="361147" cy="360797"/>
            <a:chOff x="7978465" y="1969392"/>
            <a:chExt cx="361147" cy="360797"/>
          </a:xfrm>
        </p:grpSpPr>
        <p:sp>
          <p:nvSpPr>
            <p:cNvPr id="12813" name="Google Shape;12813;p125"/>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125"/>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125"/>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125"/>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125"/>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125"/>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125"/>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125"/>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125"/>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22" name="Google Shape;12822;p125"/>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23" name="Google Shape;12823;p125"/>
          <p:cNvGrpSpPr/>
          <p:nvPr/>
        </p:nvGrpSpPr>
        <p:grpSpPr>
          <a:xfrm>
            <a:off x="854261" y="2734563"/>
            <a:ext cx="377474" cy="335748"/>
            <a:chOff x="854261" y="2908813"/>
            <a:chExt cx="377474" cy="335748"/>
          </a:xfrm>
        </p:grpSpPr>
        <p:sp>
          <p:nvSpPr>
            <p:cNvPr id="12824" name="Google Shape;12824;p125"/>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125"/>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125"/>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125"/>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125"/>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9" name="Google Shape;12829;p125"/>
          <p:cNvGrpSpPr/>
          <p:nvPr/>
        </p:nvGrpSpPr>
        <p:grpSpPr>
          <a:xfrm>
            <a:off x="1749728" y="2720527"/>
            <a:ext cx="386927" cy="363438"/>
            <a:chOff x="1749728" y="2894777"/>
            <a:chExt cx="386927" cy="363438"/>
          </a:xfrm>
        </p:grpSpPr>
        <p:sp>
          <p:nvSpPr>
            <p:cNvPr id="12830" name="Google Shape;12830;p125"/>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125"/>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125"/>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125"/>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125"/>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125"/>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125"/>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7" name="Google Shape;12837;p125"/>
          <p:cNvGrpSpPr/>
          <p:nvPr/>
        </p:nvGrpSpPr>
        <p:grpSpPr>
          <a:xfrm>
            <a:off x="7098912" y="1795142"/>
            <a:ext cx="359651" cy="361560"/>
            <a:chOff x="7098912" y="1969392"/>
            <a:chExt cx="359651" cy="361560"/>
          </a:xfrm>
        </p:grpSpPr>
        <p:sp>
          <p:nvSpPr>
            <p:cNvPr id="12838" name="Google Shape;12838;p125"/>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125"/>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125"/>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125"/>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125"/>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125"/>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125"/>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125"/>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125"/>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125"/>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125"/>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125"/>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125"/>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51" name="Google Shape;12851;p125"/>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52" name="Google Shape;12852;p125"/>
          <p:cNvGrpSpPr/>
          <p:nvPr/>
        </p:nvGrpSpPr>
        <p:grpSpPr>
          <a:xfrm>
            <a:off x="5352728" y="1815989"/>
            <a:ext cx="327091" cy="322508"/>
            <a:chOff x="5352728" y="1990239"/>
            <a:chExt cx="327091" cy="322508"/>
          </a:xfrm>
        </p:grpSpPr>
        <p:sp>
          <p:nvSpPr>
            <p:cNvPr id="12853" name="Google Shape;12853;p125"/>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125"/>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125"/>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6" name="Google Shape;12856;p125"/>
          <p:cNvGrpSpPr/>
          <p:nvPr/>
        </p:nvGrpSpPr>
        <p:grpSpPr>
          <a:xfrm>
            <a:off x="7538896" y="1795906"/>
            <a:ext cx="361147" cy="361529"/>
            <a:chOff x="7538896" y="1970156"/>
            <a:chExt cx="361147" cy="361529"/>
          </a:xfrm>
        </p:grpSpPr>
        <p:sp>
          <p:nvSpPr>
            <p:cNvPr id="12857" name="Google Shape;12857;p125"/>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125"/>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125"/>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125"/>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125"/>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125"/>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3" name="Google Shape;12863;p125"/>
          <p:cNvGrpSpPr/>
          <p:nvPr/>
        </p:nvGrpSpPr>
        <p:grpSpPr>
          <a:xfrm>
            <a:off x="4896099" y="1796670"/>
            <a:ext cx="358155" cy="358123"/>
            <a:chOff x="4896099" y="1970920"/>
            <a:chExt cx="358155" cy="358123"/>
          </a:xfrm>
        </p:grpSpPr>
        <p:sp>
          <p:nvSpPr>
            <p:cNvPr id="12864" name="Google Shape;12864;p125"/>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125"/>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125"/>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7" name="Google Shape;12867;p125"/>
          <p:cNvGrpSpPr/>
          <p:nvPr/>
        </p:nvGrpSpPr>
        <p:grpSpPr>
          <a:xfrm>
            <a:off x="4048787" y="2802769"/>
            <a:ext cx="283488" cy="198604"/>
            <a:chOff x="4048787" y="2977019"/>
            <a:chExt cx="283488" cy="198604"/>
          </a:xfrm>
        </p:grpSpPr>
        <p:sp>
          <p:nvSpPr>
            <p:cNvPr id="12868" name="Google Shape;12868;p125"/>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125"/>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125"/>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125"/>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125"/>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125"/>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4" name="Google Shape;12874;p125"/>
          <p:cNvGrpSpPr/>
          <p:nvPr/>
        </p:nvGrpSpPr>
        <p:grpSpPr>
          <a:xfrm>
            <a:off x="4054103" y="2255941"/>
            <a:ext cx="218687" cy="349052"/>
            <a:chOff x="4054103" y="2430191"/>
            <a:chExt cx="218687" cy="349052"/>
          </a:xfrm>
        </p:grpSpPr>
        <p:sp>
          <p:nvSpPr>
            <p:cNvPr id="12875" name="Google Shape;12875;p125"/>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125"/>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7" name="Google Shape;12877;p125"/>
          <p:cNvGrpSpPr/>
          <p:nvPr/>
        </p:nvGrpSpPr>
        <p:grpSpPr>
          <a:xfrm>
            <a:off x="2185128" y="2253299"/>
            <a:ext cx="382758" cy="356595"/>
            <a:chOff x="2185128" y="2427549"/>
            <a:chExt cx="382758" cy="356595"/>
          </a:xfrm>
        </p:grpSpPr>
        <p:sp>
          <p:nvSpPr>
            <p:cNvPr id="12878" name="Google Shape;12878;p125"/>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125"/>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125"/>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125"/>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2" name="Google Shape;12882;p125"/>
          <p:cNvGrpSpPr/>
          <p:nvPr/>
        </p:nvGrpSpPr>
        <p:grpSpPr>
          <a:xfrm>
            <a:off x="3539102" y="2253299"/>
            <a:ext cx="355099" cy="355481"/>
            <a:chOff x="3539102" y="2427549"/>
            <a:chExt cx="355099" cy="355481"/>
          </a:xfrm>
        </p:grpSpPr>
        <p:sp>
          <p:nvSpPr>
            <p:cNvPr id="12883" name="Google Shape;12883;p125"/>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125"/>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5" name="Google Shape;12885;p125"/>
          <p:cNvGrpSpPr/>
          <p:nvPr/>
        </p:nvGrpSpPr>
        <p:grpSpPr>
          <a:xfrm>
            <a:off x="2656907" y="2265043"/>
            <a:ext cx="332757" cy="332343"/>
            <a:chOff x="2656907" y="2439293"/>
            <a:chExt cx="332757" cy="332343"/>
          </a:xfrm>
        </p:grpSpPr>
        <p:sp>
          <p:nvSpPr>
            <p:cNvPr id="12886" name="Google Shape;12886;p125"/>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125"/>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125"/>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125"/>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125"/>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125"/>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125"/>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125"/>
          <p:cNvGrpSpPr/>
          <p:nvPr/>
        </p:nvGrpSpPr>
        <p:grpSpPr>
          <a:xfrm>
            <a:off x="1731523" y="2248366"/>
            <a:ext cx="399435" cy="365698"/>
            <a:chOff x="1731523" y="2422616"/>
            <a:chExt cx="399435" cy="365698"/>
          </a:xfrm>
        </p:grpSpPr>
        <p:sp>
          <p:nvSpPr>
            <p:cNvPr id="12894" name="Google Shape;12894;p125"/>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125"/>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125"/>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7" name="Google Shape;12897;p125"/>
          <p:cNvGrpSpPr/>
          <p:nvPr/>
        </p:nvGrpSpPr>
        <p:grpSpPr>
          <a:xfrm>
            <a:off x="3097241" y="2259314"/>
            <a:ext cx="344883" cy="343387"/>
            <a:chOff x="3097241" y="2433564"/>
            <a:chExt cx="344883" cy="343387"/>
          </a:xfrm>
        </p:grpSpPr>
        <p:sp>
          <p:nvSpPr>
            <p:cNvPr id="12898" name="Google Shape;12898;p125"/>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125"/>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125"/>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125"/>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125"/>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125"/>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125"/>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125"/>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125"/>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7" name="Google Shape;12907;p125"/>
          <p:cNvGrpSpPr/>
          <p:nvPr/>
        </p:nvGrpSpPr>
        <p:grpSpPr>
          <a:xfrm>
            <a:off x="1278299" y="2265043"/>
            <a:ext cx="410829" cy="332343"/>
            <a:chOff x="1278299" y="2439293"/>
            <a:chExt cx="410829" cy="332343"/>
          </a:xfrm>
        </p:grpSpPr>
        <p:sp>
          <p:nvSpPr>
            <p:cNvPr id="12908" name="Google Shape;12908;p125"/>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125"/>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125"/>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125"/>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125"/>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125"/>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125"/>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125"/>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6" name="Google Shape;12916;p125"/>
          <p:cNvGrpSpPr/>
          <p:nvPr/>
        </p:nvGrpSpPr>
        <p:grpSpPr>
          <a:xfrm>
            <a:off x="870939" y="2265043"/>
            <a:ext cx="331993" cy="331993"/>
            <a:chOff x="870939" y="2439293"/>
            <a:chExt cx="331993" cy="331993"/>
          </a:xfrm>
        </p:grpSpPr>
        <p:sp>
          <p:nvSpPr>
            <p:cNvPr id="12917" name="Google Shape;12917;p125"/>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125"/>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125"/>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125"/>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125"/>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125"/>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125"/>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125"/>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125"/>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125"/>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125"/>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125"/>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125"/>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125"/>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125"/>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125"/>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3" name="Google Shape;12933;p125"/>
          <p:cNvGrpSpPr/>
          <p:nvPr/>
        </p:nvGrpSpPr>
        <p:grpSpPr>
          <a:xfrm>
            <a:off x="6644957" y="2282103"/>
            <a:ext cx="371395" cy="278904"/>
            <a:chOff x="6644957" y="2456353"/>
            <a:chExt cx="371395" cy="278904"/>
          </a:xfrm>
        </p:grpSpPr>
        <p:sp>
          <p:nvSpPr>
            <p:cNvPr id="12934" name="Google Shape;12934;p125"/>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125"/>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125"/>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125"/>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125"/>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9" name="Google Shape;12939;p125"/>
          <p:cNvGrpSpPr/>
          <p:nvPr/>
        </p:nvGrpSpPr>
        <p:grpSpPr>
          <a:xfrm>
            <a:off x="5388757" y="2240409"/>
            <a:ext cx="260349" cy="362292"/>
            <a:chOff x="5388757" y="2414659"/>
            <a:chExt cx="260349" cy="362292"/>
          </a:xfrm>
        </p:grpSpPr>
        <p:sp>
          <p:nvSpPr>
            <p:cNvPr id="12940" name="Google Shape;12940;p125"/>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125"/>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125"/>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125"/>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125"/>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125"/>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125"/>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125"/>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125"/>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125"/>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125"/>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125"/>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125"/>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125"/>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125"/>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125"/>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125"/>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125"/>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125"/>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125"/>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0" name="Google Shape;12960;p125"/>
          <p:cNvGrpSpPr/>
          <p:nvPr/>
        </p:nvGrpSpPr>
        <p:grpSpPr>
          <a:xfrm>
            <a:off x="3567142" y="2731507"/>
            <a:ext cx="348288" cy="340331"/>
            <a:chOff x="3567142" y="2905757"/>
            <a:chExt cx="348288" cy="340331"/>
          </a:xfrm>
        </p:grpSpPr>
        <p:sp>
          <p:nvSpPr>
            <p:cNvPr id="12961" name="Google Shape;12961;p125"/>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125"/>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125"/>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125"/>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125"/>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6" name="Google Shape;12966;p125"/>
          <p:cNvGrpSpPr/>
          <p:nvPr/>
        </p:nvGrpSpPr>
        <p:grpSpPr>
          <a:xfrm>
            <a:off x="7967103" y="2240791"/>
            <a:ext cx="355863" cy="361911"/>
            <a:chOff x="7967103" y="2415041"/>
            <a:chExt cx="355863" cy="361911"/>
          </a:xfrm>
        </p:grpSpPr>
        <p:sp>
          <p:nvSpPr>
            <p:cNvPr id="12967" name="Google Shape;12967;p125"/>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125"/>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125"/>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125"/>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125"/>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125"/>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125"/>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125"/>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125"/>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125"/>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125"/>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8" name="Google Shape;12978;p125"/>
          <p:cNvGrpSpPr/>
          <p:nvPr/>
        </p:nvGrpSpPr>
        <p:grpSpPr>
          <a:xfrm>
            <a:off x="7529411" y="2240409"/>
            <a:ext cx="355863" cy="362292"/>
            <a:chOff x="7529411" y="2414659"/>
            <a:chExt cx="355863" cy="362292"/>
          </a:xfrm>
        </p:grpSpPr>
        <p:sp>
          <p:nvSpPr>
            <p:cNvPr id="12979" name="Google Shape;12979;p125"/>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125"/>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125"/>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125"/>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125"/>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125"/>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125"/>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125"/>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125"/>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125"/>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125"/>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125"/>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1" name="Google Shape;12991;p125"/>
          <p:cNvGrpSpPr/>
          <p:nvPr/>
        </p:nvGrpSpPr>
        <p:grpSpPr>
          <a:xfrm>
            <a:off x="5733194" y="2257468"/>
            <a:ext cx="446826" cy="327059"/>
            <a:chOff x="5733194" y="2431718"/>
            <a:chExt cx="446826" cy="327059"/>
          </a:xfrm>
        </p:grpSpPr>
        <p:sp>
          <p:nvSpPr>
            <p:cNvPr id="12992" name="Google Shape;12992;p125"/>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125"/>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125"/>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5" name="Google Shape;12995;p125"/>
          <p:cNvGrpSpPr/>
          <p:nvPr/>
        </p:nvGrpSpPr>
        <p:grpSpPr>
          <a:xfrm>
            <a:off x="4876780" y="2243814"/>
            <a:ext cx="407774" cy="356627"/>
            <a:chOff x="4876780" y="2418064"/>
            <a:chExt cx="407774" cy="356627"/>
          </a:xfrm>
        </p:grpSpPr>
        <p:sp>
          <p:nvSpPr>
            <p:cNvPr id="12996" name="Google Shape;12996;p125"/>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125"/>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125"/>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125"/>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125"/>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125"/>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125"/>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125"/>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4" name="Google Shape;13004;p125"/>
          <p:cNvGrpSpPr/>
          <p:nvPr/>
        </p:nvGrpSpPr>
        <p:grpSpPr>
          <a:xfrm>
            <a:off x="7070872" y="2236621"/>
            <a:ext cx="398321" cy="371013"/>
            <a:chOff x="7070872" y="2410871"/>
            <a:chExt cx="398321" cy="371013"/>
          </a:xfrm>
        </p:grpSpPr>
        <p:sp>
          <p:nvSpPr>
            <p:cNvPr id="13005" name="Google Shape;13005;p125"/>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125"/>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125"/>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125"/>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9" name="Google Shape;13009;p125"/>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10" name="Google Shape;13010;p125"/>
          <p:cNvGrpSpPr/>
          <p:nvPr/>
        </p:nvGrpSpPr>
        <p:grpSpPr>
          <a:xfrm>
            <a:off x="5318259" y="2807861"/>
            <a:ext cx="371013" cy="220787"/>
            <a:chOff x="5318259" y="2982111"/>
            <a:chExt cx="371013" cy="220787"/>
          </a:xfrm>
        </p:grpSpPr>
        <p:sp>
          <p:nvSpPr>
            <p:cNvPr id="13011" name="Google Shape;13011;p125"/>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125"/>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125"/>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125"/>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125"/>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125"/>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125"/>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125"/>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9" name="Google Shape;13019;p125"/>
          <p:cNvGrpSpPr/>
          <p:nvPr/>
        </p:nvGrpSpPr>
        <p:grpSpPr>
          <a:xfrm>
            <a:off x="7073928" y="2731507"/>
            <a:ext cx="371395" cy="371809"/>
            <a:chOff x="7073928" y="2905757"/>
            <a:chExt cx="371395" cy="371809"/>
          </a:xfrm>
        </p:grpSpPr>
        <p:sp>
          <p:nvSpPr>
            <p:cNvPr id="13020" name="Google Shape;13020;p125"/>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125"/>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125"/>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3" name="Google Shape;13023;p125"/>
          <p:cNvGrpSpPr/>
          <p:nvPr/>
        </p:nvGrpSpPr>
        <p:grpSpPr>
          <a:xfrm>
            <a:off x="6188327" y="2781158"/>
            <a:ext cx="371395" cy="272857"/>
            <a:chOff x="6188327" y="2955408"/>
            <a:chExt cx="371395" cy="272857"/>
          </a:xfrm>
        </p:grpSpPr>
        <p:sp>
          <p:nvSpPr>
            <p:cNvPr id="13024" name="Google Shape;13024;p125"/>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125"/>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6" name="Google Shape;13026;p125"/>
          <p:cNvGrpSpPr/>
          <p:nvPr/>
        </p:nvGrpSpPr>
        <p:grpSpPr>
          <a:xfrm>
            <a:off x="7521454" y="2731889"/>
            <a:ext cx="359651" cy="371013"/>
            <a:chOff x="7521454" y="2906139"/>
            <a:chExt cx="359651" cy="371013"/>
          </a:xfrm>
        </p:grpSpPr>
        <p:sp>
          <p:nvSpPr>
            <p:cNvPr id="13027" name="Google Shape;13027;p125"/>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125"/>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125"/>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125"/>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125"/>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2" name="Google Shape;13032;p125"/>
          <p:cNvGrpSpPr/>
          <p:nvPr/>
        </p:nvGrpSpPr>
        <p:grpSpPr>
          <a:xfrm>
            <a:off x="5782845" y="2732271"/>
            <a:ext cx="301661" cy="371013"/>
            <a:chOff x="5782845" y="2906521"/>
            <a:chExt cx="301661" cy="371013"/>
          </a:xfrm>
        </p:grpSpPr>
        <p:sp>
          <p:nvSpPr>
            <p:cNvPr id="13033" name="Google Shape;13033;p125"/>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125"/>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125"/>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6" name="Google Shape;13036;p125"/>
          <p:cNvGrpSpPr/>
          <p:nvPr/>
        </p:nvGrpSpPr>
        <p:grpSpPr>
          <a:xfrm>
            <a:off x="6630539" y="2743252"/>
            <a:ext cx="371777" cy="349434"/>
            <a:chOff x="6630539" y="2917502"/>
            <a:chExt cx="371777" cy="349434"/>
          </a:xfrm>
        </p:grpSpPr>
        <p:sp>
          <p:nvSpPr>
            <p:cNvPr id="13037" name="Google Shape;13037;p125"/>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125"/>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125"/>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125"/>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125"/>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125"/>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125"/>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4" name="Google Shape;13044;p125"/>
          <p:cNvGrpSpPr/>
          <p:nvPr/>
        </p:nvGrpSpPr>
        <p:grpSpPr>
          <a:xfrm>
            <a:off x="2171474" y="3194979"/>
            <a:ext cx="408156" cy="343737"/>
            <a:chOff x="2171474" y="3369229"/>
            <a:chExt cx="408156" cy="343737"/>
          </a:xfrm>
        </p:grpSpPr>
        <p:sp>
          <p:nvSpPr>
            <p:cNvPr id="13045" name="Google Shape;13045;p125"/>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125"/>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125"/>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125"/>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9" name="Google Shape;13049;p125"/>
          <p:cNvGrpSpPr/>
          <p:nvPr/>
        </p:nvGrpSpPr>
        <p:grpSpPr>
          <a:xfrm>
            <a:off x="4891198" y="2750858"/>
            <a:ext cx="334634" cy="334634"/>
            <a:chOff x="4891198" y="2925108"/>
            <a:chExt cx="334634" cy="334634"/>
          </a:xfrm>
        </p:grpSpPr>
        <p:sp>
          <p:nvSpPr>
            <p:cNvPr id="13050" name="Google Shape;13050;p125"/>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125"/>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125"/>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125"/>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125"/>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125"/>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125"/>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125"/>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8" name="Google Shape;13058;p125"/>
          <p:cNvGrpSpPr/>
          <p:nvPr/>
        </p:nvGrpSpPr>
        <p:grpSpPr>
          <a:xfrm>
            <a:off x="7976174" y="2750858"/>
            <a:ext cx="334666" cy="334634"/>
            <a:chOff x="7976174" y="2925108"/>
            <a:chExt cx="334666" cy="334634"/>
          </a:xfrm>
        </p:grpSpPr>
        <p:sp>
          <p:nvSpPr>
            <p:cNvPr id="13059" name="Google Shape;13059;p125"/>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125"/>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125"/>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125"/>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125"/>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125"/>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125"/>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125"/>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125"/>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8" name="Google Shape;13068;p125"/>
          <p:cNvGrpSpPr/>
          <p:nvPr/>
        </p:nvGrpSpPr>
        <p:grpSpPr>
          <a:xfrm>
            <a:off x="3091957" y="3199881"/>
            <a:ext cx="354717" cy="332757"/>
            <a:chOff x="3091957" y="3374131"/>
            <a:chExt cx="354717" cy="332757"/>
          </a:xfrm>
        </p:grpSpPr>
        <p:sp>
          <p:nvSpPr>
            <p:cNvPr id="13069" name="Google Shape;13069;p125"/>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125"/>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125"/>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125"/>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125"/>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125"/>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5" name="Google Shape;13075;p125"/>
          <p:cNvGrpSpPr/>
          <p:nvPr/>
        </p:nvGrpSpPr>
        <p:grpSpPr>
          <a:xfrm>
            <a:off x="3988156" y="3205960"/>
            <a:ext cx="353954" cy="318880"/>
            <a:chOff x="3988156" y="3380210"/>
            <a:chExt cx="353954" cy="318880"/>
          </a:xfrm>
        </p:grpSpPr>
        <p:sp>
          <p:nvSpPr>
            <p:cNvPr id="13076" name="Google Shape;13076;p125"/>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125"/>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125"/>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125"/>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125"/>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1" name="Google Shape;13081;p125"/>
          <p:cNvGrpSpPr/>
          <p:nvPr/>
        </p:nvGrpSpPr>
        <p:grpSpPr>
          <a:xfrm>
            <a:off x="3541011" y="3193070"/>
            <a:ext cx="348257" cy="346188"/>
            <a:chOff x="3541011" y="3367320"/>
            <a:chExt cx="348257" cy="346188"/>
          </a:xfrm>
        </p:grpSpPr>
        <p:sp>
          <p:nvSpPr>
            <p:cNvPr id="13082" name="Google Shape;13082;p125"/>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125"/>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125"/>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125"/>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6" name="Google Shape;13086;p125"/>
          <p:cNvGrpSpPr/>
          <p:nvPr/>
        </p:nvGrpSpPr>
        <p:grpSpPr>
          <a:xfrm>
            <a:off x="850092" y="3178684"/>
            <a:ext cx="369517" cy="375660"/>
            <a:chOff x="850092" y="3352934"/>
            <a:chExt cx="369517" cy="375660"/>
          </a:xfrm>
        </p:grpSpPr>
        <p:sp>
          <p:nvSpPr>
            <p:cNvPr id="13087" name="Google Shape;13087;p125"/>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125"/>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125"/>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125"/>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125"/>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2" name="Google Shape;13092;p125"/>
          <p:cNvGrpSpPr/>
          <p:nvPr/>
        </p:nvGrpSpPr>
        <p:grpSpPr>
          <a:xfrm>
            <a:off x="1314678" y="3183967"/>
            <a:ext cx="334666" cy="365348"/>
            <a:chOff x="1314678" y="3358217"/>
            <a:chExt cx="334666" cy="365348"/>
          </a:xfrm>
        </p:grpSpPr>
        <p:sp>
          <p:nvSpPr>
            <p:cNvPr id="13093" name="Google Shape;13093;p125"/>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125"/>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125"/>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125"/>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125"/>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8" name="Google Shape;13098;p125"/>
          <p:cNvGrpSpPr/>
          <p:nvPr/>
        </p:nvGrpSpPr>
        <p:grpSpPr>
          <a:xfrm>
            <a:off x="1748582" y="3198385"/>
            <a:ext cx="359269" cy="335780"/>
            <a:chOff x="1748582" y="3372635"/>
            <a:chExt cx="359269" cy="335780"/>
          </a:xfrm>
        </p:grpSpPr>
        <p:sp>
          <p:nvSpPr>
            <p:cNvPr id="13099" name="Google Shape;13099;p125"/>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00" name="Google Shape;13100;p125"/>
            <p:cNvGrpSpPr/>
            <p:nvPr/>
          </p:nvGrpSpPr>
          <p:grpSpPr>
            <a:xfrm>
              <a:off x="1748582" y="3372635"/>
              <a:ext cx="333520" cy="335780"/>
              <a:chOff x="1748582" y="3372635"/>
              <a:chExt cx="333520" cy="335780"/>
            </a:xfrm>
          </p:grpSpPr>
          <p:sp>
            <p:nvSpPr>
              <p:cNvPr id="13101" name="Google Shape;13101;p125"/>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125"/>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125"/>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104" name="Google Shape;13104;p125"/>
          <p:cNvGrpSpPr/>
          <p:nvPr/>
        </p:nvGrpSpPr>
        <p:grpSpPr>
          <a:xfrm>
            <a:off x="2640993" y="3183585"/>
            <a:ext cx="365348" cy="364966"/>
            <a:chOff x="2640993" y="3357835"/>
            <a:chExt cx="365348" cy="364966"/>
          </a:xfrm>
        </p:grpSpPr>
        <p:sp>
          <p:nvSpPr>
            <p:cNvPr id="13105" name="Google Shape;13105;p125"/>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125"/>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125"/>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125"/>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125"/>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125"/>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125"/>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125"/>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125"/>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125"/>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5" name="Google Shape;13115;p125"/>
          <p:cNvGrpSpPr/>
          <p:nvPr/>
        </p:nvGrpSpPr>
        <p:grpSpPr>
          <a:xfrm>
            <a:off x="4886264" y="3191924"/>
            <a:ext cx="350548" cy="350198"/>
            <a:chOff x="4886264" y="3366174"/>
            <a:chExt cx="350548" cy="350198"/>
          </a:xfrm>
        </p:grpSpPr>
        <p:sp>
          <p:nvSpPr>
            <p:cNvPr id="13116" name="Google Shape;13116;p125"/>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125"/>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125"/>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125"/>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125"/>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125"/>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125"/>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125"/>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125"/>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125"/>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125"/>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125"/>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125"/>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9" name="Google Shape;13129;p125"/>
          <p:cNvGrpSpPr/>
          <p:nvPr/>
        </p:nvGrpSpPr>
        <p:grpSpPr>
          <a:xfrm>
            <a:off x="5331913" y="3239697"/>
            <a:ext cx="347143" cy="254684"/>
            <a:chOff x="5331913" y="3413947"/>
            <a:chExt cx="347143" cy="254684"/>
          </a:xfrm>
        </p:grpSpPr>
        <p:sp>
          <p:nvSpPr>
            <p:cNvPr id="13130" name="Google Shape;13130;p125"/>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125"/>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125"/>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125"/>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125"/>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125"/>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6" name="Google Shape;13136;p125"/>
          <p:cNvGrpSpPr/>
          <p:nvPr/>
        </p:nvGrpSpPr>
        <p:grpSpPr>
          <a:xfrm>
            <a:off x="5776798" y="3235528"/>
            <a:ext cx="346379" cy="264518"/>
            <a:chOff x="5776798" y="3409778"/>
            <a:chExt cx="346379" cy="264518"/>
          </a:xfrm>
        </p:grpSpPr>
        <p:sp>
          <p:nvSpPr>
            <p:cNvPr id="13137" name="Google Shape;13137;p125"/>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125"/>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125"/>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125"/>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125"/>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125"/>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3" name="Google Shape;13143;p125"/>
          <p:cNvGrpSpPr/>
          <p:nvPr/>
        </p:nvGrpSpPr>
        <p:grpSpPr>
          <a:xfrm>
            <a:off x="7108015" y="3222255"/>
            <a:ext cx="344883" cy="290299"/>
            <a:chOff x="7108015" y="3396505"/>
            <a:chExt cx="344883" cy="290299"/>
          </a:xfrm>
        </p:grpSpPr>
        <p:sp>
          <p:nvSpPr>
            <p:cNvPr id="13144" name="Google Shape;13144;p125"/>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125"/>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125"/>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125"/>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8" name="Google Shape;13148;p125"/>
          <p:cNvGrpSpPr/>
          <p:nvPr/>
        </p:nvGrpSpPr>
        <p:grpSpPr>
          <a:xfrm>
            <a:off x="7551754" y="3216558"/>
            <a:ext cx="344883" cy="301311"/>
            <a:chOff x="7551754" y="3390808"/>
            <a:chExt cx="344883" cy="301311"/>
          </a:xfrm>
        </p:grpSpPr>
        <p:sp>
          <p:nvSpPr>
            <p:cNvPr id="13149" name="Google Shape;13149;p125"/>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125"/>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125"/>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125"/>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125"/>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125"/>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125"/>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125"/>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125"/>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125"/>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125"/>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0" name="Google Shape;13160;p125"/>
          <p:cNvGrpSpPr/>
          <p:nvPr/>
        </p:nvGrpSpPr>
        <p:grpSpPr>
          <a:xfrm>
            <a:off x="6707084" y="3213153"/>
            <a:ext cx="261145" cy="308504"/>
            <a:chOff x="6707084" y="3387403"/>
            <a:chExt cx="261145" cy="308504"/>
          </a:xfrm>
        </p:grpSpPr>
        <p:sp>
          <p:nvSpPr>
            <p:cNvPr id="13161" name="Google Shape;13161;p125"/>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125"/>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125"/>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125"/>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5" name="Google Shape;13165;p125"/>
          <p:cNvGrpSpPr/>
          <p:nvPr/>
        </p:nvGrpSpPr>
        <p:grpSpPr>
          <a:xfrm>
            <a:off x="848978" y="4123387"/>
            <a:ext cx="377824" cy="324418"/>
            <a:chOff x="848978" y="4297637"/>
            <a:chExt cx="377824" cy="324418"/>
          </a:xfrm>
        </p:grpSpPr>
        <p:sp>
          <p:nvSpPr>
            <p:cNvPr id="13166" name="Google Shape;13166;p125"/>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125"/>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8" name="Google Shape;13168;p125"/>
          <p:cNvGrpSpPr/>
          <p:nvPr/>
        </p:nvGrpSpPr>
        <p:grpSpPr>
          <a:xfrm>
            <a:off x="1754279" y="4112343"/>
            <a:ext cx="351439" cy="345965"/>
            <a:chOff x="1754279" y="4286593"/>
            <a:chExt cx="351439" cy="345965"/>
          </a:xfrm>
        </p:grpSpPr>
        <p:sp>
          <p:nvSpPr>
            <p:cNvPr id="13169" name="Google Shape;13169;p125"/>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125"/>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125"/>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125"/>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125"/>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4" name="Google Shape;13174;p125"/>
          <p:cNvGrpSpPr/>
          <p:nvPr/>
        </p:nvGrpSpPr>
        <p:grpSpPr>
          <a:xfrm>
            <a:off x="3996113" y="4116926"/>
            <a:ext cx="336512" cy="335048"/>
            <a:chOff x="3996113" y="4291176"/>
            <a:chExt cx="336512" cy="335048"/>
          </a:xfrm>
        </p:grpSpPr>
        <p:sp>
          <p:nvSpPr>
            <p:cNvPr id="13175" name="Google Shape;13175;p125"/>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125"/>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125"/>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8" name="Google Shape;13178;p125"/>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9" name="Google Shape;13179;p125"/>
          <p:cNvGrpSpPr/>
          <p:nvPr/>
        </p:nvGrpSpPr>
        <p:grpSpPr>
          <a:xfrm>
            <a:off x="2179081" y="4111261"/>
            <a:ext cx="397525" cy="348670"/>
            <a:chOff x="2179081" y="4285511"/>
            <a:chExt cx="397525" cy="348670"/>
          </a:xfrm>
        </p:grpSpPr>
        <p:sp>
          <p:nvSpPr>
            <p:cNvPr id="13180" name="Google Shape;13180;p125"/>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125"/>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2" name="Google Shape;13182;p125"/>
          <p:cNvGrpSpPr/>
          <p:nvPr/>
        </p:nvGrpSpPr>
        <p:grpSpPr>
          <a:xfrm>
            <a:off x="3584201" y="4120746"/>
            <a:ext cx="267574" cy="329415"/>
            <a:chOff x="3584201" y="4294996"/>
            <a:chExt cx="267574" cy="329415"/>
          </a:xfrm>
        </p:grpSpPr>
        <p:sp>
          <p:nvSpPr>
            <p:cNvPr id="13183" name="Google Shape;13183;p125"/>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125"/>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125"/>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125"/>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7" name="Google Shape;13187;p125"/>
          <p:cNvGrpSpPr/>
          <p:nvPr/>
        </p:nvGrpSpPr>
        <p:grpSpPr>
          <a:xfrm>
            <a:off x="3082855" y="4121478"/>
            <a:ext cx="375946" cy="327823"/>
            <a:chOff x="3082855" y="4295728"/>
            <a:chExt cx="375946" cy="327823"/>
          </a:xfrm>
        </p:grpSpPr>
        <p:sp>
          <p:nvSpPr>
            <p:cNvPr id="13188" name="Google Shape;13188;p125"/>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125"/>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125"/>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125"/>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125"/>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125"/>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125"/>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125"/>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125"/>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125"/>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125"/>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9" name="Google Shape;13199;p125"/>
          <p:cNvGrpSpPr/>
          <p:nvPr/>
        </p:nvGrpSpPr>
        <p:grpSpPr>
          <a:xfrm>
            <a:off x="2749016" y="4116926"/>
            <a:ext cx="150831" cy="336926"/>
            <a:chOff x="2749016" y="4291176"/>
            <a:chExt cx="150831" cy="336926"/>
          </a:xfrm>
        </p:grpSpPr>
        <p:sp>
          <p:nvSpPr>
            <p:cNvPr id="13200" name="Google Shape;13200;p125"/>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125"/>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125"/>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125"/>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4" name="Google Shape;13204;p125"/>
          <p:cNvGrpSpPr/>
          <p:nvPr/>
        </p:nvGrpSpPr>
        <p:grpSpPr>
          <a:xfrm>
            <a:off x="7127716" y="4105182"/>
            <a:ext cx="248254" cy="361942"/>
            <a:chOff x="7127716" y="4279432"/>
            <a:chExt cx="248254" cy="361942"/>
          </a:xfrm>
        </p:grpSpPr>
        <p:sp>
          <p:nvSpPr>
            <p:cNvPr id="13205" name="Google Shape;13205;p125"/>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125"/>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125"/>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125"/>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125"/>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125"/>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125"/>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125"/>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125"/>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4" name="Google Shape;13214;p125"/>
          <p:cNvGrpSpPr/>
          <p:nvPr/>
        </p:nvGrpSpPr>
        <p:grpSpPr>
          <a:xfrm>
            <a:off x="7565408" y="4105182"/>
            <a:ext cx="248255" cy="361942"/>
            <a:chOff x="7565408" y="4279432"/>
            <a:chExt cx="248255" cy="361942"/>
          </a:xfrm>
        </p:grpSpPr>
        <p:sp>
          <p:nvSpPr>
            <p:cNvPr id="13215" name="Google Shape;13215;p125"/>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125"/>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125"/>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125"/>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125"/>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125"/>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125"/>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125"/>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3" name="Google Shape;13223;p125"/>
          <p:cNvGrpSpPr/>
          <p:nvPr/>
        </p:nvGrpSpPr>
        <p:grpSpPr>
          <a:xfrm>
            <a:off x="6264109" y="4105182"/>
            <a:ext cx="225498" cy="361560"/>
            <a:chOff x="6264109" y="4279432"/>
            <a:chExt cx="225498" cy="361560"/>
          </a:xfrm>
        </p:grpSpPr>
        <p:sp>
          <p:nvSpPr>
            <p:cNvPr id="13224" name="Google Shape;13224;p125"/>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125"/>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6" name="Google Shape;13226;p125"/>
          <p:cNvGrpSpPr/>
          <p:nvPr/>
        </p:nvGrpSpPr>
        <p:grpSpPr>
          <a:xfrm>
            <a:off x="7929578" y="4110115"/>
            <a:ext cx="395266" cy="351312"/>
            <a:chOff x="7929578" y="4284365"/>
            <a:chExt cx="395266" cy="351312"/>
          </a:xfrm>
        </p:grpSpPr>
        <p:sp>
          <p:nvSpPr>
            <p:cNvPr id="13227" name="Google Shape;13227;p125"/>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125"/>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125"/>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125"/>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1" name="Google Shape;13231;p125"/>
          <p:cNvGrpSpPr/>
          <p:nvPr/>
        </p:nvGrpSpPr>
        <p:grpSpPr>
          <a:xfrm>
            <a:off x="6595502" y="4149527"/>
            <a:ext cx="426315" cy="332826"/>
            <a:chOff x="6639652" y="4323777"/>
            <a:chExt cx="426315" cy="332826"/>
          </a:xfrm>
        </p:grpSpPr>
        <p:sp>
          <p:nvSpPr>
            <p:cNvPr id="13232" name="Google Shape;13232;p125"/>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125"/>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125"/>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125"/>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125"/>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125"/>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125"/>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125"/>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125"/>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125"/>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2" name="Google Shape;13242;p125"/>
          <p:cNvGrpSpPr/>
          <p:nvPr/>
        </p:nvGrpSpPr>
        <p:grpSpPr>
          <a:xfrm>
            <a:off x="5357662" y="4123387"/>
            <a:ext cx="287275" cy="326296"/>
            <a:chOff x="5357662" y="4297637"/>
            <a:chExt cx="287275" cy="326296"/>
          </a:xfrm>
        </p:grpSpPr>
        <p:sp>
          <p:nvSpPr>
            <p:cNvPr id="13243" name="Google Shape;13243;p125"/>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125"/>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125"/>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125"/>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125"/>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8" name="Google Shape;13248;p125"/>
          <p:cNvGrpSpPr/>
          <p:nvPr/>
        </p:nvGrpSpPr>
        <p:grpSpPr>
          <a:xfrm>
            <a:off x="5774124" y="4120300"/>
            <a:ext cx="331611" cy="331674"/>
            <a:chOff x="5774124" y="4294550"/>
            <a:chExt cx="331611" cy="331674"/>
          </a:xfrm>
        </p:grpSpPr>
        <p:sp>
          <p:nvSpPr>
            <p:cNvPr id="13249" name="Google Shape;13249;p125"/>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125"/>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1" name="Google Shape;13251;p125"/>
          <p:cNvGrpSpPr/>
          <p:nvPr/>
        </p:nvGrpSpPr>
        <p:grpSpPr>
          <a:xfrm>
            <a:off x="4890434" y="4113139"/>
            <a:ext cx="345997" cy="346029"/>
            <a:chOff x="4890434" y="4287389"/>
            <a:chExt cx="345997" cy="346029"/>
          </a:xfrm>
        </p:grpSpPr>
        <p:sp>
          <p:nvSpPr>
            <p:cNvPr id="13252" name="Google Shape;13252;p125"/>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125"/>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125"/>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125"/>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125"/>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125"/>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125"/>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9" name="Google Shape;13259;p125"/>
          <p:cNvGrpSpPr/>
          <p:nvPr/>
        </p:nvGrpSpPr>
        <p:grpSpPr>
          <a:xfrm>
            <a:off x="2165809" y="3636809"/>
            <a:ext cx="422542" cy="342973"/>
            <a:chOff x="2165809" y="3811059"/>
            <a:chExt cx="422542" cy="342973"/>
          </a:xfrm>
        </p:grpSpPr>
        <p:sp>
          <p:nvSpPr>
            <p:cNvPr id="13260" name="Google Shape;13260;p125"/>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125"/>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125"/>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125"/>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125"/>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125"/>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125"/>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125"/>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125"/>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125"/>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125"/>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125"/>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125"/>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125"/>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125"/>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125"/>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125"/>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125"/>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8" name="Google Shape;13278;p125"/>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9" name="Google Shape;13279;p125"/>
          <p:cNvGrpSpPr/>
          <p:nvPr/>
        </p:nvGrpSpPr>
        <p:grpSpPr>
          <a:xfrm>
            <a:off x="903530" y="3631875"/>
            <a:ext cx="264550" cy="353222"/>
            <a:chOff x="903530" y="3806125"/>
            <a:chExt cx="264550" cy="353222"/>
          </a:xfrm>
        </p:grpSpPr>
        <p:sp>
          <p:nvSpPr>
            <p:cNvPr id="13280" name="Google Shape;13280;p125"/>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125"/>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125"/>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125"/>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4" name="Google Shape;13284;p125"/>
          <p:cNvGrpSpPr/>
          <p:nvPr/>
        </p:nvGrpSpPr>
        <p:grpSpPr>
          <a:xfrm>
            <a:off x="2611458" y="3642124"/>
            <a:ext cx="426329" cy="332375"/>
            <a:chOff x="2611458" y="3816374"/>
            <a:chExt cx="426329" cy="332375"/>
          </a:xfrm>
        </p:grpSpPr>
        <p:sp>
          <p:nvSpPr>
            <p:cNvPr id="13285" name="Google Shape;13285;p125"/>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125"/>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125"/>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125"/>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125"/>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125"/>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125"/>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125"/>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125"/>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125"/>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95" name="Google Shape;13295;p125"/>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96" name="Google Shape;13296;p125"/>
          <p:cNvGrpSpPr/>
          <p:nvPr/>
        </p:nvGrpSpPr>
        <p:grpSpPr>
          <a:xfrm>
            <a:off x="4019984" y="3631143"/>
            <a:ext cx="293704" cy="353954"/>
            <a:chOff x="4019984" y="3805393"/>
            <a:chExt cx="293704" cy="353954"/>
          </a:xfrm>
        </p:grpSpPr>
        <p:sp>
          <p:nvSpPr>
            <p:cNvPr id="13297" name="Google Shape;13297;p125"/>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125"/>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9" name="Google Shape;13299;p125"/>
          <p:cNvGrpSpPr/>
          <p:nvPr/>
        </p:nvGrpSpPr>
        <p:grpSpPr>
          <a:xfrm>
            <a:off x="8006505" y="3215794"/>
            <a:ext cx="323654" cy="303189"/>
            <a:chOff x="8006505" y="3390044"/>
            <a:chExt cx="323654" cy="303189"/>
          </a:xfrm>
        </p:grpSpPr>
        <p:sp>
          <p:nvSpPr>
            <p:cNvPr id="13300" name="Google Shape;13300;p125"/>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125"/>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125"/>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125"/>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125"/>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125"/>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6" name="Google Shape;13306;p125"/>
          <p:cNvGrpSpPr/>
          <p:nvPr/>
        </p:nvGrpSpPr>
        <p:grpSpPr>
          <a:xfrm>
            <a:off x="1299146" y="3632257"/>
            <a:ext cx="367990" cy="351312"/>
            <a:chOff x="1299146" y="3806507"/>
            <a:chExt cx="367990" cy="351312"/>
          </a:xfrm>
        </p:grpSpPr>
        <p:sp>
          <p:nvSpPr>
            <p:cNvPr id="13307" name="Google Shape;13307;p125"/>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125"/>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9" name="Google Shape;13309;p125"/>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10" name="Google Shape;13310;p125"/>
          <p:cNvGrpSpPr/>
          <p:nvPr/>
        </p:nvGrpSpPr>
        <p:grpSpPr>
          <a:xfrm>
            <a:off x="3095745" y="3631143"/>
            <a:ext cx="352840" cy="354717"/>
            <a:chOff x="3095745" y="3805393"/>
            <a:chExt cx="352840" cy="354717"/>
          </a:xfrm>
        </p:grpSpPr>
        <p:sp>
          <p:nvSpPr>
            <p:cNvPr id="13311" name="Google Shape;13311;p125"/>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125"/>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125"/>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125"/>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125"/>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125"/>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7" name="Google Shape;13317;p125"/>
          <p:cNvGrpSpPr/>
          <p:nvPr/>
        </p:nvGrpSpPr>
        <p:grpSpPr>
          <a:xfrm>
            <a:off x="7550258" y="3658420"/>
            <a:ext cx="371395" cy="301279"/>
            <a:chOff x="7550258" y="3832670"/>
            <a:chExt cx="371395" cy="301279"/>
          </a:xfrm>
        </p:grpSpPr>
        <p:sp>
          <p:nvSpPr>
            <p:cNvPr id="13318" name="Google Shape;13318;p125"/>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125"/>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125"/>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125"/>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125"/>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125"/>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125"/>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125"/>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125"/>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125"/>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125"/>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125"/>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125"/>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125"/>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125"/>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125"/>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125"/>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125"/>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36" name="Google Shape;13336;p125"/>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37" name="Google Shape;13337;p125"/>
          <p:cNvGrpSpPr/>
          <p:nvPr/>
        </p:nvGrpSpPr>
        <p:grpSpPr>
          <a:xfrm>
            <a:off x="6659725" y="3633785"/>
            <a:ext cx="367608" cy="350548"/>
            <a:chOff x="6659725" y="3808035"/>
            <a:chExt cx="367608" cy="350548"/>
          </a:xfrm>
        </p:grpSpPr>
        <p:sp>
          <p:nvSpPr>
            <p:cNvPr id="13338" name="Google Shape;13338;p125"/>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125"/>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0" name="Google Shape;13340;p125"/>
          <p:cNvGrpSpPr/>
          <p:nvPr/>
        </p:nvGrpSpPr>
        <p:grpSpPr>
          <a:xfrm>
            <a:off x="6219391" y="3642506"/>
            <a:ext cx="356627" cy="334252"/>
            <a:chOff x="6219391" y="3816756"/>
            <a:chExt cx="356627" cy="334252"/>
          </a:xfrm>
        </p:grpSpPr>
        <p:sp>
          <p:nvSpPr>
            <p:cNvPr id="13341" name="Google Shape;13341;p125"/>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125"/>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125"/>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125"/>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5" name="Google Shape;13345;p125"/>
          <p:cNvGrpSpPr/>
          <p:nvPr/>
        </p:nvGrpSpPr>
        <p:grpSpPr>
          <a:xfrm>
            <a:off x="5778676" y="3652722"/>
            <a:ext cx="349052" cy="313055"/>
            <a:chOff x="5778676" y="3826972"/>
            <a:chExt cx="349052" cy="313055"/>
          </a:xfrm>
        </p:grpSpPr>
        <p:sp>
          <p:nvSpPr>
            <p:cNvPr id="13346" name="Google Shape;13346;p125"/>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125"/>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125"/>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125"/>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125"/>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125"/>
          <p:cNvGrpSpPr/>
          <p:nvPr/>
        </p:nvGrpSpPr>
        <p:grpSpPr>
          <a:xfrm>
            <a:off x="5355784" y="3660297"/>
            <a:ext cx="299019" cy="297905"/>
            <a:chOff x="5355784" y="3834547"/>
            <a:chExt cx="299019" cy="297905"/>
          </a:xfrm>
        </p:grpSpPr>
        <p:sp>
          <p:nvSpPr>
            <p:cNvPr id="13352" name="Google Shape;13352;p125"/>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125"/>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125"/>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125"/>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6" name="Google Shape;13356;p125"/>
          <p:cNvGrpSpPr/>
          <p:nvPr/>
        </p:nvGrpSpPr>
        <p:grpSpPr>
          <a:xfrm>
            <a:off x="8036455" y="3633021"/>
            <a:ext cx="292176" cy="353985"/>
            <a:chOff x="8036455" y="3807271"/>
            <a:chExt cx="292176" cy="353985"/>
          </a:xfrm>
        </p:grpSpPr>
        <p:sp>
          <p:nvSpPr>
            <p:cNvPr id="13357" name="Google Shape;13357;p125"/>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125"/>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9" name="Google Shape;13359;p125"/>
          <p:cNvGrpSpPr/>
          <p:nvPr/>
        </p:nvGrpSpPr>
        <p:grpSpPr>
          <a:xfrm>
            <a:off x="4874902" y="3634549"/>
            <a:ext cx="345615" cy="350835"/>
            <a:chOff x="4874902" y="3808799"/>
            <a:chExt cx="345615" cy="350835"/>
          </a:xfrm>
        </p:grpSpPr>
        <p:sp>
          <p:nvSpPr>
            <p:cNvPr id="13360" name="Google Shape;13360;p125"/>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125"/>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125"/>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125"/>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125"/>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125"/>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125"/>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125"/>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125"/>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125"/>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125"/>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125"/>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125"/>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125"/>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125"/>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125"/>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125"/>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77" name="Google Shape;13377;p125"/>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3378" name="Google Shape;13378;p125"/>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382"/>
        <p:cNvGrpSpPr/>
        <p:nvPr/>
      </p:nvGrpSpPr>
      <p:grpSpPr>
        <a:xfrm>
          <a:off x="0" y="0"/>
          <a:ext cx="0" cy="0"/>
          <a:chOff x="0" y="0"/>
          <a:chExt cx="0" cy="0"/>
        </a:xfrm>
      </p:grpSpPr>
      <p:grpSp>
        <p:nvGrpSpPr>
          <p:cNvPr id="13383" name="Google Shape;13383;p126"/>
          <p:cNvGrpSpPr/>
          <p:nvPr/>
        </p:nvGrpSpPr>
        <p:grpSpPr>
          <a:xfrm>
            <a:off x="2704005" y="4083381"/>
            <a:ext cx="342144" cy="362704"/>
            <a:chOff x="2704005" y="4258781"/>
            <a:chExt cx="342144" cy="362704"/>
          </a:xfrm>
        </p:grpSpPr>
        <p:sp>
          <p:nvSpPr>
            <p:cNvPr id="13384" name="Google Shape;13384;p126"/>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126"/>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126"/>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126"/>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126"/>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126"/>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126"/>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1" name="Google Shape;13391;p126"/>
          <p:cNvGrpSpPr/>
          <p:nvPr/>
        </p:nvGrpSpPr>
        <p:grpSpPr>
          <a:xfrm>
            <a:off x="2157462" y="4083096"/>
            <a:ext cx="347435" cy="363370"/>
            <a:chOff x="2157462" y="4258496"/>
            <a:chExt cx="347435" cy="363370"/>
          </a:xfrm>
        </p:grpSpPr>
        <p:sp>
          <p:nvSpPr>
            <p:cNvPr id="13392" name="Google Shape;13392;p126"/>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126"/>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126"/>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5" name="Google Shape;13395;p126"/>
          <p:cNvGrpSpPr/>
          <p:nvPr/>
        </p:nvGrpSpPr>
        <p:grpSpPr>
          <a:xfrm>
            <a:off x="4010963" y="3588381"/>
            <a:ext cx="343665" cy="363211"/>
            <a:chOff x="4010963" y="3763781"/>
            <a:chExt cx="343665" cy="363211"/>
          </a:xfrm>
        </p:grpSpPr>
        <p:sp>
          <p:nvSpPr>
            <p:cNvPr id="13396" name="Google Shape;13396;p126"/>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126"/>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126"/>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126"/>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126"/>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1" name="Google Shape;13401;p126"/>
          <p:cNvGrpSpPr/>
          <p:nvPr/>
        </p:nvGrpSpPr>
        <p:grpSpPr>
          <a:xfrm>
            <a:off x="2214042" y="3635109"/>
            <a:ext cx="368153" cy="311193"/>
            <a:chOff x="2214042" y="3810509"/>
            <a:chExt cx="368153" cy="311193"/>
          </a:xfrm>
        </p:grpSpPr>
        <p:sp>
          <p:nvSpPr>
            <p:cNvPr id="13402" name="Google Shape;13402;p126"/>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126"/>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4" name="Google Shape;13404;p126"/>
          <p:cNvGrpSpPr/>
          <p:nvPr/>
        </p:nvGrpSpPr>
        <p:grpSpPr>
          <a:xfrm>
            <a:off x="1768938" y="3606819"/>
            <a:ext cx="367805" cy="367773"/>
            <a:chOff x="1768938" y="3782219"/>
            <a:chExt cx="367805" cy="367773"/>
          </a:xfrm>
        </p:grpSpPr>
        <p:sp>
          <p:nvSpPr>
            <p:cNvPr id="13405" name="Google Shape;13405;p126"/>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126"/>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126"/>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126"/>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126"/>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126"/>
          <p:cNvGrpSpPr/>
          <p:nvPr/>
        </p:nvGrpSpPr>
        <p:grpSpPr>
          <a:xfrm>
            <a:off x="2681385" y="3623039"/>
            <a:ext cx="325544" cy="327413"/>
            <a:chOff x="2681385" y="3798439"/>
            <a:chExt cx="325544" cy="327413"/>
          </a:xfrm>
        </p:grpSpPr>
        <p:sp>
          <p:nvSpPr>
            <p:cNvPr id="13411" name="Google Shape;13411;p126"/>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126"/>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126"/>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126"/>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126"/>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126"/>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126"/>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8" name="Google Shape;13418;p126"/>
          <p:cNvGrpSpPr/>
          <p:nvPr/>
        </p:nvGrpSpPr>
        <p:grpSpPr>
          <a:xfrm>
            <a:off x="6243928" y="4088102"/>
            <a:ext cx="274254" cy="350824"/>
            <a:chOff x="6243928" y="4263502"/>
            <a:chExt cx="274254" cy="350824"/>
          </a:xfrm>
        </p:grpSpPr>
        <p:sp>
          <p:nvSpPr>
            <p:cNvPr id="13419" name="Google Shape;13419;p126"/>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126"/>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126"/>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126"/>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126"/>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126"/>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126"/>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126"/>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126"/>
          <p:cNvGrpSpPr/>
          <p:nvPr/>
        </p:nvGrpSpPr>
        <p:grpSpPr>
          <a:xfrm>
            <a:off x="3560600" y="3587938"/>
            <a:ext cx="352345" cy="363655"/>
            <a:chOff x="3560600" y="3763338"/>
            <a:chExt cx="352345" cy="363655"/>
          </a:xfrm>
        </p:grpSpPr>
        <p:sp>
          <p:nvSpPr>
            <p:cNvPr id="13428" name="Google Shape;13428;p126"/>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126"/>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126"/>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1" name="Google Shape;13431;p126"/>
          <p:cNvGrpSpPr/>
          <p:nvPr/>
        </p:nvGrpSpPr>
        <p:grpSpPr>
          <a:xfrm>
            <a:off x="5790556" y="4085852"/>
            <a:ext cx="279513" cy="356083"/>
            <a:chOff x="5790556" y="4261252"/>
            <a:chExt cx="279513" cy="356083"/>
          </a:xfrm>
        </p:grpSpPr>
        <p:sp>
          <p:nvSpPr>
            <p:cNvPr id="13432" name="Google Shape;13432;p126"/>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126"/>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126"/>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126"/>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126"/>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126"/>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126"/>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9" name="Google Shape;13439;p126"/>
          <p:cNvGrpSpPr/>
          <p:nvPr/>
        </p:nvGrpSpPr>
        <p:grpSpPr>
          <a:xfrm>
            <a:off x="5341333" y="4085852"/>
            <a:ext cx="278752" cy="356463"/>
            <a:chOff x="5341333" y="4261252"/>
            <a:chExt cx="278752" cy="356463"/>
          </a:xfrm>
        </p:grpSpPr>
        <p:sp>
          <p:nvSpPr>
            <p:cNvPr id="13440" name="Google Shape;13440;p126"/>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126"/>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126"/>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126"/>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126"/>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126"/>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126"/>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47" name="Google Shape;13447;p126"/>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48" name="Google Shape;13448;p126"/>
          <p:cNvGrpSpPr/>
          <p:nvPr/>
        </p:nvGrpSpPr>
        <p:grpSpPr>
          <a:xfrm>
            <a:off x="3103646" y="3590676"/>
            <a:ext cx="360233" cy="362451"/>
            <a:chOff x="3107608" y="3763401"/>
            <a:chExt cx="360233" cy="362451"/>
          </a:xfrm>
        </p:grpSpPr>
        <p:sp>
          <p:nvSpPr>
            <p:cNvPr id="13449" name="Google Shape;13449;p126"/>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126"/>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126"/>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2" name="Google Shape;13452;p126"/>
          <p:cNvGrpSpPr/>
          <p:nvPr/>
        </p:nvGrpSpPr>
        <p:grpSpPr>
          <a:xfrm>
            <a:off x="889343" y="3625827"/>
            <a:ext cx="351585" cy="339705"/>
            <a:chOff x="889343" y="3801227"/>
            <a:chExt cx="351585" cy="339705"/>
          </a:xfrm>
        </p:grpSpPr>
        <p:sp>
          <p:nvSpPr>
            <p:cNvPr id="13453" name="Google Shape;13453;p126"/>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126"/>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126"/>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126"/>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126"/>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8" name="Google Shape;13458;p126"/>
          <p:cNvGrpSpPr/>
          <p:nvPr/>
        </p:nvGrpSpPr>
        <p:grpSpPr>
          <a:xfrm>
            <a:off x="4896609" y="4085472"/>
            <a:ext cx="278784" cy="355323"/>
            <a:chOff x="4896609" y="4260872"/>
            <a:chExt cx="278784" cy="355323"/>
          </a:xfrm>
        </p:grpSpPr>
        <p:sp>
          <p:nvSpPr>
            <p:cNvPr id="13459" name="Google Shape;13459;p126"/>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126"/>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126"/>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126"/>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126"/>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126"/>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5" name="Google Shape;13465;p126"/>
          <p:cNvGrpSpPr/>
          <p:nvPr/>
        </p:nvGrpSpPr>
        <p:grpSpPr>
          <a:xfrm>
            <a:off x="7598438" y="4090731"/>
            <a:ext cx="260283" cy="345914"/>
            <a:chOff x="7598438" y="4266131"/>
            <a:chExt cx="260283" cy="345914"/>
          </a:xfrm>
        </p:grpSpPr>
        <p:sp>
          <p:nvSpPr>
            <p:cNvPr id="13466" name="Google Shape;13466;p126"/>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126"/>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126"/>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126"/>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126"/>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126"/>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126"/>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3" name="Google Shape;13473;p126"/>
          <p:cNvGrpSpPr/>
          <p:nvPr/>
        </p:nvGrpSpPr>
        <p:grpSpPr>
          <a:xfrm>
            <a:off x="1767069" y="3184746"/>
            <a:ext cx="286324" cy="348163"/>
            <a:chOff x="1767069" y="3360146"/>
            <a:chExt cx="286324" cy="348163"/>
          </a:xfrm>
        </p:grpSpPr>
        <p:sp>
          <p:nvSpPr>
            <p:cNvPr id="13474" name="Google Shape;13474;p126"/>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126"/>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126"/>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126"/>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126"/>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126"/>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126"/>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1" name="Google Shape;13481;p126"/>
          <p:cNvGrpSpPr/>
          <p:nvPr/>
        </p:nvGrpSpPr>
        <p:grpSpPr>
          <a:xfrm>
            <a:off x="7149944" y="4090731"/>
            <a:ext cx="260283" cy="345914"/>
            <a:chOff x="7149944" y="4266131"/>
            <a:chExt cx="260283" cy="345914"/>
          </a:xfrm>
        </p:grpSpPr>
        <p:sp>
          <p:nvSpPr>
            <p:cNvPr id="13482" name="Google Shape;13482;p126"/>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126"/>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126"/>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126"/>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126"/>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126"/>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8" name="Google Shape;13488;p126"/>
          <p:cNvGrpSpPr/>
          <p:nvPr/>
        </p:nvGrpSpPr>
        <p:grpSpPr>
          <a:xfrm>
            <a:off x="6695051" y="4083951"/>
            <a:ext cx="270104" cy="360233"/>
            <a:chOff x="6695051" y="4259351"/>
            <a:chExt cx="270104" cy="360233"/>
          </a:xfrm>
        </p:grpSpPr>
        <p:sp>
          <p:nvSpPr>
            <p:cNvPr id="13489" name="Google Shape;13489;p126"/>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126"/>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126"/>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126"/>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126"/>
          <p:cNvGrpSpPr/>
          <p:nvPr/>
        </p:nvGrpSpPr>
        <p:grpSpPr>
          <a:xfrm>
            <a:off x="8047661" y="4082051"/>
            <a:ext cx="277263" cy="362514"/>
            <a:chOff x="8047661" y="4257451"/>
            <a:chExt cx="277263" cy="362514"/>
          </a:xfrm>
        </p:grpSpPr>
        <p:sp>
          <p:nvSpPr>
            <p:cNvPr id="13494" name="Google Shape;13494;p126"/>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126"/>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126"/>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126"/>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8" name="Google Shape;13498;p126"/>
          <p:cNvGrpSpPr/>
          <p:nvPr/>
        </p:nvGrpSpPr>
        <p:grpSpPr>
          <a:xfrm>
            <a:off x="6248078" y="3609068"/>
            <a:ext cx="277263" cy="356115"/>
            <a:chOff x="6248078" y="3784468"/>
            <a:chExt cx="277263" cy="356115"/>
          </a:xfrm>
        </p:grpSpPr>
        <p:sp>
          <p:nvSpPr>
            <p:cNvPr id="13499" name="Google Shape;13499;p126"/>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126"/>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126"/>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126"/>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126"/>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126"/>
          <p:cNvGrpSpPr/>
          <p:nvPr/>
        </p:nvGrpSpPr>
        <p:grpSpPr>
          <a:xfrm>
            <a:off x="5800725" y="3610589"/>
            <a:ext cx="277644" cy="354594"/>
            <a:chOff x="5800725" y="3785989"/>
            <a:chExt cx="277644" cy="354594"/>
          </a:xfrm>
        </p:grpSpPr>
        <p:sp>
          <p:nvSpPr>
            <p:cNvPr id="13505" name="Google Shape;13505;p126"/>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126"/>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126"/>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126"/>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126"/>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126"/>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126"/>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126"/>
          <p:cNvGrpSpPr/>
          <p:nvPr/>
        </p:nvGrpSpPr>
        <p:grpSpPr>
          <a:xfrm>
            <a:off x="2206122" y="3185348"/>
            <a:ext cx="308183" cy="347561"/>
            <a:chOff x="2206122" y="3360748"/>
            <a:chExt cx="308183" cy="347561"/>
          </a:xfrm>
        </p:grpSpPr>
        <p:sp>
          <p:nvSpPr>
            <p:cNvPr id="13513" name="Google Shape;13513;p126"/>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126"/>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126"/>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126"/>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126"/>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8" name="Google Shape;13518;p126"/>
          <p:cNvGrpSpPr/>
          <p:nvPr/>
        </p:nvGrpSpPr>
        <p:grpSpPr>
          <a:xfrm>
            <a:off x="5353403" y="3610209"/>
            <a:ext cx="277992" cy="354974"/>
            <a:chOff x="5353403" y="3785609"/>
            <a:chExt cx="277992" cy="354974"/>
          </a:xfrm>
        </p:grpSpPr>
        <p:sp>
          <p:nvSpPr>
            <p:cNvPr id="13519" name="Google Shape;13519;p126"/>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126"/>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126"/>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126"/>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126"/>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126"/>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5" name="Google Shape;13525;p126"/>
          <p:cNvGrpSpPr/>
          <p:nvPr/>
        </p:nvGrpSpPr>
        <p:grpSpPr>
          <a:xfrm>
            <a:off x="4896229" y="3610589"/>
            <a:ext cx="278784" cy="354594"/>
            <a:chOff x="4896229" y="3785989"/>
            <a:chExt cx="278784" cy="354594"/>
          </a:xfrm>
        </p:grpSpPr>
        <p:sp>
          <p:nvSpPr>
            <p:cNvPr id="13526" name="Google Shape;13526;p126"/>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126"/>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126"/>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126"/>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126"/>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126"/>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2" name="Google Shape;13532;p126"/>
          <p:cNvGrpSpPr/>
          <p:nvPr/>
        </p:nvGrpSpPr>
        <p:grpSpPr>
          <a:xfrm>
            <a:off x="7592387" y="3612458"/>
            <a:ext cx="273874" cy="351204"/>
            <a:chOff x="7592387" y="3787858"/>
            <a:chExt cx="273874" cy="351204"/>
          </a:xfrm>
        </p:grpSpPr>
        <p:sp>
          <p:nvSpPr>
            <p:cNvPr id="13533" name="Google Shape;13533;p126"/>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126"/>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126"/>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126"/>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7" name="Google Shape;13537;p126"/>
          <p:cNvGrpSpPr/>
          <p:nvPr/>
        </p:nvGrpSpPr>
        <p:grpSpPr>
          <a:xfrm>
            <a:off x="7145794" y="3612458"/>
            <a:ext cx="274254" cy="350444"/>
            <a:chOff x="7145794" y="3787858"/>
            <a:chExt cx="274254" cy="350444"/>
          </a:xfrm>
        </p:grpSpPr>
        <p:sp>
          <p:nvSpPr>
            <p:cNvPr id="13538" name="Google Shape;13538;p126"/>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126"/>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126"/>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126"/>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126"/>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126"/>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4" name="Google Shape;13544;p126"/>
          <p:cNvGrpSpPr/>
          <p:nvPr/>
        </p:nvGrpSpPr>
        <p:grpSpPr>
          <a:xfrm>
            <a:off x="8054060" y="3611698"/>
            <a:ext cx="266334" cy="353834"/>
            <a:chOff x="8054060" y="3787098"/>
            <a:chExt cx="266334" cy="353834"/>
          </a:xfrm>
        </p:grpSpPr>
        <p:sp>
          <p:nvSpPr>
            <p:cNvPr id="13545" name="Google Shape;13545;p126"/>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126"/>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126"/>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126"/>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9" name="Google Shape;13549;p126"/>
          <p:cNvGrpSpPr/>
          <p:nvPr/>
        </p:nvGrpSpPr>
        <p:grpSpPr>
          <a:xfrm>
            <a:off x="6702211" y="3607199"/>
            <a:ext cx="270104" cy="361754"/>
            <a:chOff x="6702211" y="3782599"/>
            <a:chExt cx="270104" cy="361754"/>
          </a:xfrm>
        </p:grpSpPr>
        <p:sp>
          <p:nvSpPr>
            <p:cNvPr id="13550" name="Google Shape;13550;p126"/>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126"/>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126"/>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126"/>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126"/>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5" name="Google Shape;13555;p126"/>
          <p:cNvGrpSpPr/>
          <p:nvPr/>
        </p:nvGrpSpPr>
        <p:grpSpPr>
          <a:xfrm>
            <a:off x="3516886" y="3263327"/>
            <a:ext cx="391854" cy="269922"/>
            <a:chOff x="3516850" y="3406526"/>
            <a:chExt cx="369674" cy="254644"/>
          </a:xfrm>
        </p:grpSpPr>
        <p:sp>
          <p:nvSpPr>
            <p:cNvPr id="13556" name="Google Shape;13556;p126"/>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126"/>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126"/>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126"/>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0" name="Google Shape;13560;p126"/>
          <p:cNvGrpSpPr/>
          <p:nvPr/>
        </p:nvGrpSpPr>
        <p:grpSpPr>
          <a:xfrm>
            <a:off x="1310655" y="3185127"/>
            <a:ext cx="306314" cy="347403"/>
            <a:chOff x="1310655" y="3360527"/>
            <a:chExt cx="306314" cy="347403"/>
          </a:xfrm>
        </p:grpSpPr>
        <p:sp>
          <p:nvSpPr>
            <p:cNvPr id="13561" name="Google Shape;13561;p126"/>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126"/>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126"/>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126"/>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126"/>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6" name="Google Shape;13566;p126"/>
          <p:cNvGrpSpPr/>
          <p:nvPr/>
        </p:nvGrpSpPr>
        <p:grpSpPr>
          <a:xfrm>
            <a:off x="3119678" y="3184746"/>
            <a:ext cx="269343" cy="348543"/>
            <a:chOff x="3119678" y="3360146"/>
            <a:chExt cx="269343" cy="348543"/>
          </a:xfrm>
        </p:grpSpPr>
        <p:sp>
          <p:nvSpPr>
            <p:cNvPr id="13567" name="Google Shape;13567;p126"/>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126"/>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126"/>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126"/>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126"/>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126"/>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126"/>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4" name="Google Shape;13574;p126"/>
          <p:cNvGrpSpPr/>
          <p:nvPr/>
        </p:nvGrpSpPr>
        <p:grpSpPr>
          <a:xfrm>
            <a:off x="3967213" y="3181547"/>
            <a:ext cx="368185" cy="354753"/>
            <a:chOff x="3967213" y="3356947"/>
            <a:chExt cx="368185" cy="354753"/>
          </a:xfrm>
        </p:grpSpPr>
        <p:sp>
          <p:nvSpPr>
            <p:cNvPr id="13575" name="Google Shape;13575;p126"/>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126"/>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126"/>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126"/>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126"/>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126"/>
          <p:cNvGrpSpPr/>
          <p:nvPr/>
        </p:nvGrpSpPr>
        <p:grpSpPr>
          <a:xfrm>
            <a:off x="871254" y="3184746"/>
            <a:ext cx="285183" cy="347023"/>
            <a:chOff x="871254" y="3360146"/>
            <a:chExt cx="285183" cy="347023"/>
          </a:xfrm>
        </p:grpSpPr>
        <p:sp>
          <p:nvSpPr>
            <p:cNvPr id="13581" name="Google Shape;13581;p126"/>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126"/>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126"/>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126"/>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5" name="Google Shape;13585;p126"/>
          <p:cNvGrpSpPr/>
          <p:nvPr/>
        </p:nvGrpSpPr>
        <p:grpSpPr>
          <a:xfrm>
            <a:off x="2665165" y="3184746"/>
            <a:ext cx="281794" cy="349684"/>
            <a:chOff x="2665165" y="3360146"/>
            <a:chExt cx="281794" cy="349684"/>
          </a:xfrm>
        </p:grpSpPr>
        <p:sp>
          <p:nvSpPr>
            <p:cNvPr id="13586" name="Google Shape;13586;p126"/>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126"/>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126"/>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126"/>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126"/>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1" name="Google Shape;13591;p126"/>
          <p:cNvGrpSpPr/>
          <p:nvPr/>
        </p:nvGrpSpPr>
        <p:grpSpPr>
          <a:xfrm>
            <a:off x="7156344" y="3172296"/>
            <a:ext cx="264465" cy="353074"/>
            <a:chOff x="7156344" y="3347696"/>
            <a:chExt cx="264465" cy="353074"/>
          </a:xfrm>
        </p:grpSpPr>
        <p:sp>
          <p:nvSpPr>
            <p:cNvPr id="13592" name="Google Shape;13592;p126"/>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126"/>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126"/>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126"/>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126"/>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7" name="Google Shape;13597;p126"/>
          <p:cNvGrpSpPr/>
          <p:nvPr/>
        </p:nvGrpSpPr>
        <p:grpSpPr>
          <a:xfrm>
            <a:off x="6703732" y="3171536"/>
            <a:ext cx="264813" cy="352693"/>
            <a:chOff x="6703732" y="3346936"/>
            <a:chExt cx="264813" cy="352693"/>
          </a:xfrm>
        </p:grpSpPr>
        <p:sp>
          <p:nvSpPr>
            <p:cNvPr id="13598" name="Google Shape;13598;p126"/>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126"/>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126"/>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126"/>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126"/>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3" name="Google Shape;13603;p126"/>
          <p:cNvGrpSpPr/>
          <p:nvPr/>
        </p:nvGrpSpPr>
        <p:grpSpPr>
          <a:xfrm>
            <a:off x="6252228" y="3171536"/>
            <a:ext cx="265193" cy="352693"/>
            <a:chOff x="6252228" y="3346936"/>
            <a:chExt cx="265193" cy="352693"/>
          </a:xfrm>
        </p:grpSpPr>
        <p:sp>
          <p:nvSpPr>
            <p:cNvPr id="13604" name="Google Shape;13604;p126"/>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126"/>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126"/>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7" name="Google Shape;13607;p126"/>
          <p:cNvGrpSpPr/>
          <p:nvPr/>
        </p:nvGrpSpPr>
        <p:grpSpPr>
          <a:xfrm>
            <a:off x="5801105" y="3172296"/>
            <a:ext cx="264813" cy="351933"/>
            <a:chOff x="5801105" y="3347696"/>
            <a:chExt cx="264813" cy="351933"/>
          </a:xfrm>
        </p:grpSpPr>
        <p:sp>
          <p:nvSpPr>
            <p:cNvPr id="13608" name="Google Shape;13608;p126"/>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126"/>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126"/>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126"/>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2" name="Google Shape;13612;p126"/>
          <p:cNvGrpSpPr/>
          <p:nvPr/>
        </p:nvGrpSpPr>
        <p:grpSpPr>
          <a:xfrm>
            <a:off x="5349253" y="3171536"/>
            <a:ext cx="265922" cy="352693"/>
            <a:chOff x="5349253" y="3346936"/>
            <a:chExt cx="265922" cy="352693"/>
          </a:xfrm>
        </p:grpSpPr>
        <p:sp>
          <p:nvSpPr>
            <p:cNvPr id="13613" name="Google Shape;13613;p126"/>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126"/>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126"/>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126"/>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126"/>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126"/>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9" name="Google Shape;13619;p126"/>
          <p:cNvGrpSpPr/>
          <p:nvPr/>
        </p:nvGrpSpPr>
        <p:grpSpPr>
          <a:xfrm>
            <a:off x="4907159" y="3171536"/>
            <a:ext cx="264845" cy="354214"/>
            <a:chOff x="4907159" y="3346936"/>
            <a:chExt cx="264845" cy="354214"/>
          </a:xfrm>
        </p:grpSpPr>
        <p:sp>
          <p:nvSpPr>
            <p:cNvPr id="13620" name="Google Shape;13620;p126"/>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126"/>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2" name="Google Shape;13622;p126"/>
          <p:cNvGrpSpPr/>
          <p:nvPr/>
        </p:nvGrpSpPr>
        <p:grpSpPr>
          <a:xfrm>
            <a:off x="8048421" y="3159086"/>
            <a:ext cx="276503" cy="369674"/>
            <a:chOff x="8048421" y="3334486"/>
            <a:chExt cx="276503" cy="369674"/>
          </a:xfrm>
        </p:grpSpPr>
        <p:sp>
          <p:nvSpPr>
            <p:cNvPr id="13623" name="Google Shape;13623;p126"/>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126"/>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126"/>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126"/>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126"/>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126"/>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9" name="Google Shape;13629;p126"/>
          <p:cNvGrpSpPr/>
          <p:nvPr/>
        </p:nvGrpSpPr>
        <p:grpSpPr>
          <a:xfrm>
            <a:off x="7575787" y="3154555"/>
            <a:ext cx="295384" cy="376834"/>
            <a:chOff x="7575787" y="3329955"/>
            <a:chExt cx="295384" cy="376834"/>
          </a:xfrm>
        </p:grpSpPr>
        <p:sp>
          <p:nvSpPr>
            <p:cNvPr id="13630" name="Google Shape;13630;p126"/>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126"/>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126"/>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126"/>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126"/>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126"/>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6" name="Google Shape;13636;p126"/>
          <p:cNvGrpSpPr/>
          <p:nvPr/>
        </p:nvGrpSpPr>
        <p:grpSpPr>
          <a:xfrm>
            <a:off x="864062" y="2709103"/>
            <a:ext cx="264084" cy="347783"/>
            <a:chOff x="864062" y="2884503"/>
            <a:chExt cx="264084" cy="347783"/>
          </a:xfrm>
        </p:grpSpPr>
        <p:sp>
          <p:nvSpPr>
            <p:cNvPr id="13637" name="Google Shape;13637;p126"/>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126"/>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126"/>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126"/>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126"/>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126"/>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126"/>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126"/>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126"/>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126"/>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7" name="Google Shape;13647;p126"/>
          <p:cNvGrpSpPr/>
          <p:nvPr/>
        </p:nvGrpSpPr>
        <p:grpSpPr>
          <a:xfrm>
            <a:off x="3978523" y="2709261"/>
            <a:ext cx="348955" cy="346516"/>
            <a:chOff x="3978523" y="2884661"/>
            <a:chExt cx="348955" cy="346516"/>
          </a:xfrm>
        </p:grpSpPr>
        <p:sp>
          <p:nvSpPr>
            <p:cNvPr id="13648" name="Google Shape;13648;p126"/>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126"/>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126"/>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126"/>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126"/>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126"/>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126"/>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126"/>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6" name="Google Shape;13656;p126"/>
          <p:cNvGrpSpPr/>
          <p:nvPr/>
        </p:nvGrpSpPr>
        <p:grpSpPr>
          <a:xfrm>
            <a:off x="3527780" y="2709863"/>
            <a:ext cx="347435" cy="345534"/>
            <a:chOff x="3527780" y="2885263"/>
            <a:chExt cx="347435" cy="345534"/>
          </a:xfrm>
        </p:grpSpPr>
        <p:sp>
          <p:nvSpPr>
            <p:cNvPr id="13657" name="Google Shape;13657;p126"/>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126"/>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126"/>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126"/>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126"/>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126"/>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126"/>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126"/>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126"/>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126"/>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126"/>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126"/>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126"/>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126"/>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126"/>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126"/>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126"/>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126"/>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126"/>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126"/>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126"/>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126"/>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126"/>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126"/>
          <p:cNvGrpSpPr/>
          <p:nvPr/>
        </p:nvGrpSpPr>
        <p:grpSpPr>
          <a:xfrm>
            <a:off x="2239671" y="2709103"/>
            <a:ext cx="218053" cy="348543"/>
            <a:chOff x="2239671" y="2884503"/>
            <a:chExt cx="218053" cy="348543"/>
          </a:xfrm>
        </p:grpSpPr>
        <p:sp>
          <p:nvSpPr>
            <p:cNvPr id="13681" name="Google Shape;13681;p126"/>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126"/>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126"/>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126"/>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126"/>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6" name="Google Shape;13686;p126"/>
          <p:cNvGrpSpPr/>
          <p:nvPr/>
        </p:nvGrpSpPr>
        <p:grpSpPr>
          <a:xfrm>
            <a:off x="2691555" y="2709103"/>
            <a:ext cx="215044" cy="348924"/>
            <a:chOff x="2691555" y="2884503"/>
            <a:chExt cx="215044" cy="348924"/>
          </a:xfrm>
        </p:grpSpPr>
        <p:sp>
          <p:nvSpPr>
            <p:cNvPr id="13687" name="Google Shape;13687;p126"/>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126"/>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126"/>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0" name="Google Shape;13690;p126"/>
          <p:cNvGrpSpPr/>
          <p:nvPr/>
        </p:nvGrpSpPr>
        <p:grpSpPr>
          <a:xfrm>
            <a:off x="1770459" y="2709103"/>
            <a:ext cx="254644" cy="348828"/>
            <a:chOff x="1770459" y="2884503"/>
            <a:chExt cx="254644" cy="348828"/>
          </a:xfrm>
        </p:grpSpPr>
        <p:sp>
          <p:nvSpPr>
            <p:cNvPr id="13691" name="Google Shape;13691;p126"/>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126"/>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126"/>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126"/>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126"/>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126"/>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126"/>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126"/>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9" name="Google Shape;13699;p126"/>
          <p:cNvGrpSpPr/>
          <p:nvPr/>
        </p:nvGrpSpPr>
        <p:grpSpPr>
          <a:xfrm>
            <a:off x="1317466" y="2709483"/>
            <a:ext cx="258382" cy="348543"/>
            <a:chOff x="1317466" y="2884883"/>
            <a:chExt cx="258382" cy="348543"/>
          </a:xfrm>
        </p:grpSpPr>
        <p:sp>
          <p:nvSpPr>
            <p:cNvPr id="13700" name="Google Shape;13700;p126"/>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126"/>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126"/>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126"/>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126"/>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126"/>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126"/>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126"/>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8" name="Google Shape;13708;p126"/>
          <p:cNvGrpSpPr/>
          <p:nvPr/>
        </p:nvGrpSpPr>
        <p:grpSpPr>
          <a:xfrm>
            <a:off x="3121167" y="2709483"/>
            <a:ext cx="258414" cy="348543"/>
            <a:chOff x="3121167" y="2884883"/>
            <a:chExt cx="258414" cy="348543"/>
          </a:xfrm>
        </p:grpSpPr>
        <p:sp>
          <p:nvSpPr>
            <p:cNvPr id="13709" name="Google Shape;13709;p126"/>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126"/>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126"/>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126"/>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126"/>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126"/>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126"/>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126"/>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7" name="Google Shape;13717;p126"/>
          <p:cNvGrpSpPr/>
          <p:nvPr/>
        </p:nvGrpSpPr>
        <p:grpSpPr>
          <a:xfrm>
            <a:off x="4899999" y="2706695"/>
            <a:ext cx="271244" cy="346801"/>
            <a:chOff x="4899999" y="2882095"/>
            <a:chExt cx="271244" cy="346801"/>
          </a:xfrm>
        </p:grpSpPr>
        <p:sp>
          <p:nvSpPr>
            <p:cNvPr id="13718" name="Google Shape;13718;p126"/>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126"/>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126"/>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126"/>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126"/>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126"/>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126"/>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126"/>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126"/>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126"/>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8" name="Google Shape;13728;p126"/>
          <p:cNvGrpSpPr/>
          <p:nvPr/>
        </p:nvGrpSpPr>
        <p:grpSpPr>
          <a:xfrm>
            <a:off x="7162775" y="2705713"/>
            <a:ext cx="259523" cy="346294"/>
            <a:chOff x="7162775" y="2881113"/>
            <a:chExt cx="259523" cy="346294"/>
          </a:xfrm>
        </p:grpSpPr>
        <p:sp>
          <p:nvSpPr>
            <p:cNvPr id="13729" name="Google Shape;13729;p126"/>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126"/>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126"/>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126"/>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126"/>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126"/>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5" name="Google Shape;13735;p126"/>
          <p:cNvGrpSpPr/>
          <p:nvPr/>
        </p:nvGrpSpPr>
        <p:grpSpPr>
          <a:xfrm>
            <a:off x="6709751" y="2706442"/>
            <a:ext cx="261075" cy="347815"/>
            <a:chOff x="6709751" y="2881842"/>
            <a:chExt cx="261075" cy="347815"/>
          </a:xfrm>
        </p:grpSpPr>
        <p:sp>
          <p:nvSpPr>
            <p:cNvPr id="13736" name="Google Shape;13736;p126"/>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126"/>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126"/>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126"/>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126"/>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126"/>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2" name="Google Shape;13742;p126"/>
          <p:cNvGrpSpPr/>
          <p:nvPr/>
        </p:nvGrpSpPr>
        <p:grpSpPr>
          <a:xfrm>
            <a:off x="5807156" y="2705713"/>
            <a:ext cx="261043" cy="348163"/>
            <a:chOff x="5807156" y="2881113"/>
            <a:chExt cx="261043" cy="348163"/>
          </a:xfrm>
        </p:grpSpPr>
        <p:sp>
          <p:nvSpPr>
            <p:cNvPr id="13743" name="Google Shape;13743;p126"/>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126"/>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126"/>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126"/>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126"/>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8" name="Google Shape;13748;p126"/>
          <p:cNvGrpSpPr/>
          <p:nvPr/>
        </p:nvGrpSpPr>
        <p:grpSpPr>
          <a:xfrm>
            <a:off x="5355653" y="2706093"/>
            <a:ext cx="262184" cy="346643"/>
            <a:chOff x="5355653" y="2881493"/>
            <a:chExt cx="262184" cy="346643"/>
          </a:xfrm>
        </p:grpSpPr>
        <p:sp>
          <p:nvSpPr>
            <p:cNvPr id="13749" name="Google Shape;13749;p126"/>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126"/>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126"/>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126"/>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126"/>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4" name="Google Shape;13754;p126"/>
          <p:cNvGrpSpPr/>
          <p:nvPr/>
        </p:nvGrpSpPr>
        <p:grpSpPr>
          <a:xfrm>
            <a:off x="8055961" y="2706442"/>
            <a:ext cx="260283" cy="345914"/>
            <a:chOff x="8055961" y="2881842"/>
            <a:chExt cx="260283" cy="345914"/>
          </a:xfrm>
        </p:grpSpPr>
        <p:sp>
          <p:nvSpPr>
            <p:cNvPr id="13755" name="Google Shape;13755;p126"/>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126"/>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126"/>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126"/>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126"/>
          <p:cNvGrpSpPr/>
          <p:nvPr/>
        </p:nvGrpSpPr>
        <p:grpSpPr>
          <a:xfrm>
            <a:off x="7609368" y="2718512"/>
            <a:ext cx="264813" cy="353105"/>
            <a:chOff x="7609368" y="2893912"/>
            <a:chExt cx="264813" cy="353105"/>
          </a:xfrm>
        </p:grpSpPr>
        <p:sp>
          <p:nvSpPr>
            <p:cNvPr id="13760" name="Google Shape;13760;p126"/>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126"/>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126"/>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126"/>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126"/>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126"/>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126"/>
          <p:cNvGrpSpPr/>
          <p:nvPr/>
        </p:nvGrpSpPr>
        <p:grpSpPr>
          <a:xfrm>
            <a:off x="6248458" y="2694372"/>
            <a:ext cx="270864" cy="360645"/>
            <a:chOff x="6248458" y="2869772"/>
            <a:chExt cx="270864" cy="360645"/>
          </a:xfrm>
        </p:grpSpPr>
        <p:sp>
          <p:nvSpPr>
            <p:cNvPr id="13767" name="Google Shape;13767;p126"/>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126"/>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126"/>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126"/>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126"/>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126"/>
          <p:cNvGrpSpPr/>
          <p:nvPr/>
        </p:nvGrpSpPr>
        <p:grpSpPr>
          <a:xfrm>
            <a:off x="3075928" y="2270398"/>
            <a:ext cx="363243" cy="300675"/>
            <a:chOff x="3075928" y="2445798"/>
            <a:chExt cx="363243" cy="300675"/>
          </a:xfrm>
        </p:grpSpPr>
        <p:sp>
          <p:nvSpPr>
            <p:cNvPr id="13773" name="Google Shape;13773;p126"/>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126"/>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126"/>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126"/>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126"/>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126"/>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126"/>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126"/>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126"/>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126"/>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126"/>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4" name="Google Shape;13784;p126"/>
          <p:cNvGrpSpPr/>
          <p:nvPr/>
        </p:nvGrpSpPr>
        <p:grpSpPr>
          <a:xfrm>
            <a:off x="2633105" y="2256459"/>
            <a:ext cx="363243" cy="328585"/>
            <a:chOff x="2633105" y="2431859"/>
            <a:chExt cx="363243" cy="328585"/>
          </a:xfrm>
        </p:grpSpPr>
        <p:sp>
          <p:nvSpPr>
            <p:cNvPr id="13785" name="Google Shape;13785;p126"/>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126"/>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126"/>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126"/>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126"/>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126"/>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126"/>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126"/>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3" name="Google Shape;13793;p126"/>
          <p:cNvGrpSpPr/>
          <p:nvPr/>
        </p:nvGrpSpPr>
        <p:grpSpPr>
          <a:xfrm>
            <a:off x="2189142" y="2245910"/>
            <a:ext cx="365904" cy="350064"/>
            <a:chOff x="2189142" y="2421310"/>
            <a:chExt cx="365904" cy="350064"/>
          </a:xfrm>
        </p:grpSpPr>
        <p:sp>
          <p:nvSpPr>
            <p:cNvPr id="13794" name="Google Shape;13794;p126"/>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126"/>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126"/>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126"/>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126"/>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126"/>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126"/>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126"/>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126"/>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03" name="Google Shape;13803;p126"/>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04" name="Google Shape;13804;p126"/>
          <p:cNvGrpSpPr/>
          <p:nvPr/>
        </p:nvGrpSpPr>
        <p:grpSpPr>
          <a:xfrm>
            <a:off x="3961923" y="2310917"/>
            <a:ext cx="364415" cy="220936"/>
            <a:chOff x="3961923" y="2486317"/>
            <a:chExt cx="364415" cy="220936"/>
          </a:xfrm>
        </p:grpSpPr>
        <p:sp>
          <p:nvSpPr>
            <p:cNvPr id="13805" name="Google Shape;13805;p126"/>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126"/>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126"/>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126"/>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09" name="Google Shape;13809;p126"/>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10" name="Google Shape;13810;p126"/>
          <p:cNvGrpSpPr/>
          <p:nvPr/>
        </p:nvGrpSpPr>
        <p:grpSpPr>
          <a:xfrm>
            <a:off x="1303876" y="2243977"/>
            <a:ext cx="363275" cy="354626"/>
            <a:chOff x="1303876" y="2419377"/>
            <a:chExt cx="363275" cy="354626"/>
          </a:xfrm>
        </p:grpSpPr>
        <p:sp>
          <p:nvSpPr>
            <p:cNvPr id="13811" name="Google Shape;13811;p126"/>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126"/>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126"/>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126"/>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126"/>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126"/>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126"/>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126"/>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9" name="Google Shape;13819;p126"/>
          <p:cNvGrpSpPr/>
          <p:nvPr/>
        </p:nvGrpSpPr>
        <p:grpSpPr>
          <a:xfrm>
            <a:off x="861053" y="2239510"/>
            <a:ext cx="362134" cy="363623"/>
            <a:chOff x="861053" y="2414910"/>
            <a:chExt cx="362134" cy="363623"/>
          </a:xfrm>
        </p:grpSpPr>
        <p:sp>
          <p:nvSpPr>
            <p:cNvPr id="13820" name="Google Shape;13820;p126"/>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126"/>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126"/>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126"/>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126"/>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5" name="Google Shape;13825;p126"/>
          <p:cNvGrpSpPr/>
          <p:nvPr/>
        </p:nvGrpSpPr>
        <p:grpSpPr>
          <a:xfrm>
            <a:off x="7594288" y="2239859"/>
            <a:ext cx="279513" cy="355735"/>
            <a:chOff x="7594288" y="2415259"/>
            <a:chExt cx="279513" cy="355735"/>
          </a:xfrm>
        </p:grpSpPr>
        <p:sp>
          <p:nvSpPr>
            <p:cNvPr id="13826" name="Google Shape;13826;p126"/>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126"/>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126"/>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126"/>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126"/>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126"/>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2" name="Google Shape;13832;p126"/>
          <p:cNvGrpSpPr/>
          <p:nvPr/>
        </p:nvGrpSpPr>
        <p:grpSpPr>
          <a:xfrm>
            <a:off x="7145794" y="2240239"/>
            <a:ext cx="278784" cy="355735"/>
            <a:chOff x="7145794" y="2415639"/>
            <a:chExt cx="278784" cy="355735"/>
          </a:xfrm>
        </p:grpSpPr>
        <p:sp>
          <p:nvSpPr>
            <p:cNvPr id="13833" name="Google Shape;13833;p126"/>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126"/>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126"/>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126"/>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126"/>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126"/>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126"/>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126"/>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126"/>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126"/>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3" name="Google Shape;13843;p126"/>
          <p:cNvGrpSpPr/>
          <p:nvPr/>
        </p:nvGrpSpPr>
        <p:grpSpPr>
          <a:xfrm>
            <a:off x="6698441" y="2239130"/>
            <a:ext cx="277644" cy="357984"/>
            <a:chOff x="6698441" y="2414530"/>
            <a:chExt cx="277644" cy="357984"/>
          </a:xfrm>
        </p:grpSpPr>
        <p:sp>
          <p:nvSpPr>
            <p:cNvPr id="13844" name="Google Shape;13844;p126"/>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126"/>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126"/>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126"/>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126"/>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126"/>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0" name="Google Shape;13850;p126"/>
          <p:cNvGrpSpPr/>
          <p:nvPr/>
        </p:nvGrpSpPr>
        <p:grpSpPr>
          <a:xfrm>
            <a:off x="4897750" y="2240239"/>
            <a:ext cx="279513" cy="357255"/>
            <a:chOff x="4897750" y="2415639"/>
            <a:chExt cx="279513" cy="357255"/>
          </a:xfrm>
        </p:grpSpPr>
        <p:sp>
          <p:nvSpPr>
            <p:cNvPr id="13851" name="Google Shape;13851;p126"/>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126"/>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126"/>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126"/>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126"/>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126"/>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126"/>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126"/>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9" name="Google Shape;13859;p126"/>
          <p:cNvGrpSpPr/>
          <p:nvPr/>
        </p:nvGrpSpPr>
        <p:grpSpPr>
          <a:xfrm>
            <a:off x="5812066" y="2240619"/>
            <a:ext cx="264813" cy="353454"/>
            <a:chOff x="5812066" y="2416019"/>
            <a:chExt cx="264813" cy="353454"/>
          </a:xfrm>
        </p:grpSpPr>
        <p:sp>
          <p:nvSpPr>
            <p:cNvPr id="13860" name="Google Shape;13860;p126"/>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126"/>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126"/>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126"/>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126"/>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126"/>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126"/>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7" name="Google Shape;13867;p126"/>
          <p:cNvGrpSpPr/>
          <p:nvPr/>
        </p:nvGrpSpPr>
        <p:grpSpPr>
          <a:xfrm>
            <a:off x="8054820" y="2240999"/>
            <a:ext cx="264433" cy="353454"/>
            <a:chOff x="8054820" y="2416399"/>
            <a:chExt cx="264433" cy="353454"/>
          </a:xfrm>
        </p:grpSpPr>
        <p:sp>
          <p:nvSpPr>
            <p:cNvPr id="13868" name="Google Shape;13868;p126"/>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126"/>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126"/>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126"/>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126"/>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126"/>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4" name="Google Shape;13874;p126"/>
          <p:cNvGrpSpPr/>
          <p:nvPr/>
        </p:nvGrpSpPr>
        <p:grpSpPr>
          <a:xfrm>
            <a:off x="5356413" y="2237990"/>
            <a:ext cx="271212" cy="361374"/>
            <a:chOff x="5356413" y="2413390"/>
            <a:chExt cx="271212" cy="361374"/>
          </a:xfrm>
        </p:grpSpPr>
        <p:sp>
          <p:nvSpPr>
            <p:cNvPr id="13875" name="Google Shape;13875;p126"/>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126"/>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126"/>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126"/>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126"/>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0" name="Google Shape;13880;p126"/>
          <p:cNvGrpSpPr/>
          <p:nvPr/>
        </p:nvGrpSpPr>
        <p:grpSpPr>
          <a:xfrm>
            <a:off x="6255238" y="2236849"/>
            <a:ext cx="271244" cy="360994"/>
            <a:chOff x="6255238" y="2412249"/>
            <a:chExt cx="271244" cy="360994"/>
          </a:xfrm>
        </p:grpSpPr>
        <p:sp>
          <p:nvSpPr>
            <p:cNvPr id="13881" name="Google Shape;13881;p126"/>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126"/>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126"/>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126"/>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126"/>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126"/>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7" name="Google Shape;13887;p126"/>
          <p:cNvGrpSpPr/>
          <p:nvPr/>
        </p:nvGrpSpPr>
        <p:grpSpPr>
          <a:xfrm>
            <a:off x="2185372" y="1782399"/>
            <a:ext cx="366664" cy="366981"/>
            <a:chOff x="2185372" y="1957799"/>
            <a:chExt cx="366664" cy="366981"/>
          </a:xfrm>
        </p:grpSpPr>
        <p:sp>
          <p:nvSpPr>
            <p:cNvPr id="13888" name="Google Shape;13888;p126"/>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126"/>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126"/>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126"/>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126"/>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126"/>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126"/>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126"/>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6" name="Google Shape;13896;p126"/>
          <p:cNvGrpSpPr/>
          <p:nvPr/>
        </p:nvGrpSpPr>
        <p:grpSpPr>
          <a:xfrm>
            <a:off x="1737258" y="1812971"/>
            <a:ext cx="370814" cy="307359"/>
            <a:chOff x="1737258" y="1988371"/>
            <a:chExt cx="370814" cy="307359"/>
          </a:xfrm>
        </p:grpSpPr>
        <p:sp>
          <p:nvSpPr>
            <p:cNvPr id="13897" name="Google Shape;13897;p126"/>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126"/>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126"/>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126"/>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1" name="Google Shape;13901;p126"/>
          <p:cNvGrpSpPr/>
          <p:nvPr/>
        </p:nvGrpSpPr>
        <p:grpSpPr>
          <a:xfrm>
            <a:off x="848983" y="1814111"/>
            <a:ext cx="369294" cy="304350"/>
            <a:chOff x="848983" y="1989511"/>
            <a:chExt cx="369294" cy="304350"/>
          </a:xfrm>
        </p:grpSpPr>
        <p:sp>
          <p:nvSpPr>
            <p:cNvPr id="13902" name="Google Shape;13902;p126"/>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126"/>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126"/>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126"/>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126"/>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7" name="Google Shape;13907;p126"/>
          <p:cNvGrpSpPr/>
          <p:nvPr/>
        </p:nvGrpSpPr>
        <p:grpSpPr>
          <a:xfrm>
            <a:off x="3074027" y="1808377"/>
            <a:ext cx="380604" cy="313854"/>
            <a:chOff x="3074027" y="1983777"/>
            <a:chExt cx="380604" cy="313854"/>
          </a:xfrm>
        </p:grpSpPr>
        <p:sp>
          <p:nvSpPr>
            <p:cNvPr id="13908" name="Google Shape;13908;p126"/>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126"/>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126"/>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126"/>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126"/>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3" name="Google Shape;13913;p126"/>
          <p:cNvGrpSpPr/>
          <p:nvPr/>
        </p:nvGrpSpPr>
        <p:grpSpPr>
          <a:xfrm>
            <a:off x="3522521" y="1800457"/>
            <a:ext cx="367013" cy="331278"/>
            <a:chOff x="3522521" y="1975857"/>
            <a:chExt cx="367013" cy="331278"/>
          </a:xfrm>
        </p:grpSpPr>
        <p:sp>
          <p:nvSpPr>
            <p:cNvPr id="13914" name="Google Shape;13914;p126"/>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126"/>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126"/>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126"/>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126"/>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126"/>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126"/>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1" name="Google Shape;13921;p126"/>
          <p:cNvGrpSpPr/>
          <p:nvPr/>
        </p:nvGrpSpPr>
        <p:grpSpPr>
          <a:xfrm>
            <a:off x="2630824" y="1801566"/>
            <a:ext cx="368185" cy="330454"/>
            <a:chOff x="2630824" y="1976966"/>
            <a:chExt cx="368185" cy="330454"/>
          </a:xfrm>
        </p:grpSpPr>
        <p:sp>
          <p:nvSpPr>
            <p:cNvPr id="13922" name="Google Shape;13922;p126"/>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126"/>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126"/>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126"/>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126"/>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126"/>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126"/>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126"/>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0" name="Google Shape;13930;p126"/>
          <p:cNvGrpSpPr/>
          <p:nvPr/>
        </p:nvGrpSpPr>
        <p:grpSpPr>
          <a:xfrm>
            <a:off x="1293706" y="1791016"/>
            <a:ext cx="369294" cy="350444"/>
            <a:chOff x="1293706" y="1966416"/>
            <a:chExt cx="369294" cy="350444"/>
          </a:xfrm>
        </p:grpSpPr>
        <p:sp>
          <p:nvSpPr>
            <p:cNvPr id="13931" name="Google Shape;13931;p126"/>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126"/>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126"/>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126"/>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126"/>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126"/>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126"/>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126"/>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9" name="Google Shape;13939;p126"/>
          <p:cNvGrpSpPr/>
          <p:nvPr/>
        </p:nvGrpSpPr>
        <p:grpSpPr>
          <a:xfrm>
            <a:off x="3967213" y="1800077"/>
            <a:ext cx="368185" cy="331816"/>
            <a:chOff x="3967213" y="1975477"/>
            <a:chExt cx="368185" cy="331816"/>
          </a:xfrm>
        </p:grpSpPr>
        <p:sp>
          <p:nvSpPr>
            <p:cNvPr id="13940" name="Google Shape;13940;p126"/>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126"/>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126"/>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3" name="Google Shape;13943;p126"/>
          <p:cNvGrpSpPr/>
          <p:nvPr/>
        </p:nvGrpSpPr>
        <p:grpSpPr>
          <a:xfrm>
            <a:off x="8047661" y="1793646"/>
            <a:ext cx="279132" cy="356875"/>
            <a:chOff x="8047661" y="1969046"/>
            <a:chExt cx="279132" cy="356875"/>
          </a:xfrm>
        </p:grpSpPr>
        <p:sp>
          <p:nvSpPr>
            <p:cNvPr id="13944" name="Google Shape;13944;p126"/>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126"/>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126"/>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126"/>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8" name="Google Shape;13948;p126"/>
          <p:cNvGrpSpPr/>
          <p:nvPr/>
        </p:nvGrpSpPr>
        <p:grpSpPr>
          <a:xfrm>
            <a:off x="7596157" y="1792759"/>
            <a:ext cx="279544" cy="358142"/>
            <a:chOff x="7596157" y="1968159"/>
            <a:chExt cx="279544" cy="358142"/>
          </a:xfrm>
        </p:grpSpPr>
        <p:sp>
          <p:nvSpPr>
            <p:cNvPr id="13949" name="Google Shape;13949;p126"/>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126"/>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126"/>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126"/>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126"/>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126"/>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126"/>
          <p:cNvGrpSpPr/>
          <p:nvPr/>
        </p:nvGrpSpPr>
        <p:grpSpPr>
          <a:xfrm>
            <a:off x="7147315" y="1793646"/>
            <a:ext cx="279513" cy="357636"/>
            <a:chOff x="7147315" y="1969046"/>
            <a:chExt cx="279513" cy="357636"/>
          </a:xfrm>
        </p:grpSpPr>
        <p:sp>
          <p:nvSpPr>
            <p:cNvPr id="13956" name="Google Shape;13956;p126"/>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126"/>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126"/>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126"/>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126"/>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126"/>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126"/>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3" name="Google Shape;13963;p126"/>
          <p:cNvGrpSpPr/>
          <p:nvPr/>
        </p:nvGrpSpPr>
        <p:grpSpPr>
          <a:xfrm>
            <a:off x="6697681" y="1792917"/>
            <a:ext cx="280305" cy="359093"/>
            <a:chOff x="6697681" y="1968317"/>
            <a:chExt cx="280305" cy="359093"/>
          </a:xfrm>
        </p:grpSpPr>
        <p:sp>
          <p:nvSpPr>
            <p:cNvPr id="13964" name="Google Shape;13964;p126"/>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126"/>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126"/>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126"/>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126"/>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126"/>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126"/>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1" name="Google Shape;13971;p126"/>
          <p:cNvGrpSpPr/>
          <p:nvPr/>
        </p:nvGrpSpPr>
        <p:grpSpPr>
          <a:xfrm>
            <a:off x="6248839" y="1792537"/>
            <a:ext cx="280273" cy="358744"/>
            <a:chOff x="6248839" y="1967937"/>
            <a:chExt cx="280273" cy="358744"/>
          </a:xfrm>
        </p:grpSpPr>
        <p:sp>
          <p:nvSpPr>
            <p:cNvPr id="13972" name="Google Shape;13972;p126"/>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126"/>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126"/>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126"/>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126"/>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126"/>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8" name="Google Shape;13978;p126"/>
          <p:cNvGrpSpPr/>
          <p:nvPr/>
        </p:nvGrpSpPr>
        <p:grpSpPr>
          <a:xfrm>
            <a:off x="5801485" y="1793646"/>
            <a:ext cx="279164" cy="357794"/>
            <a:chOff x="5801485" y="1969046"/>
            <a:chExt cx="279164" cy="357794"/>
          </a:xfrm>
        </p:grpSpPr>
        <p:sp>
          <p:nvSpPr>
            <p:cNvPr id="13979" name="Google Shape;13979;p126"/>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126"/>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126"/>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126"/>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126"/>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126"/>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126"/>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126"/>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126"/>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126"/>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126"/>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126"/>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126"/>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2" name="Google Shape;13992;p126"/>
          <p:cNvGrpSpPr/>
          <p:nvPr/>
        </p:nvGrpSpPr>
        <p:grpSpPr>
          <a:xfrm>
            <a:off x="5352643" y="1793646"/>
            <a:ext cx="278404" cy="358364"/>
            <a:chOff x="5352643" y="1969046"/>
            <a:chExt cx="278404" cy="358364"/>
          </a:xfrm>
        </p:grpSpPr>
        <p:sp>
          <p:nvSpPr>
            <p:cNvPr id="13993" name="Google Shape;13993;p126"/>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126"/>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126"/>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126"/>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7" name="Google Shape;13997;p126"/>
          <p:cNvGrpSpPr/>
          <p:nvPr/>
        </p:nvGrpSpPr>
        <p:grpSpPr>
          <a:xfrm>
            <a:off x="4897750" y="1792917"/>
            <a:ext cx="279132" cy="358364"/>
            <a:chOff x="4897750" y="1968317"/>
            <a:chExt cx="279132" cy="358364"/>
          </a:xfrm>
        </p:grpSpPr>
        <p:sp>
          <p:nvSpPr>
            <p:cNvPr id="13998" name="Google Shape;13998;p126"/>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126"/>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126"/>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126"/>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126"/>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126"/>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126"/>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126"/>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126"/>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126"/>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126"/>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126"/>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126"/>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11" name="Google Shape;14011;p126"/>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12" name="Google Shape;14012;p126"/>
          <p:cNvGrpSpPr/>
          <p:nvPr/>
        </p:nvGrpSpPr>
        <p:grpSpPr>
          <a:xfrm>
            <a:off x="1767449" y="1337644"/>
            <a:ext cx="324403" cy="347783"/>
            <a:chOff x="1767449" y="1513044"/>
            <a:chExt cx="324403" cy="347783"/>
          </a:xfrm>
        </p:grpSpPr>
        <p:sp>
          <p:nvSpPr>
            <p:cNvPr id="14013" name="Google Shape;14013;p126"/>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126"/>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126"/>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126"/>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126"/>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126"/>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126"/>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126"/>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126"/>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2" name="Google Shape;14022;p126"/>
          <p:cNvGrpSpPr/>
          <p:nvPr/>
        </p:nvGrpSpPr>
        <p:grpSpPr>
          <a:xfrm>
            <a:off x="4007193" y="1337327"/>
            <a:ext cx="320633" cy="348100"/>
            <a:chOff x="4007193" y="1512727"/>
            <a:chExt cx="320633" cy="348100"/>
          </a:xfrm>
        </p:grpSpPr>
        <p:sp>
          <p:nvSpPr>
            <p:cNvPr id="14023" name="Google Shape;14023;p126"/>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126"/>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126"/>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126"/>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126"/>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8" name="Google Shape;14028;p126"/>
          <p:cNvGrpSpPr/>
          <p:nvPr/>
        </p:nvGrpSpPr>
        <p:grpSpPr>
          <a:xfrm>
            <a:off x="3530425" y="1333347"/>
            <a:ext cx="368175" cy="344594"/>
            <a:chOff x="3530425" y="1508747"/>
            <a:chExt cx="368175" cy="344594"/>
          </a:xfrm>
        </p:grpSpPr>
        <p:sp>
          <p:nvSpPr>
            <p:cNvPr id="14029" name="Google Shape;14029;p126"/>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126"/>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126"/>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126"/>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3" name="Google Shape;14033;p126"/>
          <p:cNvGrpSpPr/>
          <p:nvPr/>
        </p:nvGrpSpPr>
        <p:grpSpPr>
          <a:xfrm>
            <a:off x="3127598" y="1337834"/>
            <a:ext cx="289714" cy="347593"/>
            <a:chOff x="3127598" y="1513234"/>
            <a:chExt cx="289714" cy="347593"/>
          </a:xfrm>
        </p:grpSpPr>
        <p:sp>
          <p:nvSpPr>
            <p:cNvPr id="14034" name="Google Shape;14034;p126"/>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126"/>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126"/>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126"/>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126"/>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9" name="Google Shape;14039;p126"/>
          <p:cNvGrpSpPr/>
          <p:nvPr/>
        </p:nvGrpSpPr>
        <p:grpSpPr>
          <a:xfrm>
            <a:off x="2662884" y="1337644"/>
            <a:ext cx="322914" cy="348543"/>
            <a:chOff x="2662884" y="1513044"/>
            <a:chExt cx="322914" cy="348543"/>
          </a:xfrm>
        </p:grpSpPr>
        <p:sp>
          <p:nvSpPr>
            <p:cNvPr id="14040" name="Google Shape;14040;p126"/>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126"/>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126"/>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126"/>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126"/>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126"/>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126"/>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126"/>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126"/>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126"/>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0" name="Google Shape;14050;p126"/>
          <p:cNvGrpSpPr/>
          <p:nvPr/>
        </p:nvGrpSpPr>
        <p:grpSpPr>
          <a:xfrm>
            <a:off x="2232511" y="1337359"/>
            <a:ext cx="299534" cy="348068"/>
            <a:chOff x="2232511" y="1512759"/>
            <a:chExt cx="299534" cy="348068"/>
          </a:xfrm>
        </p:grpSpPr>
        <p:sp>
          <p:nvSpPr>
            <p:cNvPr id="14051" name="Google Shape;14051;p126"/>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126"/>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126"/>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126"/>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126"/>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126"/>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126"/>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126"/>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126"/>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126"/>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126"/>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2" name="Google Shape;14062;p126"/>
          <p:cNvGrpSpPr/>
          <p:nvPr/>
        </p:nvGrpSpPr>
        <p:grpSpPr>
          <a:xfrm>
            <a:off x="1331406" y="1337961"/>
            <a:ext cx="301784" cy="348607"/>
            <a:chOff x="1331406" y="1513361"/>
            <a:chExt cx="301784" cy="348607"/>
          </a:xfrm>
        </p:grpSpPr>
        <p:sp>
          <p:nvSpPr>
            <p:cNvPr id="14063" name="Google Shape;14063;p126"/>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126"/>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126"/>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126"/>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7" name="Google Shape;14067;p126"/>
          <p:cNvGrpSpPr/>
          <p:nvPr/>
        </p:nvGrpSpPr>
        <p:grpSpPr>
          <a:xfrm>
            <a:off x="7144274" y="1324814"/>
            <a:ext cx="282174" cy="355735"/>
            <a:chOff x="7144274" y="1500214"/>
            <a:chExt cx="282174" cy="355735"/>
          </a:xfrm>
        </p:grpSpPr>
        <p:sp>
          <p:nvSpPr>
            <p:cNvPr id="14068" name="Google Shape;14068;p126"/>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126"/>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126"/>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126"/>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126"/>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126"/>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4" name="Google Shape;14074;p126"/>
          <p:cNvGrpSpPr/>
          <p:nvPr/>
        </p:nvGrpSpPr>
        <p:grpSpPr>
          <a:xfrm>
            <a:off x="6685262" y="1324814"/>
            <a:ext cx="289682" cy="354594"/>
            <a:chOff x="6685262" y="1500214"/>
            <a:chExt cx="289682" cy="354594"/>
          </a:xfrm>
        </p:grpSpPr>
        <p:sp>
          <p:nvSpPr>
            <p:cNvPr id="14075" name="Google Shape;14075;p126"/>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126"/>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126"/>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126"/>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9" name="Google Shape;14079;p126"/>
          <p:cNvGrpSpPr/>
          <p:nvPr/>
        </p:nvGrpSpPr>
        <p:grpSpPr>
          <a:xfrm>
            <a:off x="6200938" y="1325194"/>
            <a:ext cx="322154" cy="355355"/>
            <a:chOff x="6200938" y="1500594"/>
            <a:chExt cx="322154" cy="355355"/>
          </a:xfrm>
        </p:grpSpPr>
        <p:sp>
          <p:nvSpPr>
            <p:cNvPr id="14080" name="Google Shape;14080;p126"/>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126"/>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126"/>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126"/>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126"/>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126"/>
          <p:cNvGrpSpPr/>
          <p:nvPr/>
        </p:nvGrpSpPr>
        <p:grpSpPr>
          <a:xfrm>
            <a:off x="5289631" y="1324814"/>
            <a:ext cx="332355" cy="354974"/>
            <a:chOff x="5289631" y="1500214"/>
            <a:chExt cx="332355" cy="354974"/>
          </a:xfrm>
        </p:grpSpPr>
        <p:sp>
          <p:nvSpPr>
            <p:cNvPr id="14086" name="Google Shape;14086;p126"/>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126"/>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126"/>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126"/>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126"/>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126"/>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2" name="Google Shape;14092;p126"/>
          <p:cNvGrpSpPr/>
          <p:nvPr/>
        </p:nvGrpSpPr>
        <p:grpSpPr>
          <a:xfrm>
            <a:off x="5748295" y="1324433"/>
            <a:ext cx="323294" cy="356115"/>
            <a:chOff x="5748295" y="1499833"/>
            <a:chExt cx="323294" cy="356115"/>
          </a:xfrm>
        </p:grpSpPr>
        <p:sp>
          <p:nvSpPr>
            <p:cNvPr id="14093" name="Google Shape;14093;p126"/>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126"/>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126"/>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126"/>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126"/>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126"/>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126"/>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0" name="Google Shape;14100;p126"/>
          <p:cNvGrpSpPr/>
          <p:nvPr/>
        </p:nvGrpSpPr>
        <p:grpSpPr>
          <a:xfrm>
            <a:off x="8047661" y="1325637"/>
            <a:ext cx="278404" cy="355260"/>
            <a:chOff x="8047661" y="1501037"/>
            <a:chExt cx="278404" cy="355260"/>
          </a:xfrm>
        </p:grpSpPr>
        <p:sp>
          <p:nvSpPr>
            <p:cNvPr id="14101" name="Google Shape;14101;p126"/>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126"/>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126"/>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126"/>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5" name="Google Shape;14105;p126"/>
          <p:cNvGrpSpPr/>
          <p:nvPr/>
        </p:nvGrpSpPr>
        <p:grpSpPr>
          <a:xfrm>
            <a:off x="4903389" y="1324814"/>
            <a:ext cx="267854" cy="355735"/>
            <a:chOff x="4903389" y="1500214"/>
            <a:chExt cx="267854" cy="355735"/>
          </a:xfrm>
        </p:grpSpPr>
        <p:sp>
          <p:nvSpPr>
            <p:cNvPr id="14106" name="Google Shape;14106;p126"/>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126"/>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126"/>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126"/>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126"/>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1" name="Google Shape;14111;p126"/>
          <p:cNvGrpSpPr/>
          <p:nvPr/>
        </p:nvGrpSpPr>
        <p:grpSpPr>
          <a:xfrm>
            <a:off x="7613518" y="1325954"/>
            <a:ext cx="264433" cy="353074"/>
            <a:chOff x="7613518" y="1501354"/>
            <a:chExt cx="264433" cy="353074"/>
          </a:xfrm>
        </p:grpSpPr>
        <p:sp>
          <p:nvSpPr>
            <p:cNvPr id="14112" name="Google Shape;14112;p126"/>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126"/>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126"/>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126"/>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126"/>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126"/>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18" name="Google Shape;14118;p126"/>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4119" name="Google Shape;14119;p126"/>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23"/>
        <p:cNvGrpSpPr/>
        <p:nvPr/>
      </p:nvGrpSpPr>
      <p:grpSpPr>
        <a:xfrm>
          <a:off x="0" y="0"/>
          <a:ext cx="0" cy="0"/>
          <a:chOff x="0" y="0"/>
          <a:chExt cx="0" cy="0"/>
        </a:xfrm>
      </p:grpSpPr>
      <p:grpSp>
        <p:nvGrpSpPr>
          <p:cNvPr id="14124" name="Google Shape;14124;p127"/>
          <p:cNvGrpSpPr/>
          <p:nvPr/>
        </p:nvGrpSpPr>
        <p:grpSpPr>
          <a:xfrm>
            <a:off x="1757085" y="1325225"/>
            <a:ext cx="371069" cy="359396"/>
            <a:chOff x="1757085" y="1500675"/>
            <a:chExt cx="371069" cy="359396"/>
          </a:xfrm>
        </p:grpSpPr>
        <p:sp>
          <p:nvSpPr>
            <p:cNvPr id="14125" name="Google Shape;14125;p127"/>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127"/>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127"/>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127"/>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12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12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12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127"/>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12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127"/>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127"/>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12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12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127"/>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127"/>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12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127"/>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12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12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12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12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12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127"/>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127"/>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127"/>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127"/>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127"/>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127"/>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127"/>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127"/>
          <p:cNvGrpSpPr/>
          <p:nvPr/>
        </p:nvGrpSpPr>
        <p:grpSpPr>
          <a:xfrm>
            <a:off x="2774209" y="1779241"/>
            <a:ext cx="116693" cy="374186"/>
            <a:chOff x="2774209" y="1954691"/>
            <a:chExt cx="116693" cy="374186"/>
          </a:xfrm>
        </p:grpSpPr>
        <p:sp>
          <p:nvSpPr>
            <p:cNvPr id="14155" name="Google Shape;14155;p127"/>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127"/>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7" name="Google Shape;14157;p127"/>
          <p:cNvGrpSpPr/>
          <p:nvPr/>
        </p:nvGrpSpPr>
        <p:grpSpPr>
          <a:xfrm>
            <a:off x="4017435" y="1324462"/>
            <a:ext cx="315092" cy="359397"/>
            <a:chOff x="4017435" y="1499912"/>
            <a:chExt cx="315092" cy="359397"/>
          </a:xfrm>
        </p:grpSpPr>
        <p:sp>
          <p:nvSpPr>
            <p:cNvPr id="14158" name="Google Shape;14158;p127"/>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127"/>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0" name="Google Shape;14160;p127"/>
          <p:cNvGrpSpPr/>
          <p:nvPr/>
        </p:nvGrpSpPr>
        <p:grpSpPr>
          <a:xfrm>
            <a:off x="3963652" y="1824309"/>
            <a:ext cx="374154" cy="284050"/>
            <a:chOff x="3963652" y="1999759"/>
            <a:chExt cx="374154" cy="284050"/>
          </a:xfrm>
        </p:grpSpPr>
        <p:sp>
          <p:nvSpPr>
            <p:cNvPr id="14161" name="Google Shape;14161;p127"/>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127"/>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127"/>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4" name="Google Shape;14164;p127"/>
          <p:cNvGrpSpPr/>
          <p:nvPr/>
        </p:nvGrpSpPr>
        <p:grpSpPr>
          <a:xfrm>
            <a:off x="1777536" y="1839416"/>
            <a:ext cx="376444" cy="253772"/>
            <a:chOff x="1777536" y="2014866"/>
            <a:chExt cx="376444" cy="253772"/>
          </a:xfrm>
        </p:grpSpPr>
        <p:sp>
          <p:nvSpPr>
            <p:cNvPr id="14165" name="Google Shape;14165;p127"/>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127"/>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127"/>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127"/>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127"/>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0" name="Google Shape;14170;p127"/>
          <p:cNvGrpSpPr/>
          <p:nvPr/>
        </p:nvGrpSpPr>
        <p:grpSpPr>
          <a:xfrm>
            <a:off x="1309875" y="1881876"/>
            <a:ext cx="374154" cy="169680"/>
            <a:chOff x="1309875" y="2057326"/>
            <a:chExt cx="374154" cy="169680"/>
          </a:xfrm>
        </p:grpSpPr>
        <p:sp>
          <p:nvSpPr>
            <p:cNvPr id="14171" name="Google Shape;14171;p12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12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12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127"/>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127"/>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127"/>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12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12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127"/>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127"/>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127"/>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82" name="Google Shape;14182;p127"/>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83" name="Google Shape;14183;p127"/>
          <p:cNvGrpSpPr/>
          <p:nvPr/>
        </p:nvGrpSpPr>
        <p:grpSpPr>
          <a:xfrm>
            <a:off x="2347450" y="1779114"/>
            <a:ext cx="113639" cy="373168"/>
            <a:chOff x="2347450" y="1954564"/>
            <a:chExt cx="113639" cy="373168"/>
          </a:xfrm>
        </p:grpSpPr>
        <p:sp>
          <p:nvSpPr>
            <p:cNvPr id="14184" name="Google Shape;14184;p127"/>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127"/>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86" name="Google Shape;14186;p127"/>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87" name="Google Shape;14187;p127"/>
          <p:cNvGrpSpPr/>
          <p:nvPr/>
        </p:nvGrpSpPr>
        <p:grpSpPr>
          <a:xfrm>
            <a:off x="3110102" y="1324430"/>
            <a:ext cx="330613" cy="358379"/>
            <a:chOff x="3110102" y="1499880"/>
            <a:chExt cx="330613" cy="358379"/>
          </a:xfrm>
        </p:grpSpPr>
        <p:sp>
          <p:nvSpPr>
            <p:cNvPr id="14188" name="Google Shape;14188;p127"/>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127"/>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127"/>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127"/>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127"/>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127"/>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127"/>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95" name="Google Shape;14195;p127"/>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96" name="Google Shape;14196;p127"/>
          <p:cNvGrpSpPr/>
          <p:nvPr/>
        </p:nvGrpSpPr>
        <p:grpSpPr>
          <a:xfrm>
            <a:off x="3485575" y="1824309"/>
            <a:ext cx="373772" cy="284050"/>
            <a:chOff x="3531200" y="1999759"/>
            <a:chExt cx="373772" cy="284050"/>
          </a:xfrm>
        </p:grpSpPr>
        <p:sp>
          <p:nvSpPr>
            <p:cNvPr id="14197" name="Google Shape;14197;p127"/>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127"/>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127"/>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127"/>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1" name="Google Shape;14201;p127"/>
          <p:cNvGrpSpPr/>
          <p:nvPr/>
        </p:nvGrpSpPr>
        <p:grpSpPr>
          <a:xfrm>
            <a:off x="2667058" y="1324843"/>
            <a:ext cx="330231" cy="359015"/>
            <a:chOff x="2667058" y="1500293"/>
            <a:chExt cx="330231" cy="359015"/>
          </a:xfrm>
        </p:grpSpPr>
        <p:sp>
          <p:nvSpPr>
            <p:cNvPr id="14202" name="Google Shape;14202;p127"/>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127"/>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127"/>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127"/>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127"/>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12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12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12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12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127"/>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127"/>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12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12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127"/>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127"/>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127"/>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127"/>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127"/>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0" name="Google Shape;14220;p127"/>
          <p:cNvGrpSpPr/>
          <p:nvPr/>
        </p:nvGrpSpPr>
        <p:grpSpPr>
          <a:xfrm>
            <a:off x="3567553" y="1324462"/>
            <a:ext cx="320022" cy="359778"/>
            <a:chOff x="3567553" y="1499912"/>
            <a:chExt cx="320022" cy="359778"/>
          </a:xfrm>
        </p:grpSpPr>
        <p:sp>
          <p:nvSpPr>
            <p:cNvPr id="14221" name="Google Shape;14221;p127"/>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127"/>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127"/>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127"/>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127"/>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127"/>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7" name="Google Shape;14227;p127"/>
          <p:cNvGrpSpPr/>
          <p:nvPr/>
        </p:nvGrpSpPr>
        <p:grpSpPr>
          <a:xfrm>
            <a:off x="1309875" y="1324462"/>
            <a:ext cx="359015" cy="358633"/>
            <a:chOff x="1309875" y="1499912"/>
            <a:chExt cx="359015" cy="358633"/>
          </a:xfrm>
        </p:grpSpPr>
        <p:sp>
          <p:nvSpPr>
            <p:cNvPr id="14228" name="Google Shape;14228;p127"/>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127"/>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127"/>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127"/>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127"/>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127"/>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127"/>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127"/>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127"/>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7" name="Google Shape;14237;p127"/>
          <p:cNvGrpSpPr/>
          <p:nvPr/>
        </p:nvGrpSpPr>
        <p:grpSpPr>
          <a:xfrm>
            <a:off x="2219466" y="1324843"/>
            <a:ext cx="330613" cy="359015"/>
            <a:chOff x="2219466" y="1500293"/>
            <a:chExt cx="330613" cy="359015"/>
          </a:xfrm>
        </p:grpSpPr>
        <p:sp>
          <p:nvSpPr>
            <p:cNvPr id="14238" name="Google Shape;14238;p127"/>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127"/>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0" name="Google Shape;14240;p127"/>
          <p:cNvGrpSpPr/>
          <p:nvPr/>
        </p:nvGrpSpPr>
        <p:grpSpPr>
          <a:xfrm>
            <a:off x="5343544" y="1333908"/>
            <a:ext cx="244676" cy="351095"/>
            <a:chOff x="5343544" y="1509358"/>
            <a:chExt cx="244676" cy="351095"/>
          </a:xfrm>
        </p:grpSpPr>
        <p:sp>
          <p:nvSpPr>
            <p:cNvPr id="14241" name="Google Shape;14241;p127"/>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127"/>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127"/>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127"/>
          <p:cNvGrpSpPr/>
          <p:nvPr/>
        </p:nvGrpSpPr>
        <p:grpSpPr>
          <a:xfrm>
            <a:off x="4882340" y="1333908"/>
            <a:ext cx="246171" cy="351095"/>
            <a:chOff x="4882340" y="1509358"/>
            <a:chExt cx="246171" cy="351095"/>
          </a:xfrm>
        </p:grpSpPr>
        <p:sp>
          <p:nvSpPr>
            <p:cNvPr id="14245" name="Google Shape;14245;p127"/>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127"/>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127"/>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127"/>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127"/>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0" name="Google Shape;14250;p127"/>
          <p:cNvGrpSpPr/>
          <p:nvPr/>
        </p:nvGrpSpPr>
        <p:grpSpPr>
          <a:xfrm>
            <a:off x="6273204" y="1333558"/>
            <a:ext cx="236343" cy="351445"/>
            <a:chOff x="6273204" y="1509008"/>
            <a:chExt cx="236343" cy="351445"/>
          </a:xfrm>
        </p:grpSpPr>
        <p:sp>
          <p:nvSpPr>
            <p:cNvPr id="14251" name="Google Shape;14251;p127"/>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127"/>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53" name="Google Shape;14253;p127"/>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54" name="Google Shape;14254;p127"/>
          <p:cNvGrpSpPr/>
          <p:nvPr/>
        </p:nvGrpSpPr>
        <p:grpSpPr>
          <a:xfrm>
            <a:off x="7219530" y="1332794"/>
            <a:ext cx="191625" cy="352209"/>
            <a:chOff x="7219530" y="1508244"/>
            <a:chExt cx="191625" cy="352209"/>
          </a:xfrm>
        </p:grpSpPr>
        <p:sp>
          <p:nvSpPr>
            <p:cNvPr id="14255" name="Google Shape;14255;p127"/>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127"/>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7" name="Google Shape;14257;p127"/>
          <p:cNvGrpSpPr/>
          <p:nvPr/>
        </p:nvGrpSpPr>
        <p:grpSpPr>
          <a:xfrm>
            <a:off x="7699309" y="1333176"/>
            <a:ext cx="154922" cy="351827"/>
            <a:chOff x="7699309" y="1508626"/>
            <a:chExt cx="154922" cy="351827"/>
          </a:xfrm>
        </p:grpSpPr>
        <p:sp>
          <p:nvSpPr>
            <p:cNvPr id="14258" name="Google Shape;14258;p127"/>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127"/>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127"/>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127"/>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127"/>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127"/>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127"/>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5" name="Google Shape;14265;p127"/>
          <p:cNvGrpSpPr/>
          <p:nvPr/>
        </p:nvGrpSpPr>
        <p:grpSpPr>
          <a:xfrm>
            <a:off x="8161690" y="1333558"/>
            <a:ext cx="153396" cy="351064"/>
            <a:chOff x="8161690" y="1509008"/>
            <a:chExt cx="153396" cy="351064"/>
          </a:xfrm>
        </p:grpSpPr>
        <p:sp>
          <p:nvSpPr>
            <p:cNvPr id="14266" name="Google Shape;14266;p127"/>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127"/>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127"/>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127"/>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0" name="Google Shape;14270;p127"/>
          <p:cNvGrpSpPr/>
          <p:nvPr/>
        </p:nvGrpSpPr>
        <p:grpSpPr>
          <a:xfrm>
            <a:off x="6746940" y="1333431"/>
            <a:ext cx="213221" cy="352304"/>
            <a:chOff x="6746940" y="1508881"/>
            <a:chExt cx="213221" cy="352304"/>
          </a:xfrm>
        </p:grpSpPr>
        <p:sp>
          <p:nvSpPr>
            <p:cNvPr id="14271" name="Google Shape;14271;p127"/>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127"/>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127"/>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127"/>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5" name="Google Shape;14275;p127"/>
          <p:cNvGrpSpPr/>
          <p:nvPr/>
        </p:nvGrpSpPr>
        <p:grpSpPr>
          <a:xfrm>
            <a:off x="5770336" y="1832165"/>
            <a:ext cx="350682" cy="292097"/>
            <a:chOff x="5770336" y="2007615"/>
            <a:chExt cx="350682" cy="292097"/>
          </a:xfrm>
        </p:grpSpPr>
        <p:sp>
          <p:nvSpPr>
            <p:cNvPr id="14276" name="Google Shape;14276;p127"/>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127"/>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127"/>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127"/>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0" name="Google Shape;14280;p127"/>
          <p:cNvGrpSpPr/>
          <p:nvPr/>
        </p:nvGrpSpPr>
        <p:grpSpPr>
          <a:xfrm>
            <a:off x="5326878" y="1804908"/>
            <a:ext cx="350332" cy="346229"/>
            <a:chOff x="5326878" y="1980358"/>
            <a:chExt cx="350332" cy="346229"/>
          </a:xfrm>
        </p:grpSpPr>
        <p:sp>
          <p:nvSpPr>
            <p:cNvPr id="14281" name="Google Shape;14281;p127"/>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127"/>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127"/>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127"/>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85" name="Google Shape;14285;p127"/>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86" name="Google Shape;14286;p127"/>
          <p:cNvGrpSpPr/>
          <p:nvPr/>
        </p:nvGrpSpPr>
        <p:grpSpPr>
          <a:xfrm>
            <a:off x="4883835" y="1817121"/>
            <a:ext cx="350300" cy="323043"/>
            <a:chOff x="4883835" y="1992571"/>
            <a:chExt cx="350300" cy="323043"/>
          </a:xfrm>
        </p:grpSpPr>
        <p:sp>
          <p:nvSpPr>
            <p:cNvPr id="14287" name="Google Shape;14287;p127"/>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127"/>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127"/>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127"/>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127"/>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127"/>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3" name="Google Shape;14293;p127"/>
          <p:cNvGrpSpPr/>
          <p:nvPr/>
        </p:nvGrpSpPr>
        <p:grpSpPr>
          <a:xfrm>
            <a:off x="7548967" y="1803477"/>
            <a:ext cx="333285" cy="349950"/>
            <a:chOff x="7548967" y="1978927"/>
            <a:chExt cx="333285" cy="349950"/>
          </a:xfrm>
        </p:grpSpPr>
        <p:sp>
          <p:nvSpPr>
            <p:cNvPr id="14294" name="Google Shape;14294;p127"/>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127"/>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127"/>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127"/>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127"/>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127"/>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127"/>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127"/>
          <p:cNvGrpSpPr/>
          <p:nvPr/>
        </p:nvGrpSpPr>
        <p:grpSpPr>
          <a:xfrm>
            <a:off x="6214142" y="1803477"/>
            <a:ext cx="346515" cy="350300"/>
            <a:chOff x="6214142" y="1978927"/>
            <a:chExt cx="346515" cy="350300"/>
          </a:xfrm>
        </p:grpSpPr>
        <p:sp>
          <p:nvSpPr>
            <p:cNvPr id="14302" name="Google Shape;14302;p127"/>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127"/>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4" name="Google Shape;14304;p127"/>
          <p:cNvGrpSpPr/>
          <p:nvPr/>
        </p:nvGrpSpPr>
        <p:grpSpPr>
          <a:xfrm>
            <a:off x="7105923" y="1803095"/>
            <a:ext cx="333285" cy="350682"/>
            <a:chOff x="7105923" y="1978545"/>
            <a:chExt cx="333285" cy="350682"/>
          </a:xfrm>
        </p:grpSpPr>
        <p:sp>
          <p:nvSpPr>
            <p:cNvPr id="14305" name="Google Shape;14305;p127"/>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127"/>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127"/>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127"/>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127"/>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127"/>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127"/>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12" name="Google Shape;14312;p127"/>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127"/>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14" name="Google Shape;14314;p127"/>
          <p:cNvGrpSpPr/>
          <p:nvPr/>
        </p:nvGrpSpPr>
        <p:grpSpPr>
          <a:xfrm>
            <a:off x="3616406" y="2246902"/>
            <a:ext cx="203393" cy="351827"/>
            <a:chOff x="3616406" y="2422352"/>
            <a:chExt cx="203393" cy="351827"/>
          </a:xfrm>
        </p:grpSpPr>
        <p:sp>
          <p:nvSpPr>
            <p:cNvPr id="14315" name="Google Shape;14315;p127"/>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127"/>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7" name="Google Shape;14317;p127"/>
          <p:cNvGrpSpPr/>
          <p:nvPr/>
        </p:nvGrpSpPr>
        <p:grpSpPr>
          <a:xfrm>
            <a:off x="878187" y="2246520"/>
            <a:ext cx="272696" cy="351827"/>
            <a:chOff x="913012" y="2421970"/>
            <a:chExt cx="272696" cy="351827"/>
          </a:xfrm>
        </p:grpSpPr>
        <p:sp>
          <p:nvSpPr>
            <p:cNvPr id="14318" name="Google Shape;14318;p127"/>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127"/>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127"/>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127"/>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2" name="Google Shape;14322;p127"/>
          <p:cNvGrpSpPr/>
          <p:nvPr/>
        </p:nvGrpSpPr>
        <p:grpSpPr>
          <a:xfrm>
            <a:off x="2274743" y="2246902"/>
            <a:ext cx="255649" cy="351445"/>
            <a:chOff x="2274743" y="2422352"/>
            <a:chExt cx="255649" cy="351445"/>
          </a:xfrm>
        </p:grpSpPr>
        <p:sp>
          <p:nvSpPr>
            <p:cNvPr id="14323" name="Google Shape;14323;p127"/>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127"/>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127"/>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6" name="Google Shape;14326;p127"/>
          <p:cNvGrpSpPr/>
          <p:nvPr/>
        </p:nvGrpSpPr>
        <p:grpSpPr>
          <a:xfrm>
            <a:off x="2708723" y="2245789"/>
            <a:ext cx="246552" cy="352558"/>
            <a:chOff x="2708723" y="2421239"/>
            <a:chExt cx="246552" cy="352558"/>
          </a:xfrm>
        </p:grpSpPr>
        <p:sp>
          <p:nvSpPr>
            <p:cNvPr id="14327" name="Google Shape;14327;p127"/>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127"/>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9" name="Google Shape;14329;p127"/>
          <p:cNvGrpSpPr/>
          <p:nvPr/>
        </p:nvGrpSpPr>
        <p:grpSpPr>
          <a:xfrm>
            <a:off x="1835485" y="2246902"/>
            <a:ext cx="259433" cy="350714"/>
            <a:chOff x="1835485" y="2422352"/>
            <a:chExt cx="259433" cy="350714"/>
          </a:xfrm>
        </p:grpSpPr>
        <p:sp>
          <p:nvSpPr>
            <p:cNvPr id="14330" name="Google Shape;14330;p127"/>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127"/>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127"/>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127"/>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127"/>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127"/>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127"/>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7" name="Google Shape;14337;p127"/>
          <p:cNvGrpSpPr/>
          <p:nvPr/>
        </p:nvGrpSpPr>
        <p:grpSpPr>
          <a:xfrm>
            <a:off x="3150240" y="2246902"/>
            <a:ext cx="212489" cy="351445"/>
            <a:chOff x="3150240" y="2422352"/>
            <a:chExt cx="212489" cy="351445"/>
          </a:xfrm>
        </p:grpSpPr>
        <p:sp>
          <p:nvSpPr>
            <p:cNvPr id="14338" name="Google Shape;14338;p127"/>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127"/>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0" name="Google Shape;14340;p127"/>
          <p:cNvGrpSpPr/>
          <p:nvPr/>
        </p:nvGrpSpPr>
        <p:grpSpPr>
          <a:xfrm>
            <a:off x="1367060" y="2246679"/>
            <a:ext cx="269261" cy="352050"/>
            <a:chOff x="1367060" y="2422129"/>
            <a:chExt cx="269261" cy="352050"/>
          </a:xfrm>
        </p:grpSpPr>
        <p:sp>
          <p:nvSpPr>
            <p:cNvPr id="14341" name="Google Shape;14341;p127"/>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127"/>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127"/>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127"/>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127"/>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127"/>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127"/>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127"/>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127"/>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127"/>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127"/>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127"/>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127"/>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127"/>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55" name="Google Shape;14355;p127"/>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56" name="Google Shape;14356;p127"/>
          <p:cNvGrpSpPr/>
          <p:nvPr/>
        </p:nvGrpSpPr>
        <p:grpSpPr>
          <a:xfrm>
            <a:off x="4882690" y="2249955"/>
            <a:ext cx="274573" cy="350682"/>
            <a:chOff x="4882690" y="2425405"/>
            <a:chExt cx="274573" cy="350682"/>
          </a:xfrm>
        </p:grpSpPr>
        <p:sp>
          <p:nvSpPr>
            <p:cNvPr id="14357" name="Google Shape;14357;p127"/>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127"/>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9" name="Google Shape;14359;p127"/>
          <p:cNvGrpSpPr/>
          <p:nvPr/>
        </p:nvGrpSpPr>
        <p:grpSpPr>
          <a:xfrm>
            <a:off x="6627639" y="2268434"/>
            <a:ext cx="355993" cy="313247"/>
            <a:chOff x="6627639" y="2443884"/>
            <a:chExt cx="355993" cy="313247"/>
          </a:xfrm>
        </p:grpSpPr>
        <p:sp>
          <p:nvSpPr>
            <p:cNvPr id="14360" name="Google Shape;14360;p127"/>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127"/>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127"/>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3" name="Google Shape;14363;p127"/>
          <p:cNvGrpSpPr/>
          <p:nvPr/>
        </p:nvGrpSpPr>
        <p:grpSpPr>
          <a:xfrm>
            <a:off x="6183451" y="2286690"/>
            <a:ext cx="351445" cy="277976"/>
            <a:chOff x="6183451" y="2462140"/>
            <a:chExt cx="351445" cy="277976"/>
          </a:xfrm>
        </p:grpSpPr>
        <p:sp>
          <p:nvSpPr>
            <p:cNvPr id="14364" name="Google Shape;14364;p127"/>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127"/>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127"/>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127"/>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127"/>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127"/>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127"/>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1" name="Google Shape;14371;p127"/>
          <p:cNvGrpSpPr/>
          <p:nvPr/>
        </p:nvGrpSpPr>
        <p:grpSpPr>
          <a:xfrm>
            <a:off x="5735477" y="2254408"/>
            <a:ext cx="353354" cy="341299"/>
            <a:chOff x="5735477" y="2429858"/>
            <a:chExt cx="353354" cy="341299"/>
          </a:xfrm>
        </p:grpSpPr>
        <p:sp>
          <p:nvSpPr>
            <p:cNvPr id="14372" name="Google Shape;14372;p127"/>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127"/>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127"/>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127"/>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127"/>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127"/>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8" name="Google Shape;14378;p127"/>
          <p:cNvGrpSpPr/>
          <p:nvPr/>
        </p:nvGrpSpPr>
        <p:grpSpPr>
          <a:xfrm>
            <a:off x="5243735" y="2271523"/>
            <a:ext cx="405255" cy="275499"/>
            <a:chOff x="5283337" y="2478774"/>
            <a:chExt cx="358633" cy="243913"/>
          </a:xfrm>
        </p:grpSpPr>
        <p:sp>
          <p:nvSpPr>
            <p:cNvPr id="14379" name="Google Shape;14379;p127"/>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127"/>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127"/>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127"/>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127"/>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127"/>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127"/>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127"/>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127"/>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127"/>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127"/>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127"/>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127"/>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127"/>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127"/>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127"/>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127"/>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6" name="Google Shape;14396;p127"/>
          <p:cNvGrpSpPr/>
          <p:nvPr/>
        </p:nvGrpSpPr>
        <p:grpSpPr>
          <a:xfrm>
            <a:off x="7964753" y="2295373"/>
            <a:ext cx="362068" cy="258670"/>
            <a:chOff x="7964753" y="2470823"/>
            <a:chExt cx="362068" cy="258670"/>
          </a:xfrm>
        </p:grpSpPr>
        <p:sp>
          <p:nvSpPr>
            <p:cNvPr id="14397" name="Google Shape;14397;p127"/>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127"/>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127"/>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127"/>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127"/>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127"/>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127"/>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127"/>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127"/>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6" name="Google Shape;14406;p127"/>
          <p:cNvGrpSpPr/>
          <p:nvPr/>
        </p:nvGrpSpPr>
        <p:grpSpPr>
          <a:xfrm>
            <a:off x="7524349" y="2280997"/>
            <a:ext cx="350332" cy="288948"/>
            <a:chOff x="7524349" y="2456447"/>
            <a:chExt cx="350332" cy="288948"/>
          </a:xfrm>
        </p:grpSpPr>
        <p:sp>
          <p:nvSpPr>
            <p:cNvPr id="14407" name="Google Shape;14407;p127"/>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127"/>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127"/>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127"/>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127"/>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2" name="Google Shape;14412;p127"/>
          <p:cNvGrpSpPr/>
          <p:nvPr/>
        </p:nvGrpSpPr>
        <p:grpSpPr>
          <a:xfrm>
            <a:off x="3972749" y="2718761"/>
            <a:ext cx="355230" cy="356725"/>
            <a:chOff x="3972749" y="2894211"/>
            <a:chExt cx="355230" cy="356725"/>
          </a:xfrm>
        </p:grpSpPr>
        <p:sp>
          <p:nvSpPr>
            <p:cNvPr id="14413" name="Google Shape;14413;p127"/>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127"/>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127"/>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127"/>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127"/>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8" name="Google Shape;14418;p127"/>
          <p:cNvGrpSpPr/>
          <p:nvPr/>
        </p:nvGrpSpPr>
        <p:grpSpPr>
          <a:xfrm>
            <a:off x="3527797" y="2743346"/>
            <a:ext cx="355993" cy="307904"/>
            <a:chOff x="3527797" y="2918796"/>
            <a:chExt cx="355993" cy="307904"/>
          </a:xfrm>
        </p:grpSpPr>
        <p:sp>
          <p:nvSpPr>
            <p:cNvPr id="14419" name="Google Shape;14419;p127"/>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127"/>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127"/>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127"/>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127"/>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127"/>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127"/>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127"/>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127"/>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127"/>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9" name="Google Shape;14429;p127"/>
          <p:cNvGrpSpPr/>
          <p:nvPr/>
        </p:nvGrpSpPr>
        <p:grpSpPr>
          <a:xfrm>
            <a:off x="3082845" y="2745509"/>
            <a:ext cx="356375" cy="302338"/>
            <a:chOff x="3082845" y="2920959"/>
            <a:chExt cx="356375" cy="302338"/>
          </a:xfrm>
        </p:grpSpPr>
        <p:sp>
          <p:nvSpPr>
            <p:cNvPr id="14430" name="Google Shape;14430;p127"/>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127"/>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2" name="Google Shape;14432;p127"/>
          <p:cNvGrpSpPr/>
          <p:nvPr/>
        </p:nvGrpSpPr>
        <p:grpSpPr>
          <a:xfrm>
            <a:off x="2639038" y="2719492"/>
            <a:ext cx="355612" cy="355612"/>
            <a:chOff x="2639038" y="2894942"/>
            <a:chExt cx="355612" cy="355612"/>
          </a:xfrm>
        </p:grpSpPr>
        <p:sp>
          <p:nvSpPr>
            <p:cNvPr id="14433" name="Google Shape;14433;p127"/>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127"/>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5" name="Google Shape;14435;p127"/>
          <p:cNvGrpSpPr/>
          <p:nvPr/>
        </p:nvGrpSpPr>
        <p:grpSpPr>
          <a:xfrm>
            <a:off x="2194468" y="2763415"/>
            <a:ext cx="355993" cy="267766"/>
            <a:chOff x="2194468" y="2938865"/>
            <a:chExt cx="355993" cy="267766"/>
          </a:xfrm>
        </p:grpSpPr>
        <p:sp>
          <p:nvSpPr>
            <p:cNvPr id="14436" name="Google Shape;14436;p127"/>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127"/>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127"/>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127"/>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127"/>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127"/>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127"/>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127"/>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127"/>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127"/>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127"/>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127"/>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127"/>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127"/>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127"/>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127"/>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127"/>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127"/>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127"/>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127"/>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6" name="Google Shape;14456;p127"/>
          <p:cNvGrpSpPr/>
          <p:nvPr/>
        </p:nvGrpSpPr>
        <p:grpSpPr>
          <a:xfrm>
            <a:off x="1749897" y="2719111"/>
            <a:ext cx="355993" cy="355612"/>
            <a:chOff x="1749897" y="2894561"/>
            <a:chExt cx="355993" cy="355612"/>
          </a:xfrm>
        </p:grpSpPr>
        <p:sp>
          <p:nvSpPr>
            <p:cNvPr id="14457" name="Google Shape;14457;p127"/>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127"/>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127"/>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127"/>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127"/>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127"/>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127"/>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127"/>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127"/>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127"/>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127"/>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8" name="Google Shape;14468;p127"/>
          <p:cNvGrpSpPr/>
          <p:nvPr/>
        </p:nvGrpSpPr>
        <p:grpSpPr>
          <a:xfrm>
            <a:off x="1305327" y="2718761"/>
            <a:ext cx="357520" cy="357488"/>
            <a:chOff x="1305327" y="2894211"/>
            <a:chExt cx="357520" cy="357488"/>
          </a:xfrm>
        </p:grpSpPr>
        <p:sp>
          <p:nvSpPr>
            <p:cNvPr id="14469" name="Google Shape;14469;p127"/>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127"/>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127"/>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127"/>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127"/>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4" name="Google Shape;14474;p127"/>
          <p:cNvGrpSpPr/>
          <p:nvPr/>
        </p:nvGrpSpPr>
        <p:grpSpPr>
          <a:xfrm>
            <a:off x="853950" y="2719270"/>
            <a:ext cx="364104" cy="353290"/>
            <a:chOff x="853950" y="2894720"/>
            <a:chExt cx="364104" cy="353290"/>
          </a:xfrm>
        </p:grpSpPr>
        <p:sp>
          <p:nvSpPr>
            <p:cNvPr id="14475" name="Google Shape;14475;p127"/>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127"/>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127"/>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127"/>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127"/>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127"/>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127"/>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2" name="Google Shape;14482;p127"/>
          <p:cNvGrpSpPr/>
          <p:nvPr/>
        </p:nvGrpSpPr>
        <p:grpSpPr>
          <a:xfrm>
            <a:off x="7066548" y="2737144"/>
            <a:ext cx="352209" cy="334938"/>
            <a:chOff x="7066548" y="2912594"/>
            <a:chExt cx="352209" cy="334938"/>
          </a:xfrm>
        </p:grpSpPr>
        <p:sp>
          <p:nvSpPr>
            <p:cNvPr id="14483" name="Google Shape;14483;p127"/>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127"/>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127"/>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127"/>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127"/>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127"/>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89" name="Google Shape;14489;p127"/>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127"/>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91" name="Google Shape;14491;p127"/>
          <p:cNvGrpSpPr/>
          <p:nvPr/>
        </p:nvGrpSpPr>
        <p:grpSpPr>
          <a:xfrm>
            <a:off x="7541397" y="2729352"/>
            <a:ext cx="318495" cy="352209"/>
            <a:chOff x="7541397" y="2904802"/>
            <a:chExt cx="318495" cy="352209"/>
          </a:xfrm>
        </p:grpSpPr>
        <p:sp>
          <p:nvSpPr>
            <p:cNvPr id="14492" name="Google Shape;14492;p127"/>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127"/>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4" name="Google Shape;14494;p127"/>
          <p:cNvGrpSpPr/>
          <p:nvPr/>
        </p:nvGrpSpPr>
        <p:grpSpPr>
          <a:xfrm>
            <a:off x="8003015" y="2728589"/>
            <a:ext cx="306759" cy="351445"/>
            <a:chOff x="8003015" y="2904039"/>
            <a:chExt cx="306759" cy="351445"/>
          </a:xfrm>
        </p:grpSpPr>
        <p:sp>
          <p:nvSpPr>
            <p:cNvPr id="14495" name="Google Shape;14495;p127"/>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127"/>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127"/>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127"/>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127"/>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127"/>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1" name="Google Shape;14501;p127"/>
          <p:cNvGrpSpPr/>
          <p:nvPr/>
        </p:nvGrpSpPr>
        <p:grpSpPr>
          <a:xfrm>
            <a:off x="5687770" y="2710046"/>
            <a:ext cx="369638" cy="369606"/>
            <a:chOff x="5687770" y="2885496"/>
            <a:chExt cx="369638" cy="369606"/>
          </a:xfrm>
        </p:grpSpPr>
        <p:sp>
          <p:nvSpPr>
            <p:cNvPr id="14502" name="Google Shape;14502;p127"/>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127"/>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127"/>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127"/>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127"/>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127"/>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127"/>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127"/>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127"/>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127"/>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2" name="Google Shape;14512;p127"/>
          <p:cNvGrpSpPr/>
          <p:nvPr/>
        </p:nvGrpSpPr>
        <p:grpSpPr>
          <a:xfrm>
            <a:off x="4881958" y="2729352"/>
            <a:ext cx="156417" cy="349537"/>
            <a:chOff x="4881958" y="2904802"/>
            <a:chExt cx="156417" cy="349537"/>
          </a:xfrm>
        </p:grpSpPr>
        <p:sp>
          <p:nvSpPr>
            <p:cNvPr id="14513" name="Google Shape;14513;p127"/>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127"/>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127"/>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127"/>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127"/>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127"/>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127"/>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0" name="Google Shape;14520;p127"/>
          <p:cNvGrpSpPr/>
          <p:nvPr/>
        </p:nvGrpSpPr>
        <p:grpSpPr>
          <a:xfrm>
            <a:off x="5230318" y="2711064"/>
            <a:ext cx="371133" cy="367443"/>
            <a:chOff x="5230318" y="2886514"/>
            <a:chExt cx="371133" cy="367443"/>
          </a:xfrm>
        </p:grpSpPr>
        <p:sp>
          <p:nvSpPr>
            <p:cNvPr id="14521" name="Google Shape;14521;p127"/>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127"/>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127"/>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127"/>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127"/>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127"/>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127"/>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127"/>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127"/>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0" name="Google Shape;14530;p127"/>
          <p:cNvGrpSpPr/>
          <p:nvPr/>
        </p:nvGrpSpPr>
        <p:grpSpPr>
          <a:xfrm>
            <a:off x="5748358" y="3259128"/>
            <a:ext cx="352590" cy="182561"/>
            <a:chOff x="5748358" y="3434578"/>
            <a:chExt cx="352590" cy="182561"/>
          </a:xfrm>
        </p:grpSpPr>
        <p:sp>
          <p:nvSpPr>
            <p:cNvPr id="14531" name="Google Shape;14531;p127"/>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127"/>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127"/>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127"/>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127"/>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127"/>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7" name="Google Shape;14537;p127"/>
          <p:cNvGrpSpPr/>
          <p:nvPr/>
        </p:nvGrpSpPr>
        <p:grpSpPr>
          <a:xfrm>
            <a:off x="862283" y="4099321"/>
            <a:ext cx="341204" cy="359301"/>
            <a:chOff x="862283" y="4274771"/>
            <a:chExt cx="341204" cy="359301"/>
          </a:xfrm>
        </p:grpSpPr>
        <p:sp>
          <p:nvSpPr>
            <p:cNvPr id="14538" name="Google Shape;14538;p127"/>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127"/>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127"/>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1" name="Google Shape;14541;p127"/>
          <p:cNvGrpSpPr/>
          <p:nvPr/>
        </p:nvGrpSpPr>
        <p:grpSpPr>
          <a:xfrm>
            <a:off x="1396957" y="4111915"/>
            <a:ext cx="301861" cy="332871"/>
            <a:chOff x="1396957" y="4287365"/>
            <a:chExt cx="301861" cy="332871"/>
          </a:xfrm>
        </p:grpSpPr>
        <p:sp>
          <p:nvSpPr>
            <p:cNvPr id="14542" name="Google Shape;14542;p127"/>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127"/>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127"/>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127"/>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127"/>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127"/>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127"/>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127"/>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127"/>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127"/>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127"/>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127"/>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127"/>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127"/>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127"/>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7" name="Google Shape;14557;p127"/>
          <p:cNvGrpSpPr/>
          <p:nvPr/>
        </p:nvGrpSpPr>
        <p:grpSpPr>
          <a:xfrm>
            <a:off x="1865381" y="4102056"/>
            <a:ext cx="396131" cy="355612"/>
            <a:chOff x="1865381" y="4277506"/>
            <a:chExt cx="396131" cy="355612"/>
          </a:xfrm>
        </p:grpSpPr>
        <p:sp>
          <p:nvSpPr>
            <p:cNvPr id="14558" name="Google Shape;14558;p127"/>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127"/>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127"/>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127"/>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127"/>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127"/>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4" name="Google Shape;14564;p127"/>
          <p:cNvGrpSpPr/>
          <p:nvPr/>
        </p:nvGrpSpPr>
        <p:grpSpPr>
          <a:xfrm>
            <a:off x="2411823" y="4128549"/>
            <a:ext cx="334398" cy="299953"/>
            <a:chOff x="2411823" y="4303999"/>
            <a:chExt cx="334398" cy="299953"/>
          </a:xfrm>
        </p:grpSpPr>
        <p:sp>
          <p:nvSpPr>
            <p:cNvPr id="14565" name="Google Shape;14565;p127"/>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127"/>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127"/>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127"/>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127"/>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127"/>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127"/>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2" name="Google Shape;14572;p127"/>
          <p:cNvGrpSpPr/>
          <p:nvPr/>
        </p:nvGrpSpPr>
        <p:grpSpPr>
          <a:xfrm>
            <a:off x="2903337" y="4103582"/>
            <a:ext cx="382519" cy="350682"/>
            <a:chOff x="2903337" y="4279032"/>
            <a:chExt cx="382519" cy="350682"/>
          </a:xfrm>
        </p:grpSpPr>
        <p:sp>
          <p:nvSpPr>
            <p:cNvPr id="14573" name="Google Shape;14573;p127"/>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127"/>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127"/>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127"/>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127"/>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127"/>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127"/>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127"/>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127"/>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127"/>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127"/>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127"/>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127"/>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127"/>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127"/>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8" name="Google Shape;14588;p127"/>
          <p:cNvGrpSpPr/>
          <p:nvPr/>
        </p:nvGrpSpPr>
        <p:grpSpPr>
          <a:xfrm>
            <a:off x="3933342" y="4140317"/>
            <a:ext cx="383632" cy="276449"/>
            <a:chOff x="3933342" y="4315767"/>
            <a:chExt cx="383632" cy="276449"/>
          </a:xfrm>
        </p:grpSpPr>
        <p:sp>
          <p:nvSpPr>
            <p:cNvPr id="14589" name="Google Shape;14589;p127"/>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127"/>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127"/>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127"/>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127"/>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127"/>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5" name="Google Shape;14595;p127"/>
          <p:cNvGrpSpPr/>
          <p:nvPr/>
        </p:nvGrpSpPr>
        <p:grpSpPr>
          <a:xfrm>
            <a:off x="3441065" y="4127055"/>
            <a:ext cx="337069" cy="302593"/>
            <a:chOff x="3441065" y="4302505"/>
            <a:chExt cx="337069" cy="302593"/>
          </a:xfrm>
        </p:grpSpPr>
        <p:sp>
          <p:nvSpPr>
            <p:cNvPr id="14596" name="Google Shape;14596;p127"/>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127"/>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127"/>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127"/>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127"/>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127"/>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127"/>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127"/>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127"/>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127"/>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127"/>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127"/>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127"/>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9" name="Google Shape;14609;p127"/>
          <p:cNvGrpSpPr/>
          <p:nvPr/>
        </p:nvGrpSpPr>
        <p:grpSpPr>
          <a:xfrm>
            <a:off x="3532345" y="3187185"/>
            <a:ext cx="339328" cy="336274"/>
            <a:chOff x="3532345" y="3362635"/>
            <a:chExt cx="339328" cy="336274"/>
          </a:xfrm>
        </p:grpSpPr>
        <p:sp>
          <p:nvSpPr>
            <p:cNvPr id="14610" name="Google Shape;14610;p12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127"/>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127"/>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12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127"/>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15" name="Google Shape;14615;p127"/>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16" name="Google Shape;14616;p127"/>
          <p:cNvGrpSpPr/>
          <p:nvPr/>
        </p:nvGrpSpPr>
        <p:grpSpPr>
          <a:xfrm>
            <a:off x="1883955" y="3633250"/>
            <a:ext cx="162873" cy="351445"/>
            <a:chOff x="1883955" y="3808700"/>
            <a:chExt cx="162873" cy="351445"/>
          </a:xfrm>
        </p:grpSpPr>
        <p:sp>
          <p:nvSpPr>
            <p:cNvPr id="14617" name="Google Shape;14617;p127"/>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127"/>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9" name="Google Shape;14619;p127"/>
          <p:cNvGrpSpPr/>
          <p:nvPr/>
        </p:nvGrpSpPr>
        <p:grpSpPr>
          <a:xfrm>
            <a:off x="939156" y="3633759"/>
            <a:ext cx="192007" cy="351318"/>
            <a:chOff x="939156" y="3809209"/>
            <a:chExt cx="192007" cy="351318"/>
          </a:xfrm>
        </p:grpSpPr>
        <p:sp>
          <p:nvSpPr>
            <p:cNvPr id="14620" name="Google Shape;14620;p127"/>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127"/>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2" name="Google Shape;14622;p127"/>
          <p:cNvGrpSpPr/>
          <p:nvPr/>
        </p:nvGrpSpPr>
        <p:grpSpPr>
          <a:xfrm>
            <a:off x="2306167" y="3634395"/>
            <a:ext cx="193915" cy="349155"/>
            <a:chOff x="2306167" y="3809845"/>
            <a:chExt cx="193915" cy="349155"/>
          </a:xfrm>
        </p:grpSpPr>
        <p:sp>
          <p:nvSpPr>
            <p:cNvPr id="14623" name="Google Shape;14623;p127"/>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127"/>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127"/>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127"/>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127"/>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127"/>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127"/>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0" name="Google Shape;14630;p127"/>
          <p:cNvGrpSpPr/>
          <p:nvPr/>
        </p:nvGrpSpPr>
        <p:grpSpPr>
          <a:xfrm>
            <a:off x="1323901" y="3631723"/>
            <a:ext cx="356343" cy="356757"/>
            <a:chOff x="1323901" y="3807173"/>
            <a:chExt cx="356343" cy="356757"/>
          </a:xfrm>
        </p:grpSpPr>
        <p:sp>
          <p:nvSpPr>
            <p:cNvPr id="14631" name="Google Shape;14631;p127"/>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127"/>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127"/>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127"/>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127"/>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127"/>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127"/>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127"/>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127"/>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127"/>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127"/>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127"/>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127"/>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127"/>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127"/>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127"/>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127"/>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127"/>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127"/>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127"/>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127"/>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127"/>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127"/>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127"/>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55" name="Google Shape;14655;p127"/>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56" name="Google Shape;14656;p127"/>
          <p:cNvGrpSpPr/>
          <p:nvPr/>
        </p:nvGrpSpPr>
        <p:grpSpPr>
          <a:xfrm>
            <a:off x="859262" y="3178470"/>
            <a:ext cx="306759" cy="351445"/>
            <a:chOff x="859262" y="3353920"/>
            <a:chExt cx="306759" cy="351445"/>
          </a:xfrm>
        </p:grpSpPr>
        <p:sp>
          <p:nvSpPr>
            <p:cNvPr id="14657" name="Google Shape;14657;p127"/>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127"/>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127"/>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127"/>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127"/>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62" name="Google Shape;14662;p127"/>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63" name="Google Shape;14663;p127"/>
          <p:cNvGrpSpPr/>
          <p:nvPr/>
        </p:nvGrpSpPr>
        <p:grpSpPr>
          <a:xfrm>
            <a:off x="3967437" y="3661652"/>
            <a:ext cx="364708" cy="295405"/>
            <a:chOff x="3967437" y="3837102"/>
            <a:chExt cx="364708" cy="295405"/>
          </a:xfrm>
        </p:grpSpPr>
        <p:sp>
          <p:nvSpPr>
            <p:cNvPr id="14664" name="Google Shape;14664;p127"/>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127"/>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127"/>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127"/>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127"/>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69" name="Google Shape;14669;p127"/>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127"/>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127"/>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72" name="Google Shape;14672;p127"/>
          <p:cNvGrpSpPr/>
          <p:nvPr/>
        </p:nvGrpSpPr>
        <p:grpSpPr>
          <a:xfrm>
            <a:off x="5811827" y="3631001"/>
            <a:ext cx="283743" cy="308444"/>
            <a:chOff x="5964227" y="3858701"/>
            <a:chExt cx="283743" cy="308444"/>
          </a:xfrm>
        </p:grpSpPr>
        <p:sp>
          <p:nvSpPr>
            <p:cNvPr id="14673" name="Google Shape;14673;p127"/>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127"/>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127"/>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127"/>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7" name="Google Shape;14677;p127"/>
          <p:cNvGrpSpPr/>
          <p:nvPr/>
        </p:nvGrpSpPr>
        <p:grpSpPr>
          <a:xfrm>
            <a:off x="6243508" y="3697623"/>
            <a:ext cx="320372" cy="213602"/>
            <a:chOff x="6395908" y="3873073"/>
            <a:chExt cx="320372" cy="213602"/>
          </a:xfrm>
        </p:grpSpPr>
        <p:sp>
          <p:nvSpPr>
            <p:cNvPr id="14678" name="Google Shape;14678;p127"/>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127"/>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127"/>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127"/>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127"/>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127"/>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127"/>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127"/>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127"/>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127"/>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8" name="Google Shape;14688;p127"/>
          <p:cNvGrpSpPr/>
          <p:nvPr/>
        </p:nvGrpSpPr>
        <p:grpSpPr>
          <a:xfrm>
            <a:off x="7262890" y="3627366"/>
            <a:ext cx="357138" cy="352018"/>
            <a:chOff x="7415290" y="3802816"/>
            <a:chExt cx="357138" cy="352018"/>
          </a:xfrm>
        </p:grpSpPr>
        <p:sp>
          <p:nvSpPr>
            <p:cNvPr id="14689" name="Google Shape;14689;p127"/>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127"/>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127"/>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127"/>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127"/>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127"/>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127"/>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127"/>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127"/>
          <p:cNvGrpSpPr/>
          <p:nvPr/>
        </p:nvGrpSpPr>
        <p:grpSpPr>
          <a:xfrm>
            <a:off x="6737312" y="3657963"/>
            <a:ext cx="355230" cy="293401"/>
            <a:chOff x="6889712" y="3833413"/>
            <a:chExt cx="355230" cy="293401"/>
          </a:xfrm>
        </p:grpSpPr>
        <p:sp>
          <p:nvSpPr>
            <p:cNvPr id="14698" name="Google Shape;14698;p127"/>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127"/>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127"/>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127"/>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127"/>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3" name="Google Shape;14703;p127"/>
          <p:cNvGrpSpPr/>
          <p:nvPr/>
        </p:nvGrpSpPr>
        <p:grpSpPr>
          <a:xfrm>
            <a:off x="7707152" y="3660420"/>
            <a:ext cx="282318" cy="337168"/>
            <a:chOff x="1635875" y="237775"/>
            <a:chExt cx="4370250" cy="5219325"/>
          </a:xfrm>
        </p:grpSpPr>
        <p:sp>
          <p:nvSpPr>
            <p:cNvPr id="14704" name="Google Shape;14704;p127"/>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127"/>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6" name="Google Shape;14706;p127"/>
          <p:cNvGrpSpPr/>
          <p:nvPr/>
        </p:nvGrpSpPr>
        <p:grpSpPr>
          <a:xfrm>
            <a:off x="3103963" y="3185690"/>
            <a:ext cx="297886" cy="337578"/>
            <a:chOff x="3103963" y="3361140"/>
            <a:chExt cx="297886" cy="337578"/>
          </a:xfrm>
        </p:grpSpPr>
        <p:sp>
          <p:nvSpPr>
            <p:cNvPr id="14707" name="Google Shape;14707;p127"/>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127"/>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127"/>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12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127"/>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12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12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127"/>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12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127"/>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12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127"/>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12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127"/>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12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127"/>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127"/>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12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12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12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12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127"/>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127"/>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12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1" name="Google Shape;14731;p127"/>
          <p:cNvGrpSpPr/>
          <p:nvPr/>
        </p:nvGrpSpPr>
        <p:grpSpPr>
          <a:xfrm>
            <a:off x="2667821" y="3185658"/>
            <a:ext cx="273046" cy="337801"/>
            <a:chOff x="2667821" y="3361108"/>
            <a:chExt cx="273046" cy="337801"/>
          </a:xfrm>
        </p:grpSpPr>
        <p:sp>
          <p:nvSpPr>
            <p:cNvPr id="14732" name="Google Shape;14732;p127"/>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127"/>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127"/>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127"/>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127"/>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127"/>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127"/>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127"/>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127"/>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127"/>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127"/>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127"/>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127"/>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127"/>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127"/>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127"/>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127"/>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127"/>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127"/>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1" name="Google Shape;14751;p127"/>
          <p:cNvGrpSpPr/>
          <p:nvPr/>
        </p:nvGrpSpPr>
        <p:grpSpPr>
          <a:xfrm>
            <a:off x="2212469" y="3184863"/>
            <a:ext cx="282715" cy="338660"/>
            <a:chOff x="2212469" y="3360313"/>
            <a:chExt cx="282715" cy="338660"/>
          </a:xfrm>
        </p:grpSpPr>
        <p:sp>
          <p:nvSpPr>
            <p:cNvPr id="14752" name="Google Shape;14752;p127"/>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127"/>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127"/>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5" name="Google Shape;14755;p127"/>
          <p:cNvGrpSpPr/>
          <p:nvPr/>
        </p:nvGrpSpPr>
        <p:grpSpPr>
          <a:xfrm>
            <a:off x="1768821" y="3185658"/>
            <a:ext cx="278739" cy="339073"/>
            <a:chOff x="1768821" y="3361108"/>
            <a:chExt cx="278739" cy="339073"/>
          </a:xfrm>
        </p:grpSpPr>
        <p:sp>
          <p:nvSpPr>
            <p:cNvPr id="14756" name="Google Shape;14756;p127"/>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127"/>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127"/>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127"/>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127"/>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127"/>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127"/>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127"/>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127"/>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127"/>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127"/>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7" name="Google Shape;14767;p127"/>
          <p:cNvGrpSpPr/>
          <p:nvPr/>
        </p:nvGrpSpPr>
        <p:grpSpPr>
          <a:xfrm>
            <a:off x="5337883" y="3161423"/>
            <a:ext cx="307141" cy="376826"/>
            <a:chOff x="5337883" y="3336873"/>
            <a:chExt cx="307141" cy="376826"/>
          </a:xfrm>
        </p:grpSpPr>
        <p:sp>
          <p:nvSpPr>
            <p:cNvPr id="14768" name="Google Shape;14768;p127"/>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127"/>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0" name="Google Shape;14770;p127"/>
          <p:cNvGrpSpPr/>
          <p:nvPr/>
        </p:nvGrpSpPr>
        <p:grpSpPr>
          <a:xfrm>
            <a:off x="4883835" y="3161805"/>
            <a:ext cx="323425" cy="377557"/>
            <a:chOff x="4883835" y="3337255"/>
            <a:chExt cx="323425" cy="377557"/>
          </a:xfrm>
        </p:grpSpPr>
        <p:sp>
          <p:nvSpPr>
            <p:cNvPr id="14771" name="Google Shape;14771;p127"/>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127"/>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127"/>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4" name="Google Shape;14774;p127"/>
          <p:cNvGrpSpPr/>
          <p:nvPr/>
        </p:nvGrpSpPr>
        <p:grpSpPr>
          <a:xfrm>
            <a:off x="6193310" y="3231839"/>
            <a:ext cx="352590" cy="237488"/>
            <a:chOff x="6193310" y="3407289"/>
            <a:chExt cx="352590" cy="237488"/>
          </a:xfrm>
        </p:grpSpPr>
        <p:sp>
          <p:nvSpPr>
            <p:cNvPr id="14775" name="Google Shape;14775;p127"/>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127"/>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127"/>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127"/>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127"/>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0" name="Google Shape;14780;p127"/>
          <p:cNvGrpSpPr/>
          <p:nvPr/>
        </p:nvGrpSpPr>
        <p:grpSpPr>
          <a:xfrm>
            <a:off x="6637117" y="3222393"/>
            <a:ext cx="353735" cy="254504"/>
            <a:chOff x="6637117" y="3397843"/>
            <a:chExt cx="353735" cy="254504"/>
          </a:xfrm>
        </p:grpSpPr>
        <p:sp>
          <p:nvSpPr>
            <p:cNvPr id="14781" name="Google Shape;14781;p127"/>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127"/>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127"/>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127"/>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127"/>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127"/>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7" name="Google Shape;14787;p127"/>
          <p:cNvGrpSpPr/>
          <p:nvPr/>
        </p:nvGrpSpPr>
        <p:grpSpPr>
          <a:xfrm>
            <a:off x="7075994" y="3174081"/>
            <a:ext cx="360637" cy="352336"/>
            <a:chOff x="7075994" y="3349531"/>
            <a:chExt cx="360637" cy="352336"/>
          </a:xfrm>
        </p:grpSpPr>
        <p:sp>
          <p:nvSpPr>
            <p:cNvPr id="14788" name="Google Shape;14788;p127"/>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127"/>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127"/>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127"/>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127"/>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127"/>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127"/>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5" name="Google Shape;14795;p127"/>
          <p:cNvGrpSpPr/>
          <p:nvPr/>
        </p:nvGrpSpPr>
        <p:grpSpPr>
          <a:xfrm>
            <a:off x="7651983" y="3173731"/>
            <a:ext cx="107183" cy="352399"/>
            <a:chOff x="7651983" y="3349181"/>
            <a:chExt cx="107183" cy="352399"/>
          </a:xfrm>
        </p:grpSpPr>
        <p:sp>
          <p:nvSpPr>
            <p:cNvPr id="14796" name="Google Shape;14796;p127"/>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127"/>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8" name="Google Shape;14798;p127"/>
          <p:cNvGrpSpPr/>
          <p:nvPr/>
        </p:nvGrpSpPr>
        <p:grpSpPr>
          <a:xfrm>
            <a:off x="7973468" y="3206872"/>
            <a:ext cx="352590" cy="287072"/>
            <a:chOff x="7973468" y="3382322"/>
            <a:chExt cx="352590" cy="287072"/>
          </a:xfrm>
        </p:grpSpPr>
        <p:sp>
          <p:nvSpPr>
            <p:cNvPr id="14799" name="Google Shape;14799;p127"/>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127"/>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127"/>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127"/>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127"/>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127"/>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127"/>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127"/>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127"/>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127"/>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127"/>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127"/>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11" name="Google Shape;14811;p127"/>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4812" name="Google Shape;14812;p127"/>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16"/>
        <p:cNvGrpSpPr/>
        <p:nvPr/>
      </p:nvGrpSpPr>
      <p:grpSpPr>
        <a:xfrm>
          <a:off x="0" y="0"/>
          <a:ext cx="0" cy="0"/>
          <a:chOff x="0" y="0"/>
          <a:chExt cx="0" cy="0"/>
        </a:xfrm>
      </p:grpSpPr>
      <p:grpSp>
        <p:nvGrpSpPr>
          <p:cNvPr id="14817" name="Google Shape;14817;p128"/>
          <p:cNvGrpSpPr/>
          <p:nvPr/>
        </p:nvGrpSpPr>
        <p:grpSpPr>
          <a:xfrm>
            <a:off x="849677" y="1576858"/>
            <a:ext cx="347872" cy="347488"/>
            <a:chOff x="849677" y="1500658"/>
            <a:chExt cx="347872" cy="347488"/>
          </a:xfrm>
        </p:grpSpPr>
        <p:sp>
          <p:nvSpPr>
            <p:cNvPr id="14818" name="Google Shape;14818;p128"/>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128"/>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128"/>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128"/>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128"/>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128"/>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4" name="Google Shape;14824;p128"/>
          <p:cNvGrpSpPr/>
          <p:nvPr/>
        </p:nvGrpSpPr>
        <p:grpSpPr>
          <a:xfrm>
            <a:off x="1415853" y="1576858"/>
            <a:ext cx="315872" cy="347488"/>
            <a:chOff x="1415853" y="1500658"/>
            <a:chExt cx="315872" cy="347488"/>
          </a:xfrm>
        </p:grpSpPr>
        <p:sp>
          <p:nvSpPr>
            <p:cNvPr id="14825" name="Google Shape;14825;p128"/>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128"/>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128"/>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128"/>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9" name="Google Shape;14829;p128"/>
          <p:cNvGrpSpPr/>
          <p:nvPr/>
        </p:nvGrpSpPr>
        <p:grpSpPr>
          <a:xfrm>
            <a:off x="4697389" y="1576858"/>
            <a:ext cx="347520" cy="347104"/>
            <a:chOff x="4697389" y="1500658"/>
            <a:chExt cx="347520" cy="347104"/>
          </a:xfrm>
        </p:grpSpPr>
        <p:sp>
          <p:nvSpPr>
            <p:cNvPr id="14830" name="Google Shape;14830;p128"/>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128"/>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128"/>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3" name="Google Shape;14833;p128"/>
          <p:cNvGrpSpPr/>
          <p:nvPr/>
        </p:nvGrpSpPr>
        <p:grpSpPr>
          <a:xfrm>
            <a:off x="3603533" y="2041146"/>
            <a:ext cx="347520" cy="353760"/>
            <a:chOff x="3603533" y="1964946"/>
            <a:chExt cx="347520" cy="353760"/>
          </a:xfrm>
        </p:grpSpPr>
        <p:sp>
          <p:nvSpPr>
            <p:cNvPr id="14834" name="Google Shape;14834;p128"/>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128"/>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128"/>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7" name="Google Shape;14837;p128"/>
          <p:cNvGrpSpPr/>
          <p:nvPr/>
        </p:nvGrpSpPr>
        <p:grpSpPr>
          <a:xfrm>
            <a:off x="1950765" y="2040538"/>
            <a:ext cx="357792" cy="352448"/>
            <a:chOff x="1950765" y="1964338"/>
            <a:chExt cx="357792" cy="352448"/>
          </a:xfrm>
        </p:grpSpPr>
        <p:sp>
          <p:nvSpPr>
            <p:cNvPr id="14838" name="Google Shape;14838;p128"/>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128"/>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128"/>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128"/>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2" name="Google Shape;14842;p128"/>
          <p:cNvGrpSpPr/>
          <p:nvPr/>
        </p:nvGrpSpPr>
        <p:grpSpPr>
          <a:xfrm>
            <a:off x="7435629" y="2040890"/>
            <a:ext cx="367712" cy="353248"/>
            <a:chOff x="7435629" y="1964690"/>
            <a:chExt cx="367712" cy="353248"/>
          </a:xfrm>
        </p:grpSpPr>
        <p:sp>
          <p:nvSpPr>
            <p:cNvPr id="14843" name="Google Shape;14843;p128"/>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128"/>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128"/>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128"/>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128"/>
          <p:cNvGrpSpPr/>
          <p:nvPr/>
        </p:nvGrpSpPr>
        <p:grpSpPr>
          <a:xfrm>
            <a:off x="2512749" y="2041242"/>
            <a:ext cx="333024" cy="352896"/>
            <a:chOff x="2512749" y="1965042"/>
            <a:chExt cx="333024" cy="352896"/>
          </a:xfrm>
        </p:grpSpPr>
        <p:sp>
          <p:nvSpPr>
            <p:cNvPr id="14848" name="Google Shape;14848;p128"/>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128"/>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128"/>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128"/>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128"/>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3" name="Google Shape;14853;p128"/>
          <p:cNvGrpSpPr/>
          <p:nvPr/>
        </p:nvGrpSpPr>
        <p:grpSpPr>
          <a:xfrm>
            <a:off x="1398317" y="2057978"/>
            <a:ext cx="365792" cy="335392"/>
            <a:chOff x="1398317" y="1981778"/>
            <a:chExt cx="365792" cy="335392"/>
          </a:xfrm>
        </p:grpSpPr>
        <p:sp>
          <p:nvSpPr>
            <p:cNvPr id="14854" name="Google Shape;14854;p128"/>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128"/>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128"/>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128"/>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128"/>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128"/>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0" name="Google Shape;14860;p128"/>
          <p:cNvGrpSpPr/>
          <p:nvPr/>
        </p:nvGrpSpPr>
        <p:grpSpPr>
          <a:xfrm>
            <a:off x="3052237" y="2079770"/>
            <a:ext cx="353600" cy="314752"/>
            <a:chOff x="3052237" y="2003570"/>
            <a:chExt cx="353600" cy="314752"/>
          </a:xfrm>
        </p:grpSpPr>
        <p:sp>
          <p:nvSpPr>
            <p:cNvPr id="14861" name="Google Shape;14861;p128"/>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128"/>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128"/>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4" name="Google Shape;14864;p128"/>
          <p:cNvGrpSpPr/>
          <p:nvPr/>
        </p:nvGrpSpPr>
        <p:grpSpPr>
          <a:xfrm>
            <a:off x="1404013" y="3034266"/>
            <a:ext cx="368096" cy="223968"/>
            <a:chOff x="1404013" y="2958066"/>
            <a:chExt cx="368096" cy="223968"/>
          </a:xfrm>
        </p:grpSpPr>
        <p:sp>
          <p:nvSpPr>
            <p:cNvPr id="14865" name="Google Shape;14865;p128"/>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128"/>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67" name="Google Shape;14867;p128"/>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128"/>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9" name="Google Shape;14869;p128"/>
          <p:cNvGrpSpPr/>
          <p:nvPr/>
        </p:nvGrpSpPr>
        <p:grpSpPr>
          <a:xfrm>
            <a:off x="1951149" y="2961402"/>
            <a:ext cx="370368" cy="367328"/>
            <a:chOff x="1951149" y="2885202"/>
            <a:chExt cx="370368" cy="367328"/>
          </a:xfrm>
        </p:grpSpPr>
        <p:sp>
          <p:nvSpPr>
            <p:cNvPr id="14870" name="Google Shape;14870;p128"/>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128"/>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128"/>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3" name="Google Shape;14873;p128"/>
          <p:cNvGrpSpPr/>
          <p:nvPr/>
        </p:nvGrpSpPr>
        <p:grpSpPr>
          <a:xfrm>
            <a:off x="2501677" y="2982362"/>
            <a:ext cx="367328" cy="327296"/>
            <a:chOff x="2501677" y="2906162"/>
            <a:chExt cx="367328" cy="327296"/>
          </a:xfrm>
        </p:grpSpPr>
        <p:sp>
          <p:nvSpPr>
            <p:cNvPr id="14874" name="Google Shape;14874;p128"/>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128"/>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128"/>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77" name="Google Shape;14877;p128"/>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78" name="Google Shape;14878;p128"/>
          <p:cNvGrpSpPr/>
          <p:nvPr/>
        </p:nvGrpSpPr>
        <p:grpSpPr>
          <a:xfrm>
            <a:off x="3050317" y="2969914"/>
            <a:ext cx="367712" cy="354240"/>
            <a:chOff x="3050317" y="2893714"/>
            <a:chExt cx="367712" cy="354240"/>
          </a:xfrm>
        </p:grpSpPr>
        <p:sp>
          <p:nvSpPr>
            <p:cNvPr id="14879" name="Google Shape;14879;p128"/>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128"/>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1" name="Google Shape;14881;p128"/>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128"/>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3" name="Google Shape;14883;p128"/>
          <p:cNvGrpSpPr/>
          <p:nvPr/>
        </p:nvGrpSpPr>
        <p:grpSpPr>
          <a:xfrm>
            <a:off x="7531277" y="2962554"/>
            <a:ext cx="185184" cy="367296"/>
            <a:chOff x="7531277" y="2886354"/>
            <a:chExt cx="185184" cy="367296"/>
          </a:xfrm>
        </p:grpSpPr>
        <p:sp>
          <p:nvSpPr>
            <p:cNvPr id="14884" name="Google Shape;14884;p128"/>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128"/>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128"/>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7" name="Google Shape;14887;p128"/>
          <p:cNvGrpSpPr/>
          <p:nvPr/>
        </p:nvGrpSpPr>
        <p:grpSpPr>
          <a:xfrm>
            <a:off x="6926637" y="2962938"/>
            <a:ext cx="297184" cy="367296"/>
            <a:chOff x="6926637" y="2886738"/>
            <a:chExt cx="297184" cy="367296"/>
          </a:xfrm>
        </p:grpSpPr>
        <p:sp>
          <p:nvSpPr>
            <p:cNvPr id="14888" name="Google Shape;14888;p128"/>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128"/>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128"/>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1" name="Google Shape;14891;p128"/>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128"/>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3" name="Google Shape;14893;p128"/>
          <p:cNvGrpSpPr/>
          <p:nvPr/>
        </p:nvGrpSpPr>
        <p:grpSpPr>
          <a:xfrm>
            <a:off x="6340653" y="2962554"/>
            <a:ext cx="370368" cy="368064"/>
            <a:chOff x="6340653" y="2886354"/>
            <a:chExt cx="370368" cy="368064"/>
          </a:xfrm>
        </p:grpSpPr>
        <p:sp>
          <p:nvSpPr>
            <p:cNvPr id="14894" name="Google Shape;14894;p128"/>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128"/>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128"/>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128"/>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128"/>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128"/>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0" name="Google Shape;14900;p128"/>
          <p:cNvGrpSpPr/>
          <p:nvPr/>
        </p:nvGrpSpPr>
        <p:grpSpPr>
          <a:xfrm>
            <a:off x="5246797" y="2057626"/>
            <a:ext cx="354752" cy="336512"/>
            <a:chOff x="5246797" y="1981426"/>
            <a:chExt cx="354752" cy="336512"/>
          </a:xfrm>
        </p:grpSpPr>
        <p:sp>
          <p:nvSpPr>
            <p:cNvPr id="14901" name="Google Shape;14901;p128"/>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128"/>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3" name="Google Shape;14903;p128"/>
          <p:cNvGrpSpPr/>
          <p:nvPr/>
        </p:nvGrpSpPr>
        <p:grpSpPr>
          <a:xfrm>
            <a:off x="4148749" y="2178266"/>
            <a:ext cx="355136" cy="216256"/>
            <a:chOff x="4148749" y="2102066"/>
            <a:chExt cx="355136" cy="216256"/>
          </a:xfrm>
        </p:grpSpPr>
        <p:sp>
          <p:nvSpPr>
            <p:cNvPr id="14904" name="Google Shape;14904;p128"/>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128"/>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6" name="Google Shape;14906;p128"/>
          <p:cNvGrpSpPr/>
          <p:nvPr/>
        </p:nvGrpSpPr>
        <p:grpSpPr>
          <a:xfrm>
            <a:off x="5794669" y="2077626"/>
            <a:ext cx="354752" cy="315360"/>
            <a:chOff x="5794669" y="2001426"/>
            <a:chExt cx="354752" cy="315360"/>
          </a:xfrm>
        </p:grpSpPr>
        <p:sp>
          <p:nvSpPr>
            <p:cNvPr id="14907" name="Google Shape;14907;p128"/>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128"/>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9" name="Google Shape;14909;p128"/>
          <p:cNvGrpSpPr/>
          <p:nvPr/>
        </p:nvGrpSpPr>
        <p:grpSpPr>
          <a:xfrm>
            <a:off x="6345229" y="2106042"/>
            <a:ext cx="352832" cy="289216"/>
            <a:chOff x="6345229" y="2029842"/>
            <a:chExt cx="352832" cy="289216"/>
          </a:xfrm>
        </p:grpSpPr>
        <p:sp>
          <p:nvSpPr>
            <p:cNvPr id="14910" name="Google Shape;14910;p128"/>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128"/>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2" name="Google Shape;14912;p128"/>
          <p:cNvGrpSpPr/>
          <p:nvPr/>
        </p:nvGrpSpPr>
        <p:grpSpPr>
          <a:xfrm>
            <a:off x="4697389" y="2112538"/>
            <a:ext cx="354752" cy="281984"/>
            <a:chOff x="4697389" y="2036338"/>
            <a:chExt cx="354752" cy="281984"/>
          </a:xfrm>
        </p:grpSpPr>
        <p:sp>
          <p:nvSpPr>
            <p:cNvPr id="14913" name="Google Shape;14913;p128"/>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128"/>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5" name="Google Shape;14915;p128"/>
          <p:cNvGrpSpPr/>
          <p:nvPr/>
        </p:nvGrpSpPr>
        <p:grpSpPr>
          <a:xfrm>
            <a:off x="1404013" y="2500954"/>
            <a:ext cx="353600" cy="354944"/>
            <a:chOff x="1404013" y="2424754"/>
            <a:chExt cx="353600" cy="354944"/>
          </a:xfrm>
        </p:grpSpPr>
        <p:sp>
          <p:nvSpPr>
            <p:cNvPr id="14916" name="Google Shape;14916;p128"/>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128"/>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128"/>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128"/>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128"/>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1" name="Google Shape;14921;p128"/>
          <p:cNvGrpSpPr/>
          <p:nvPr/>
        </p:nvGrpSpPr>
        <p:grpSpPr>
          <a:xfrm>
            <a:off x="854253" y="2504474"/>
            <a:ext cx="355104" cy="351040"/>
            <a:chOff x="854253" y="2428274"/>
            <a:chExt cx="355104" cy="351040"/>
          </a:xfrm>
        </p:grpSpPr>
        <p:sp>
          <p:nvSpPr>
            <p:cNvPr id="14922" name="Google Shape;14922;p128"/>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128"/>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4" name="Google Shape;14924;p128"/>
          <p:cNvGrpSpPr/>
          <p:nvPr/>
        </p:nvGrpSpPr>
        <p:grpSpPr>
          <a:xfrm>
            <a:off x="6896909" y="2517146"/>
            <a:ext cx="354752" cy="275904"/>
            <a:chOff x="6896909" y="2440946"/>
            <a:chExt cx="354752" cy="275904"/>
          </a:xfrm>
        </p:grpSpPr>
        <p:sp>
          <p:nvSpPr>
            <p:cNvPr id="14925" name="Google Shape;14925;p128"/>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128"/>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27" name="Google Shape;14927;p128"/>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28" name="Google Shape;14928;p128"/>
          <p:cNvGrpSpPr/>
          <p:nvPr/>
        </p:nvGrpSpPr>
        <p:grpSpPr>
          <a:xfrm>
            <a:off x="5265069" y="2500954"/>
            <a:ext cx="321984" cy="354560"/>
            <a:chOff x="5265069" y="2424754"/>
            <a:chExt cx="321984" cy="354560"/>
          </a:xfrm>
        </p:grpSpPr>
        <p:sp>
          <p:nvSpPr>
            <p:cNvPr id="14929" name="Google Shape;14929;p128"/>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128"/>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1" name="Google Shape;14931;p128"/>
          <p:cNvGrpSpPr/>
          <p:nvPr/>
        </p:nvGrpSpPr>
        <p:grpSpPr>
          <a:xfrm>
            <a:off x="4150669" y="2542970"/>
            <a:ext cx="355104" cy="259584"/>
            <a:chOff x="4150669" y="2466770"/>
            <a:chExt cx="355104" cy="259584"/>
          </a:xfrm>
        </p:grpSpPr>
        <p:sp>
          <p:nvSpPr>
            <p:cNvPr id="14932" name="Google Shape;14932;p128"/>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128"/>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128"/>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128"/>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6" name="Google Shape;14936;p128"/>
          <p:cNvGrpSpPr/>
          <p:nvPr/>
        </p:nvGrpSpPr>
        <p:grpSpPr>
          <a:xfrm>
            <a:off x="4699693" y="2501146"/>
            <a:ext cx="354336" cy="353984"/>
            <a:chOff x="4699693" y="2424946"/>
            <a:chExt cx="354336" cy="353984"/>
          </a:xfrm>
        </p:grpSpPr>
        <p:sp>
          <p:nvSpPr>
            <p:cNvPr id="14937" name="Google Shape;14937;p128"/>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128"/>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39" name="Google Shape;14939;p128"/>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128"/>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41" name="Google Shape;14941;p128"/>
          <p:cNvGrpSpPr/>
          <p:nvPr/>
        </p:nvGrpSpPr>
        <p:grpSpPr>
          <a:xfrm>
            <a:off x="1953037" y="2628442"/>
            <a:ext cx="355136" cy="227072"/>
            <a:chOff x="1953037" y="2552242"/>
            <a:chExt cx="355136" cy="227072"/>
          </a:xfrm>
        </p:grpSpPr>
        <p:sp>
          <p:nvSpPr>
            <p:cNvPr id="14942" name="Google Shape;14942;p128"/>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128"/>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44" name="Google Shape;14944;p128"/>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45" name="Google Shape;14945;p128"/>
          <p:cNvGrpSpPr/>
          <p:nvPr/>
        </p:nvGrpSpPr>
        <p:grpSpPr>
          <a:xfrm>
            <a:off x="2500941" y="2603418"/>
            <a:ext cx="355104" cy="250944"/>
            <a:chOff x="2500941" y="2527218"/>
            <a:chExt cx="355104" cy="250944"/>
          </a:xfrm>
        </p:grpSpPr>
        <p:sp>
          <p:nvSpPr>
            <p:cNvPr id="14946" name="Google Shape;14946;p128"/>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128"/>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128"/>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128"/>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128"/>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51" name="Google Shape;14951;p128"/>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52" name="Google Shape;14952;p128"/>
          <p:cNvGrpSpPr/>
          <p:nvPr/>
        </p:nvGrpSpPr>
        <p:grpSpPr>
          <a:xfrm>
            <a:off x="7993805" y="2503322"/>
            <a:ext cx="356256" cy="351808"/>
            <a:chOff x="7993805" y="2427122"/>
            <a:chExt cx="356256" cy="351808"/>
          </a:xfrm>
        </p:grpSpPr>
        <p:sp>
          <p:nvSpPr>
            <p:cNvPr id="14953" name="Google Shape;14953;p128"/>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128"/>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128"/>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6" name="Google Shape;14956;p128"/>
          <p:cNvGrpSpPr/>
          <p:nvPr/>
        </p:nvGrpSpPr>
        <p:grpSpPr>
          <a:xfrm>
            <a:off x="878637" y="2041210"/>
            <a:ext cx="308640" cy="353312"/>
            <a:chOff x="878637" y="1965010"/>
            <a:chExt cx="308640" cy="353312"/>
          </a:xfrm>
        </p:grpSpPr>
        <p:sp>
          <p:nvSpPr>
            <p:cNvPr id="14957" name="Google Shape;14957;p128"/>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128"/>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128"/>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0" name="Google Shape;14960;p128"/>
          <p:cNvGrpSpPr/>
          <p:nvPr/>
        </p:nvGrpSpPr>
        <p:grpSpPr>
          <a:xfrm>
            <a:off x="6896141" y="2040922"/>
            <a:ext cx="348256" cy="352448"/>
            <a:chOff x="6896141" y="1964722"/>
            <a:chExt cx="348256" cy="352448"/>
          </a:xfrm>
        </p:grpSpPr>
        <p:sp>
          <p:nvSpPr>
            <p:cNvPr id="14961" name="Google Shape;14961;p128"/>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128"/>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128"/>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4" name="Google Shape;14964;p128"/>
          <p:cNvGrpSpPr/>
          <p:nvPr/>
        </p:nvGrpSpPr>
        <p:grpSpPr>
          <a:xfrm>
            <a:off x="7989997" y="2091578"/>
            <a:ext cx="355136" cy="303328"/>
            <a:chOff x="7989997" y="2015378"/>
            <a:chExt cx="355136" cy="303328"/>
          </a:xfrm>
        </p:grpSpPr>
        <p:sp>
          <p:nvSpPr>
            <p:cNvPr id="14965" name="Google Shape;14965;p128"/>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128"/>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128"/>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8" name="Google Shape;14968;p128"/>
          <p:cNvGrpSpPr/>
          <p:nvPr/>
        </p:nvGrpSpPr>
        <p:grpSpPr>
          <a:xfrm>
            <a:off x="3598221" y="1585562"/>
            <a:ext cx="348640" cy="330784"/>
            <a:chOff x="3598221" y="1509362"/>
            <a:chExt cx="348640" cy="330784"/>
          </a:xfrm>
        </p:grpSpPr>
        <p:sp>
          <p:nvSpPr>
            <p:cNvPr id="14969" name="Google Shape;14969;p128"/>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128"/>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128"/>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128"/>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3" name="Google Shape;14973;p128"/>
          <p:cNvGrpSpPr/>
          <p:nvPr/>
        </p:nvGrpSpPr>
        <p:grpSpPr>
          <a:xfrm>
            <a:off x="5246797" y="1576858"/>
            <a:ext cx="347872" cy="347488"/>
            <a:chOff x="5246797" y="1500658"/>
            <a:chExt cx="347872" cy="347488"/>
          </a:xfrm>
        </p:grpSpPr>
        <p:sp>
          <p:nvSpPr>
            <p:cNvPr id="14974" name="Google Shape;14974;p128"/>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128"/>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128"/>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128"/>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8" name="Google Shape;14978;p128"/>
          <p:cNvGrpSpPr/>
          <p:nvPr/>
        </p:nvGrpSpPr>
        <p:grpSpPr>
          <a:xfrm>
            <a:off x="5796589" y="1576858"/>
            <a:ext cx="349024" cy="346752"/>
            <a:chOff x="5796589" y="1500658"/>
            <a:chExt cx="349024" cy="346752"/>
          </a:xfrm>
        </p:grpSpPr>
        <p:sp>
          <p:nvSpPr>
            <p:cNvPr id="14979" name="Google Shape;14979;p128"/>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80" name="Google Shape;14980;p128"/>
            <p:cNvGrpSpPr/>
            <p:nvPr/>
          </p:nvGrpSpPr>
          <p:grpSpPr>
            <a:xfrm>
              <a:off x="5796589" y="1500658"/>
              <a:ext cx="349024" cy="346752"/>
              <a:chOff x="5796589" y="1500658"/>
              <a:chExt cx="349024" cy="346752"/>
            </a:xfrm>
          </p:grpSpPr>
          <p:sp>
            <p:nvSpPr>
              <p:cNvPr id="14981" name="Google Shape;14981;p128"/>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128"/>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128"/>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128"/>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985" name="Google Shape;14985;p128"/>
          <p:cNvGrpSpPr/>
          <p:nvPr/>
        </p:nvGrpSpPr>
        <p:grpSpPr>
          <a:xfrm>
            <a:off x="6895373" y="1578778"/>
            <a:ext cx="348640" cy="343296"/>
            <a:chOff x="6895373" y="1502578"/>
            <a:chExt cx="348640" cy="343296"/>
          </a:xfrm>
        </p:grpSpPr>
        <p:sp>
          <p:nvSpPr>
            <p:cNvPr id="14986" name="Google Shape;14986;p128"/>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128"/>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128"/>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9" name="Google Shape;14989;p128"/>
          <p:cNvGrpSpPr/>
          <p:nvPr/>
        </p:nvGrpSpPr>
        <p:grpSpPr>
          <a:xfrm>
            <a:off x="4147597" y="1581658"/>
            <a:ext cx="347904" cy="336992"/>
            <a:chOff x="4147597" y="1505458"/>
            <a:chExt cx="347904" cy="336992"/>
          </a:xfrm>
        </p:grpSpPr>
        <p:sp>
          <p:nvSpPr>
            <p:cNvPr id="14990" name="Google Shape;14990;p128"/>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128"/>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128"/>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128"/>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128"/>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128"/>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128"/>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7" name="Google Shape;14997;p128"/>
          <p:cNvGrpSpPr/>
          <p:nvPr/>
        </p:nvGrpSpPr>
        <p:grpSpPr>
          <a:xfrm>
            <a:off x="2499405" y="1576090"/>
            <a:ext cx="347488" cy="348256"/>
            <a:chOff x="2499405" y="1499890"/>
            <a:chExt cx="347488" cy="348256"/>
          </a:xfrm>
        </p:grpSpPr>
        <p:sp>
          <p:nvSpPr>
            <p:cNvPr id="14998" name="Google Shape;14998;p128"/>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128"/>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128"/>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128"/>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128"/>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3" name="Google Shape;15003;p128"/>
          <p:cNvGrpSpPr/>
          <p:nvPr/>
        </p:nvGrpSpPr>
        <p:grpSpPr>
          <a:xfrm>
            <a:off x="1956845" y="1576698"/>
            <a:ext cx="331520" cy="348032"/>
            <a:chOff x="1956845" y="1500498"/>
            <a:chExt cx="331520" cy="348032"/>
          </a:xfrm>
        </p:grpSpPr>
        <p:sp>
          <p:nvSpPr>
            <p:cNvPr id="15004" name="Google Shape;15004;p128"/>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128"/>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128"/>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128"/>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128"/>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128"/>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128"/>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128"/>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128"/>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128"/>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128"/>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128"/>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6" name="Google Shape;15016;p128"/>
          <p:cNvGrpSpPr/>
          <p:nvPr/>
        </p:nvGrpSpPr>
        <p:grpSpPr>
          <a:xfrm>
            <a:off x="6345613" y="1626074"/>
            <a:ext cx="348640" cy="250656"/>
            <a:chOff x="6345613" y="1549874"/>
            <a:chExt cx="348640" cy="250656"/>
          </a:xfrm>
        </p:grpSpPr>
        <p:sp>
          <p:nvSpPr>
            <p:cNvPr id="15017" name="Google Shape;15017;p128"/>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128"/>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128"/>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128"/>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128"/>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128"/>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3" name="Google Shape;15023;p128"/>
          <p:cNvGrpSpPr/>
          <p:nvPr/>
        </p:nvGrpSpPr>
        <p:grpSpPr>
          <a:xfrm>
            <a:off x="7444781" y="1583226"/>
            <a:ext cx="348640" cy="334272"/>
            <a:chOff x="7444781" y="1507026"/>
            <a:chExt cx="348640" cy="334272"/>
          </a:xfrm>
        </p:grpSpPr>
        <p:sp>
          <p:nvSpPr>
            <p:cNvPr id="15024" name="Google Shape;15024;p128"/>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128"/>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128"/>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128"/>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128"/>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9" name="Google Shape;15029;p128"/>
          <p:cNvGrpSpPr/>
          <p:nvPr/>
        </p:nvGrpSpPr>
        <p:grpSpPr>
          <a:xfrm>
            <a:off x="7995341" y="1582938"/>
            <a:ext cx="347872" cy="334944"/>
            <a:chOff x="7995341" y="1506738"/>
            <a:chExt cx="347872" cy="334944"/>
          </a:xfrm>
        </p:grpSpPr>
        <p:sp>
          <p:nvSpPr>
            <p:cNvPr id="15030" name="Google Shape;15030;p128"/>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128"/>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128"/>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128"/>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128"/>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128"/>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6" name="Google Shape;15036;p128"/>
          <p:cNvGrpSpPr/>
          <p:nvPr/>
        </p:nvGrpSpPr>
        <p:grpSpPr>
          <a:xfrm>
            <a:off x="3048045" y="1599130"/>
            <a:ext cx="347872" cy="303904"/>
            <a:chOff x="3048045" y="1522930"/>
            <a:chExt cx="347872" cy="303904"/>
          </a:xfrm>
        </p:grpSpPr>
        <p:sp>
          <p:nvSpPr>
            <p:cNvPr id="15037" name="Google Shape;15037;p128"/>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38" name="Google Shape;15038;p128"/>
            <p:cNvGrpSpPr/>
            <p:nvPr/>
          </p:nvGrpSpPr>
          <p:grpSpPr>
            <a:xfrm>
              <a:off x="3048045" y="1522930"/>
              <a:ext cx="347872" cy="303904"/>
              <a:chOff x="3048045" y="1522930"/>
              <a:chExt cx="347872" cy="303904"/>
            </a:xfrm>
          </p:grpSpPr>
          <p:sp>
            <p:nvSpPr>
              <p:cNvPr id="15039" name="Google Shape;15039;p128"/>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128"/>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41" name="Google Shape;15041;p128"/>
          <p:cNvGrpSpPr/>
          <p:nvPr/>
        </p:nvGrpSpPr>
        <p:grpSpPr>
          <a:xfrm>
            <a:off x="1133133" y="3428122"/>
            <a:ext cx="313984" cy="358560"/>
            <a:chOff x="1133133" y="3351922"/>
            <a:chExt cx="313984" cy="358560"/>
          </a:xfrm>
        </p:grpSpPr>
        <p:sp>
          <p:nvSpPr>
            <p:cNvPr id="15042" name="Google Shape;15042;p128"/>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128"/>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128"/>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128"/>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128"/>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128"/>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128"/>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128"/>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128"/>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128"/>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128"/>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128"/>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128"/>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128"/>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128"/>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128"/>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58" name="Google Shape;15058;p128"/>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59" name="Google Shape;15059;p128"/>
          <p:cNvGrpSpPr/>
          <p:nvPr/>
        </p:nvGrpSpPr>
        <p:grpSpPr>
          <a:xfrm>
            <a:off x="2795053" y="3428794"/>
            <a:ext cx="288448" cy="357120"/>
            <a:chOff x="2795053" y="3352594"/>
            <a:chExt cx="288448" cy="357120"/>
          </a:xfrm>
        </p:grpSpPr>
        <p:sp>
          <p:nvSpPr>
            <p:cNvPr id="15060" name="Google Shape;15060;p128"/>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128"/>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128"/>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128"/>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128"/>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128"/>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128"/>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128"/>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128"/>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9" name="Google Shape;15069;p128"/>
          <p:cNvGrpSpPr/>
          <p:nvPr/>
        </p:nvGrpSpPr>
        <p:grpSpPr>
          <a:xfrm>
            <a:off x="2236525" y="3429402"/>
            <a:ext cx="304832" cy="356512"/>
            <a:chOff x="2236525" y="3353202"/>
            <a:chExt cx="304832" cy="356512"/>
          </a:xfrm>
        </p:grpSpPr>
        <p:sp>
          <p:nvSpPr>
            <p:cNvPr id="15070" name="Google Shape;15070;p128"/>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128"/>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128"/>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3" name="Google Shape;15073;p128"/>
          <p:cNvGrpSpPr/>
          <p:nvPr/>
        </p:nvGrpSpPr>
        <p:grpSpPr>
          <a:xfrm>
            <a:off x="3910637" y="3428890"/>
            <a:ext cx="256800" cy="357024"/>
            <a:chOff x="3910637" y="3352690"/>
            <a:chExt cx="256800" cy="357024"/>
          </a:xfrm>
        </p:grpSpPr>
        <p:sp>
          <p:nvSpPr>
            <p:cNvPr id="15074" name="Google Shape;15074;p128"/>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128"/>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128"/>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7" name="Google Shape;15077;p128"/>
          <p:cNvGrpSpPr/>
          <p:nvPr/>
        </p:nvGrpSpPr>
        <p:grpSpPr>
          <a:xfrm>
            <a:off x="6056429" y="3428122"/>
            <a:ext cx="360064" cy="360096"/>
            <a:chOff x="6056429" y="3351922"/>
            <a:chExt cx="360064" cy="360096"/>
          </a:xfrm>
        </p:grpSpPr>
        <p:sp>
          <p:nvSpPr>
            <p:cNvPr id="15078" name="Google Shape;15078;p128"/>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128"/>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128"/>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1" name="Google Shape;15081;p128"/>
          <p:cNvGrpSpPr/>
          <p:nvPr/>
        </p:nvGrpSpPr>
        <p:grpSpPr>
          <a:xfrm>
            <a:off x="6608877" y="3429274"/>
            <a:ext cx="357408" cy="357408"/>
            <a:chOff x="6608877" y="3353074"/>
            <a:chExt cx="357408" cy="357408"/>
          </a:xfrm>
        </p:grpSpPr>
        <p:sp>
          <p:nvSpPr>
            <p:cNvPr id="15082" name="Google Shape;15082;p128"/>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128"/>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128"/>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128"/>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128"/>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128"/>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128"/>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89" name="Google Shape;15089;p128"/>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90" name="Google Shape;15090;p128"/>
          <p:cNvGrpSpPr/>
          <p:nvPr/>
        </p:nvGrpSpPr>
        <p:grpSpPr>
          <a:xfrm>
            <a:off x="3316269" y="3428602"/>
            <a:ext cx="344832" cy="356544"/>
            <a:chOff x="3316269" y="3352402"/>
            <a:chExt cx="344832" cy="356544"/>
          </a:xfrm>
        </p:grpSpPr>
        <p:sp>
          <p:nvSpPr>
            <p:cNvPr id="15091" name="Google Shape;15091;p128"/>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128"/>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128"/>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94" name="Google Shape;15094;p128"/>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95" name="Google Shape;15095;p128"/>
          <p:cNvGrpSpPr/>
          <p:nvPr/>
        </p:nvGrpSpPr>
        <p:grpSpPr>
          <a:xfrm>
            <a:off x="4959533" y="3446426"/>
            <a:ext cx="357408" cy="323488"/>
            <a:chOff x="4959533" y="3370226"/>
            <a:chExt cx="357408" cy="323488"/>
          </a:xfrm>
        </p:grpSpPr>
        <p:sp>
          <p:nvSpPr>
            <p:cNvPr id="15096" name="Google Shape;15096;p128"/>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128"/>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8" name="Google Shape;15098;p128"/>
          <p:cNvGrpSpPr/>
          <p:nvPr/>
        </p:nvGrpSpPr>
        <p:grpSpPr>
          <a:xfrm>
            <a:off x="7158637" y="3429274"/>
            <a:ext cx="357056" cy="357408"/>
            <a:chOff x="7158637" y="3353074"/>
            <a:chExt cx="357056" cy="357408"/>
          </a:xfrm>
        </p:grpSpPr>
        <p:sp>
          <p:nvSpPr>
            <p:cNvPr id="15099" name="Google Shape;15099;p128"/>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128"/>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128"/>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128"/>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3" name="Google Shape;15103;p128"/>
          <p:cNvGrpSpPr/>
          <p:nvPr/>
        </p:nvGrpSpPr>
        <p:grpSpPr>
          <a:xfrm>
            <a:off x="5508909" y="3447706"/>
            <a:ext cx="358560" cy="319552"/>
            <a:chOff x="5508909" y="3371506"/>
            <a:chExt cx="358560" cy="319552"/>
          </a:xfrm>
        </p:grpSpPr>
        <p:sp>
          <p:nvSpPr>
            <p:cNvPr id="15104" name="Google Shape;15104;p128"/>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128"/>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128"/>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128"/>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128"/>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128"/>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128"/>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128"/>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128"/>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128"/>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4" name="Google Shape;15114;p128"/>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118"/>
        <p:cNvGrpSpPr/>
        <p:nvPr/>
      </p:nvGrpSpPr>
      <p:grpSpPr>
        <a:xfrm>
          <a:off x="0" y="0"/>
          <a:ext cx="0" cy="0"/>
          <a:chOff x="0" y="0"/>
          <a:chExt cx="0" cy="0"/>
        </a:xfrm>
      </p:grpSpPr>
      <p:sp>
        <p:nvSpPr>
          <p:cNvPr id="15119" name="Google Shape;15119;p129"/>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20" name="Google Shape;15120;p129"/>
          <p:cNvGrpSpPr/>
          <p:nvPr/>
        </p:nvGrpSpPr>
        <p:grpSpPr>
          <a:xfrm>
            <a:off x="3051327" y="3893352"/>
            <a:ext cx="346056" cy="345674"/>
            <a:chOff x="3303268" y="3817349"/>
            <a:chExt cx="346056" cy="345674"/>
          </a:xfrm>
        </p:grpSpPr>
        <p:sp>
          <p:nvSpPr>
            <p:cNvPr id="15121" name="Google Shape;15121;p129"/>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129"/>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129"/>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129"/>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5" name="Google Shape;15125;p129"/>
          <p:cNvGrpSpPr/>
          <p:nvPr/>
        </p:nvGrpSpPr>
        <p:grpSpPr>
          <a:xfrm>
            <a:off x="3500416" y="3893352"/>
            <a:ext cx="346056" cy="345674"/>
            <a:chOff x="3752358" y="3817349"/>
            <a:chExt cx="346056" cy="345674"/>
          </a:xfrm>
        </p:grpSpPr>
        <p:sp>
          <p:nvSpPr>
            <p:cNvPr id="15126" name="Google Shape;15126;p129"/>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129"/>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129"/>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129"/>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0" name="Google Shape;15130;p129"/>
          <p:cNvGrpSpPr/>
          <p:nvPr/>
        </p:nvGrpSpPr>
        <p:grpSpPr>
          <a:xfrm>
            <a:off x="4848066" y="3893352"/>
            <a:ext cx="346024" cy="345674"/>
            <a:chOff x="5100008" y="3817349"/>
            <a:chExt cx="346024" cy="345674"/>
          </a:xfrm>
        </p:grpSpPr>
        <p:sp>
          <p:nvSpPr>
            <p:cNvPr id="15131" name="Google Shape;15131;p129"/>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129"/>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129"/>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4" name="Google Shape;15134;p129"/>
          <p:cNvGrpSpPr/>
          <p:nvPr/>
        </p:nvGrpSpPr>
        <p:grpSpPr>
          <a:xfrm>
            <a:off x="5746977" y="3893352"/>
            <a:ext cx="345674" cy="345674"/>
            <a:chOff x="5998919" y="3817349"/>
            <a:chExt cx="345674" cy="345674"/>
          </a:xfrm>
        </p:grpSpPr>
        <p:sp>
          <p:nvSpPr>
            <p:cNvPr id="15135" name="Google Shape;15135;p129"/>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129"/>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129"/>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8" name="Google Shape;15138;p129"/>
          <p:cNvGrpSpPr/>
          <p:nvPr/>
        </p:nvGrpSpPr>
        <p:grpSpPr>
          <a:xfrm>
            <a:off x="3949506" y="3893352"/>
            <a:ext cx="346024" cy="345674"/>
            <a:chOff x="4201447" y="3817349"/>
            <a:chExt cx="346024" cy="345674"/>
          </a:xfrm>
        </p:grpSpPr>
        <p:sp>
          <p:nvSpPr>
            <p:cNvPr id="15139" name="Google Shape;15139;p129"/>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129"/>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1" name="Google Shape;15141;p129"/>
          <p:cNvGrpSpPr/>
          <p:nvPr/>
        </p:nvGrpSpPr>
        <p:grpSpPr>
          <a:xfrm>
            <a:off x="4398977" y="3893352"/>
            <a:ext cx="346024" cy="345674"/>
            <a:chOff x="4650919" y="3817349"/>
            <a:chExt cx="346024" cy="345674"/>
          </a:xfrm>
        </p:grpSpPr>
        <p:sp>
          <p:nvSpPr>
            <p:cNvPr id="15142" name="Google Shape;15142;p129"/>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129"/>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129"/>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5" name="Google Shape;15145;p129"/>
          <p:cNvGrpSpPr/>
          <p:nvPr/>
        </p:nvGrpSpPr>
        <p:grpSpPr>
          <a:xfrm>
            <a:off x="5297920" y="3893352"/>
            <a:ext cx="345642" cy="345674"/>
            <a:chOff x="5549861" y="3817349"/>
            <a:chExt cx="345642" cy="345674"/>
          </a:xfrm>
        </p:grpSpPr>
        <p:sp>
          <p:nvSpPr>
            <p:cNvPr id="15146" name="Google Shape;15146;p129"/>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129"/>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129"/>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9" name="Google Shape;15149;p129"/>
          <p:cNvGrpSpPr/>
          <p:nvPr/>
        </p:nvGrpSpPr>
        <p:grpSpPr>
          <a:xfrm>
            <a:off x="1306445" y="3474029"/>
            <a:ext cx="367255" cy="269855"/>
            <a:chOff x="1306445" y="3397829"/>
            <a:chExt cx="367255" cy="269855"/>
          </a:xfrm>
        </p:grpSpPr>
        <p:sp>
          <p:nvSpPr>
            <p:cNvPr id="15150" name="Google Shape;15150;p129"/>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129"/>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129"/>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129"/>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129"/>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129"/>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6" name="Google Shape;15156;p129"/>
          <p:cNvGrpSpPr/>
          <p:nvPr/>
        </p:nvGrpSpPr>
        <p:grpSpPr>
          <a:xfrm>
            <a:off x="1781317" y="3467600"/>
            <a:ext cx="367255" cy="282364"/>
            <a:chOff x="1781317" y="3391400"/>
            <a:chExt cx="367255" cy="282364"/>
          </a:xfrm>
        </p:grpSpPr>
        <p:sp>
          <p:nvSpPr>
            <p:cNvPr id="15157" name="Google Shape;15157;p129"/>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129"/>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129"/>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129"/>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129"/>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129"/>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3" name="Google Shape;15163;p129"/>
          <p:cNvGrpSpPr/>
          <p:nvPr/>
        </p:nvGrpSpPr>
        <p:grpSpPr>
          <a:xfrm>
            <a:off x="3678830" y="3447133"/>
            <a:ext cx="369164" cy="323297"/>
            <a:chOff x="3678830" y="3370933"/>
            <a:chExt cx="369164" cy="323297"/>
          </a:xfrm>
        </p:grpSpPr>
        <p:sp>
          <p:nvSpPr>
            <p:cNvPr id="15164" name="Google Shape;15164;p129"/>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129"/>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129"/>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129"/>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129"/>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129"/>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129"/>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129"/>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129"/>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129"/>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129"/>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5" name="Google Shape;15175;p129"/>
          <p:cNvGrpSpPr/>
          <p:nvPr/>
        </p:nvGrpSpPr>
        <p:grpSpPr>
          <a:xfrm>
            <a:off x="859265" y="3424375"/>
            <a:ext cx="312316" cy="368400"/>
            <a:chOff x="859265" y="3348175"/>
            <a:chExt cx="312316" cy="368400"/>
          </a:xfrm>
        </p:grpSpPr>
        <p:sp>
          <p:nvSpPr>
            <p:cNvPr id="15176" name="Google Shape;15176;p129"/>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129"/>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129"/>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129"/>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129"/>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81" name="Google Shape;15181;p129"/>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82" name="Google Shape;15182;p129"/>
          <p:cNvGrpSpPr/>
          <p:nvPr/>
        </p:nvGrpSpPr>
        <p:grpSpPr>
          <a:xfrm>
            <a:off x="2766374" y="3437213"/>
            <a:ext cx="330110" cy="308908"/>
            <a:chOff x="2766264" y="3394042"/>
            <a:chExt cx="294873" cy="275934"/>
          </a:xfrm>
        </p:grpSpPr>
        <p:sp>
          <p:nvSpPr>
            <p:cNvPr id="15183" name="Google Shape;15183;p129"/>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129"/>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129"/>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129"/>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7" name="Google Shape;15187;p129"/>
          <p:cNvGrpSpPr/>
          <p:nvPr/>
        </p:nvGrpSpPr>
        <p:grpSpPr>
          <a:xfrm>
            <a:off x="3214972" y="3435388"/>
            <a:ext cx="346406" cy="347552"/>
            <a:chOff x="3214972" y="3359188"/>
            <a:chExt cx="346406" cy="347552"/>
          </a:xfrm>
        </p:grpSpPr>
        <p:sp>
          <p:nvSpPr>
            <p:cNvPr id="15188" name="Google Shape;15188;p129"/>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129"/>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129"/>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129"/>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129"/>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129"/>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129"/>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129"/>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129"/>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129"/>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129"/>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129"/>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129"/>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129"/>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2" name="Google Shape;15202;p129"/>
          <p:cNvGrpSpPr/>
          <p:nvPr/>
        </p:nvGrpSpPr>
        <p:grpSpPr>
          <a:xfrm>
            <a:off x="4629306" y="3485393"/>
            <a:ext cx="367255" cy="244486"/>
            <a:chOff x="4629306" y="3409193"/>
            <a:chExt cx="367255" cy="244486"/>
          </a:xfrm>
        </p:grpSpPr>
        <p:sp>
          <p:nvSpPr>
            <p:cNvPr id="15203" name="Google Shape;15203;p129"/>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129"/>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129"/>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129"/>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129"/>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129"/>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129"/>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129"/>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129"/>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129"/>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3" name="Google Shape;15213;p129"/>
          <p:cNvGrpSpPr/>
          <p:nvPr/>
        </p:nvGrpSpPr>
        <p:grpSpPr>
          <a:xfrm>
            <a:off x="4193490" y="3426284"/>
            <a:ext cx="289939" cy="334661"/>
            <a:chOff x="4193490" y="3350084"/>
            <a:chExt cx="289939" cy="334661"/>
          </a:xfrm>
        </p:grpSpPr>
        <p:sp>
          <p:nvSpPr>
            <p:cNvPr id="15214" name="Google Shape;15214;p129"/>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129"/>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129"/>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129"/>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129"/>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129"/>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129"/>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129"/>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129"/>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129"/>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4" name="Google Shape;15224;p129"/>
          <p:cNvGrpSpPr/>
          <p:nvPr/>
        </p:nvGrpSpPr>
        <p:grpSpPr>
          <a:xfrm>
            <a:off x="6533281" y="3427430"/>
            <a:ext cx="357037" cy="357005"/>
            <a:chOff x="6533281" y="3351230"/>
            <a:chExt cx="357037" cy="357005"/>
          </a:xfrm>
        </p:grpSpPr>
        <p:sp>
          <p:nvSpPr>
            <p:cNvPr id="15225" name="Google Shape;15225;p129"/>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129"/>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129"/>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8" name="Google Shape;15228;p129"/>
          <p:cNvGrpSpPr/>
          <p:nvPr/>
        </p:nvGrpSpPr>
        <p:grpSpPr>
          <a:xfrm>
            <a:off x="6058441" y="3427430"/>
            <a:ext cx="357387" cy="357005"/>
            <a:chOff x="6058441" y="3351230"/>
            <a:chExt cx="357387" cy="357005"/>
          </a:xfrm>
        </p:grpSpPr>
        <p:sp>
          <p:nvSpPr>
            <p:cNvPr id="15229" name="Google Shape;15229;p129"/>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129"/>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1" name="Google Shape;15231;p129"/>
          <p:cNvGrpSpPr/>
          <p:nvPr/>
        </p:nvGrpSpPr>
        <p:grpSpPr>
          <a:xfrm>
            <a:off x="7957483" y="3427048"/>
            <a:ext cx="357387" cy="357387"/>
            <a:chOff x="7957483" y="3350848"/>
            <a:chExt cx="357387" cy="357387"/>
          </a:xfrm>
        </p:grpSpPr>
        <p:sp>
          <p:nvSpPr>
            <p:cNvPr id="15232" name="Google Shape;15232;p129"/>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129"/>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129"/>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5" name="Google Shape;15235;p129"/>
          <p:cNvGrpSpPr/>
          <p:nvPr/>
        </p:nvGrpSpPr>
        <p:grpSpPr>
          <a:xfrm>
            <a:off x="7007771" y="3427430"/>
            <a:ext cx="357387" cy="357005"/>
            <a:chOff x="7007771" y="3351230"/>
            <a:chExt cx="357387" cy="357005"/>
          </a:xfrm>
        </p:grpSpPr>
        <p:sp>
          <p:nvSpPr>
            <p:cNvPr id="15236" name="Google Shape;15236;p129"/>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129"/>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129"/>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129"/>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129"/>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1" name="Google Shape;15241;p129"/>
          <p:cNvGrpSpPr/>
          <p:nvPr/>
        </p:nvGrpSpPr>
        <p:grpSpPr>
          <a:xfrm>
            <a:off x="5108729" y="3427430"/>
            <a:ext cx="357005" cy="357005"/>
            <a:chOff x="5108729" y="3351230"/>
            <a:chExt cx="357005" cy="357005"/>
          </a:xfrm>
        </p:grpSpPr>
        <p:sp>
          <p:nvSpPr>
            <p:cNvPr id="15242" name="Google Shape;15242;p129"/>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129"/>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4" name="Google Shape;15244;p129"/>
          <p:cNvGrpSpPr/>
          <p:nvPr/>
        </p:nvGrpSpPr>
        <p:grpSpPr>
          <a:xfrm>
            <a:off x="5583569" y="3427430"/>
            <a:ext cx="357419" cy="357005"/>
            <a:chOff x="5583569" y="3351230"/>
            <a:chExt cx="357419" cy="357005"/>
          </a:xfrm>
        </p:grpSpPr>
        <p:sp>
          <p:nvSpPr>
            <p:cNvPr id="15245" name="Google Shape;15245;p129"/>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129"/>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7" name="Google Shape;15247;p129"/>
          <p:cNvGrpSpPr/>
          <p:nvPr/>
        </p:nvGrpSpPr>
        <p:grpSpPr>
          <a:xfrm>
            <a:off x="7482229" y="3427430"/>
            <a:ext cx="357419" cy="357005"/>
            <a:chOff x="7482229" y="3351230"/>
            <a:chExt cx="357419" cy="357005"/>
          </a:xfrm>
        </p:grpSpPr>
        <p:sp>
          <p:nvSpPr>
            <p:cNvPr id="15248" name="Google Shape;15248;p129"/>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129"/>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129"/>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129"/>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129"/>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3" name="Google Shape;15253;p129"/>
          <p:cNvGrpSpPr/>
          <p:nvPr/>
        </p:nvGrpSpPr>
        <p:grpSpPr>
          <a:xfrm>
            <a:off x="3764485" y="2966882"/>
            <a:ext cx="222874" cy="345737"/>
            <a:chOff x="3764485" y="2890682"/>
            <a:chExt cx="222874" cy="345737"/>
          </a:xfrm>
        </p:grpSpPr>
        <p:sp>
          <p:nvSpPr>
            <p:cNvPr id="15254" name="Google Shape;15254;p129"/>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129"/>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129"/>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7" name="Google Shape;15257;p129"/>
          <p:cNvGrpSpPr/>
          <p:nvPr/>
        </p:nvGrpSpPr>
        <p:grpSpPr>
          <a:xfrm>
            <a:off x="2238616" y="2984331"/>
            <a:ext cx="422596" cy="310382"/>
            <a:chOff x="2278533" y="2937377"/>
            <a:chExt cx="346788" cy="254704"/>
          </a:xfrm>
        </p:grpSpPr>
        <p:sp>
          <p:nvSpPr>
            <p:cNvPr id="15258" name="Google Shape;15258;p129"/>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129"/>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60" name="Google Shape;15260;p129"/>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61" name="Google Shape;15261;p129"/>
          <p:cNvGrpSpPr/>
          <p:nvPr/>
        </p:nvGrpSpPr>
        <p:grpSpPr>
          <a:xfrm>
            <a:off x="1836637" y="2967710"/>
            <a:ext cx="286152" cy="346438"/>
            <a:chOff x="1836637" y="2891510"/>
            <a:chExt cx="286152" cy="346438"/>
          </a:xfrm>
        </p:grpSpPr>
        <p:sp>
          <p:nvSpPr>
            <p:cNvPr id="15262" name="Google Shape;15262;p129"/>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129"/>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129"/>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129"/>
          <p:cNvGrpSpPr/>
          <p:nvPr/>
        </p:nvGrpSpPr>
        <p:grpSpPr>
          <a:xfrm>
            <a:off x="5585861" y="2982129"/>
            <a:ext cx="379764" cy="337684"/>
            <a:chOff x="5585861" y="2905929"/>
            <a:chExt cx="379764" cy="337684"/>
          </a:xfrm>
        </p:grpSpPr>
        <p:sp>
          <p:nvSpPr>
            <p:cNvPr id="15266" name="Google Shape;15266;p129"/>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129"/>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129"/>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129"/>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0" name="Google Shape;15270;p129"/>
          <p:cNvGrpSpPr/>
          <p:nvPr/>
        </p:nvGrpSpPr>
        <p:grpSpPr>
          <a:xfrm>
            <a:off x="1327676" y="2986680"/>
            <a:ext cx="347934" cy="310024"/>
            <a:chOff x="1327676" y="2910480"/>
            <a:chExt cx="347934" cy="310024"/>
          </a:xfrm>
        </p:grpSpPr>
        <p:sp>
          <p:nvSpPr>
            <p:cNvPr id="15271" name="Google Shape;15271;p129"/>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129"/>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129"/>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129"/>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129"/>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76" name="Google Shape;15276;p129"/>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77" name="Google Shape;15277;p129"/>
          <p:cNvGrpSpPr/>
          <p:nvPr/>
        </p:nvGrpSpPr>
        <p:grpSpPr>
          <a:xfrm>
            <a:off x="2753401" y="2945764"/>
            <a:ext cx="382828" cy="358601"/>
            <a:chOff x="2753373" y="2902523"/>
            <a:chExt cx="347552" cy="325557"/>
          </a:xfrm>
        </p:grpSpPr>
        <p:sp>
          <p:nvSpPr>
            <p:cNvPr id="15278" name="Google Shape;15278;p129"/>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129"/>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129"/>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129"/>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129"/>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129"/>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4" name="Google Shape;15284;p129"/>
          <p:cNvGrpSpPr/>
          <p:nvPr/>
        </p:nvGrpSpPr>
        <p:grpSpPr>
          <a:xfrm>
            <a:off x="849016" y="2979455"/>
            <a:ext cx="356655" cy="335425"/>
            <a:chOff x="849016" y="2903255"/>
            <a:chExt cx="356655" cy="335425"/>
          </a:xfrm>
        </p:grpSpPr>
        <p:sp>
          <p:nvSpPr>
            <p:cNvPr id="15285" name="Google Shape;15285;p129"/>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129"/>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129"/>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129"/>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129"/>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129"/>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129"/>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129"/>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129"/>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129"/>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129"/>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6" name="Google Shape;15296;p129"/>
          <p:cNvGrpSpPr/>
          <p:nvPr/>
        </p:nvGrpSpPr>
        <p:grpSpPr>
          <a:xfrm>
            <a:off x="4210933" y="3002977"/>
            <a:ext cx="280072" cy="275520"/>
            <a:chOff x="4210933" y="2926777"/>
            <a:chExt cx="280072" cy="275520"/>
          </a:xfrm>
        </p:grpSpPr>
        <p:sp>
          <p:nvSpPr>
            <p:cNvPr id="15297" name="Google Shape;15297;p129"/>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129"/>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129"/>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129"/>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129"/>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129"/>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129"/>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129"/>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129"/>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129"/>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129"/>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129"/>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129"/>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0" name="Google Shape;15310;p129"/>
          <p:cNvGrpSpPr/>
          <p:nvPr/>
        </p:nvGrpSpPr>
        <p:grpSpPr>
          <a:xfrm>
            <a:off x="4667216" y="2991582"/>
            <a:ext cx="320273" cy="318395"/>
            <a:chOff x="4667216" y="2915382"/>
            <a:chExt cx="320273" cy="318395"/>
          </a:xfrm>
        </p:grpSpPr>
        <p:sp>
          <p:nvSpPr>
            <p:cNvPr id="15311" name="Google Shape;15311;p129"/>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129"/>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129"/>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129"/>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5" name="Google Shape;15315;p129"/>
          <p:cNvGrpSpPr/>
          <p:nvPr/>
        </p:nvGrpSpPr>
        <p:grpSpPr>
          <a:xfrm>
            <a:off x="5170480" y="3010839"/>
            <a:ext cx="261929" cy="280550"/>
            <a:chOff x="5170480" y="2934639"/>
            <a:chExt cx="261929" cy="280550"/>
          </a:xfrm>
        </p:grpSpPr>
        <p:sp>
          <p:nvSpPr>
            <p:cNvPr id="15316" name="Google Shape;15316;p129"/>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129"/>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129"/>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129"/>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129"/>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129"/>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129"/>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3" name="Google Shape;15323;p129"/>
          <p:cNvGrpSpPr/>
          <p:nvPr/>
        </p:nvGrpSpPr>
        <p:grpSpPr>
          <a:xfrm>
            <a:off x="6069423" y="2968091"/>
            <a:ext cx="362321" cy="364231"/>
            <a:chOff x="6069423" y="2891892"/>
            <a:chExt cx="362321" cy="364231"/>
          </a:xfrm>
        </p:grpSpPr>
        <p:sp>
          <p:nvSpPr>
            <p:cNvPr id="15324" name="Google Shape;15324;p129"/>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129"/>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129"/>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129"/>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129"/>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129"/>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0" name="Google Shape;15330;p129"/>
          <p:cNvGrpSpPr/>
          <p:nvPr/>
        </p:nvGrpSpPr>
        <p:grpSpPr>
          <a:xfrm>
            <a:off x="6571955" y="2995370"/>
            <a:ext cx="308878" cy="311170"/>
            <a:chOff x="6571955" y="2919170"/>
            <a:chExt cx="308878" cy="311170"/>
          </a:xfrm>
        </p:grpSpPr>
        <p:sp>
          <p:nvSpPr>
            <p:cNvPr id="15331" name="Google Shape;15331;p129"/>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129"/>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129"/>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129"/>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129"/>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129"/>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129"/>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129"/>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129"/>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129"/>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1" name="Google Shape;15341;p129"/>
          <p:cNvGrpSpPr/>
          <p:nvPr/>
        </p:nvGrpSpPr>
        <p:grpSpPr>
          <a:xfrm>
            <a:off x="7500054" y="3010935"/>
            <a:ext cx="350576" cy="280454"/>
            <a:chOff x="7500054" y="2934735"/>
            <a:chExt cx="350576" cy="280454"/>
          </a:xfrm>
        </p:grpSpPr>
        <p:sp>
          <p:nvSpPr>
            <p:cNvPr id="15342" name="Google Shape;15342;p129"/>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129"/>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129"/>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129"/>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129"/>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129"/>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129"/>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129"/>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129"/>
          <p:cNvGrpSpPr/>
          <p:nvPr/>
        </p:nvGrpSpPr>
        <p:grpSpPr>
          <a:xfrm>
            <a:off x="7024430" y="2950862"/>
            <a:ext cx="332012" cy="355454"/>
            <a:chOff x="7055134" y="2919170"/>
            <a:chExt cx="290321" cy="310820"/>
          </a:xfrm>
        </p:grpSpPr>
        <p:sp>
          <p:nvSpPr>
            <p:cNvPr id="15351" name="Google Shape;15351;p129"/>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129"/>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129"/>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129"/>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129"/>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129"/>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129"/>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129"/>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129"/>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129"/>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129"/>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129"/>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129"/>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129"/>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5" name="Google Shape;15365;p129"/>
          <p:cNvGrpSpPr/>
          <p:nvPr/>
        </p:nvGrpSpPr>
        <p:grpSpPr>
          <a:xfrm>
            <a:off x="7985143" y="2976813"/>
            <a:ext cx="330109" cy="347552"/>
            <a:chOff x="7985143" y="2900613"/>
            <a:chExt cx="330109" cy="347552"/>
          </a:xfrm>
        </p:grpSpPr>
        <p:sp>
          <p:nvSpPr>
            <p:cNvPr id="15366" name="Google Shape;15366;p129"/>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129"/>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129"/>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129"/>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129"/>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129"/>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129"/>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129"/>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4" name="Google Shape;15374;p129"/>
          <p:cNvGrpSpPr/>
          <p:nvPr/>
        </p:nvGrpSpPr>
        <p:grpSpPr>
          <a:xfrm>
            <a:off x="7990840" y="2511426"/>
            <a:ext cx="354363" cy="353631"/>
            <a:chOff x="7990840" y="2435226"/>
            <a:chExt cx="354363" cy="353631"/>
          </a:xfrm>
        </p:grpSpPr>
        <p:sp>
          <p:nvSpPr>
            <p:cNvPr id="15375" name="Google Shape;15375;p129"/>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129"/>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129"/>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8" name="Google Shape;15378;p129"/>
          <p:cNvGrpSpPr/>
          <p:nvPr/>
        </p:nvGrpSpPr>
        <p:grpSpPr>
          <a:xfrm>
            <a:off x="1817317" y="2556530"/>
            <a:ext cx="350958" cy="263043"/>
            <a:chOff x="1817317" y="2480330"/>
            <a:chExt cx="350958" cy="263043"/>
          </a:xfrm>
        </p:grpSpPr>
        <p:sp>
          <p:nvSpPr>
            <p:cNvPr id="15379" name="Google Shape;15379;p129"/>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129"/>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129"/>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129"/>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129"/>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4" name="Google Shape;15384;p129"/>
          <p:cNvGrpSpPr/>
          <p:nvPr/>
        </p:nvGrpSpPr>
        <p:grpSpPr>
          <a:xfrm>
            <a:off x="1341727" y="2559549"/>
            <a:ext cx="419913" cy="308109"/>
            <a:chOff x="1341727" y="2483349"/>
            <a:chExt cx="419913" cy="308109"/>
          </a:xfrm>
        </p:grpSpPr>
        <p:sp>
          <p:nvSpPr>
            <p:cNvPr id="15385" name="Google Shape;15385;p129"/>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129"/>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129"/>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8" name="Google Shape;15388;p129"/>
          <p:cNvGrpSpPr/>
          <p:nvPr/>
        </p:nvGrpSpPr>
        <p:grpSpPr>
          <a:xfrm>
            <a:off x="854332" y="2523936"/>
            <a:ext cx="376358" cy="330109"/>
            <a:chOff x="854332" y="2447736"/>
            <a:chExt cx="376358" cy="330109"/>
          </a:xfrm>
        </p:grpSpPr>
        <p:sp>
          <p:nvSpPr>
            <p:cNvPr id="15389" name="Google Shape;15389;p129"/>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129"/>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129"/>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129"/>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129"/>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129"/>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129"/>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129"/>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7" name="Google Shape;15397;p129"/>
          <p:cNvGrpSpPr/>
          <p:nvPr/>
        </p:nvGrpSpPr>
        <p:grpSpPr>
          <a:xfrm>
            <a:off x="4206763" y="2527151"/>
            <a:ext cx="322151" cy="322374"/>
            <a:chOff x="4206763" y="2450951"/>
            <a:chExt cx="322151" cy="322374"/>
          </a:xfrm>
        </p:grpSpPr>
        <p:sp>
          <p:nvSpPr>
            <p:cNvPr id="15398" name="Google Shape;15398;p129"/>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129"/>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0" name="Google Shape;15400;p129"/>
          <p:cNvGrpSpPr/>
          <p:nvPr/>
        </p:nvGrpSpPr>
        <p:grpSpPr>
          <a:xfrm>
            <a:off x="7528096" y="2526259"/>
            <a:ext cx="327976" cy="324316"/>
            <a:chOff x="7528096" y="2450059"/>
            <a:chExt cx="327976" cy="324316"/>
          </a:xfrm>
        </p:grpSpPr>
        <p:sp>
          <p:nvSpPr>
            <p:cNvPr id="15401" name="Google Shape;15401;p129"/>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129"/>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129"/>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129"/>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129"/>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6" name="Google Shape;15406;p129"/>
          <p:cNvGrpSpPr/>
          <p:nvPr/>
        </p:nvGrpSpPr>
        <p:grpSpPr>
          <a:xfrm>
            <a:off x="7077129" y="2588742"/>
            <a:ext cx="282364" cy="198619"/>
            <a:chOff x="7077129" y="2512542"/>
            <a:chExt cx="282364" cy="198619"/>
          </a:xfrm>
        </p:grpSpPr>
        <p:sp>
          <p:nvSpPr>
            <p:cNvPr id="15407" name="Google Shape;15407;p129"/>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129"/>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129"/>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129"/>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129"/>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129"/>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3" name="Google Shape;15413;p129"/>
          <p:cNvGrpSpPr/>
          <p:nvPr/>
        </p:nvGrpSpPr>
        <p:grpSpPr>
          <a:xfrm>
            <a:off x="3725461" y="2520912"/>
            <a:ext cx="334279" cy="334661"/>
            <a:chOff x="3725461" y="2444712"/>
            <a:chExt cx="334279" cy="334661"/>
          </a:xfrm>
        </p:grpSpPr>
        <p:sp>
          <p:nvSpPr>
            <p:cNvPr id="15414" name="Google Shape;15414;p129"/>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129"/>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129"/>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129"/>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129"/>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129"/>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129"/>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1" name="Google Shape;15421;p129"/>
          <p:cNvGrpSpPr/>
          <p:nvPr/>
        </p:nvGrpSpPr>
        <p:grpSpPr>
          <a:xfrm>
            <a:off x="6577238" y="2533421"/>
            <a:ext cx="332019" cy="310788"/>
            <a:chOff x="6577238" y="2457221"/>
            <a:chExt cx="332019" cy="310788"/>
          </a:xfrm>
        </p:grpSpPr>
        <p:sp>
          <p:nvSpPr>
            <p:cNvPr id="15422" name="Google Shape;15422;p129"/>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129"/>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129"/>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129"/>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129"/>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129"/>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8" name="Google Shape;15428;p129"/>
          <p:cNvGrpSpPr/>
          <p:nvPr/>
        </p:nvGrpSpPr>
        <p:grpSpPr>
          <a:xfrm>
            <a:off x="2818561" y="2515978"/>
            <a:ext cx="247892" cy="346024"/>
            <a:chOff x="2818561" y="2439778"/>
            <a:chExt cx="247892" cy="346024"/>
          </a:xfrm>
        </p:grpSpPr>
        <p:sp>
          <p:nvSpPr>
            <p:cNvPr id="15429" name="Google Shape;15429;p129"/>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129"/>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129"/>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129"/>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129"/>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129"/>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129"/>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129"/>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129"/>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129"/>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129"/>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129"/>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1" name="Google Shape;15441;p129"/>
          <p:cNvGrpSpPr/>
          <p:nvPr/>
        </p:nvGrpSpPr>
        <p:grpSpPr>
          <a:xfrm>
            <a:off x="3207778" y="2550832"/>
            <a:ext cx="419933" cy="275170"/>
            <a:chOff x="3207778" y="2474632"/>
            <a:chExt cx="419933" cy="275170"/>
          </a:xfrm>
        </p:grpSpPr>
        <p:sp>
          <p:nvSpPr>
            <p:cNvPr id="15442" name="Google Shape;15442;p129"/>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129"/>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129"/>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129"/>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129"/>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129"/>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129"/>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129"/>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129"/>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129"/>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129"/>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129"/>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129"/>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129"/>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6" name="Google Shape;15456;p129"/>
          <p:cNvGrpSpPr/>
          <p:nvPr/>
        </p:nvGrpSpPr>
        <p:grpSpPr>
          <a:xfrm>
            <a:off x="6099375" y="2532275"/>
            <a:ext cx="337684" cy="314194"/>
            <a:chOff x="6099375" y="2456075"/>
            <a:chExt cx="337684" cy="314194"/>
          </a:xfrm>
        </p:grpSpPr>
        <p:sp>
          <p:nvSpPr>
            <p:cNvPr id="15457" name="Google Shape;15457;p129"/>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129"/>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9" name="Google Shape;15459;p129"/>
          <p:cNvGrpSpPr/>
          <p:nvPr/>
        </p:nvGrpSpPr>
        <p:grpSpPr>
          <a:xfrm>
            <a:off x="2312623" y="2544784"/>
            <a:ext cx="312698" cy="286534"/>
            <a:chOff x="2312623" y="2468584"/>
            <a:chExt cx="312698" cy="286534"/>
          </a:xfrm>
        </p:grpSpPr>
        <p:sp>
          <p:nvSpPr>
            <p:cNvPr id="15460" name="Google Shape;15460;p129"/>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129"/>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129"/>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3" name="Google Shape;15463;p129"/>
          <p:cNvGrpSpPr/>
          <p:nvPr/>
        </p:nvGrpSpPr>
        <p:grpSpPr>
          <a:xfrm>
            <a:off x="5618805" y="2517124"/>
            <a:ext cx="345292" cy="342618"/>
            <a:chOff x="5618805" y="2440924"/>
            <a:chExt cx="345292" cy="342618"/>
          </a:xfrm>
        </p:grpSpPr>
        <p:sp>
          <p:nvSpPr>
            <p:cNvPr id="15464" name="Google Shape;15464;p129"/>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129"/>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129"/>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129"/>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129"/>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9" name="Google Shape;15469;p129"/>
          <p:cNvGrpSpPr/>
          <p:nvPr/>
        </p:nvGrpSpPr>
        <p:grpSpPr>
          <a:xfrm>
            <a:off x="4653179" y="2522790"/>
            <a:ext cx="377886" cy="331255"/>
            <a:chOff x="4653179" y="2446590"/>
            <a:chExt cx="377886" cy="331255"/>
          </a:xfrm>
        </p:grpSpPr>
        <p:sp>
          <p:nvSpPr>
            <p:cNvPr id="15470" name="Google Shape;15470;p129"/>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129"/>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129"/>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129"/>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4" name="Google Shape;15474;p129"/>
          <p:cNvGrpSpPr/>
          <p:nvPr/>
        </p:nvGrpSpPr>
        <p:grpSpPr>
          <a:xfrm>
            <a:off x="5184517" y="2535681"/>
            <a:ext cx="252062" cy="305122"/>
            <a:chOff x="5184517" y="2459481"/>
            <a:chExt cx="252062" cy="305122"/>
          </a:xfrm>
        </p:grpSpPr>
        <p:sp>
          <p:nvSpPr>
            <p:cNvPr id="15475" name="Google Shape;15475;p129"/>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129"/>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129"/>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129"/>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129"/>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129"/>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81" name="Google Shape;15481;p129"/>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82" name="Google Shape;15482;p129"/>
          <p:cNvGrpSpPr/>
          <p:nvPr/>
        </p:nvGrpSpPr>
        <p:grpSpPr>
          <a:xfrm>
            <a:off x="6155459" y="2045308"/>
            <a:ext cx="249770" cy="363849"/>
            <a:chOff x="6155459" y="1969108"/>
            <a:chExt cx="249770" cy="363849"/>
          </a:xfrm>
        </p:grpSpPr>
        <p:sp>
          <p:nvSpPr>
            <p:cNvPr id="15483" name="Google Shape;15483;p129"/>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129"/>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129"/>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129"/>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129"/>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129"/>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129"/>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129"/>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129"/>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2" name="Google Shape;15492;p129"/>
          <p:cNvGrpSpPr/>
          <p:nvPr/>
        </p:nvGrpSpPr>
        <p:grpSpPr>
          <a:xfrm>
            <a:off x="2280029" y="2046804"/>
            <a:ext cx="353631" cy="354395"/>
            <a:chOff x="2280029" y="1970604"/>
            <a:chExt cx="353631" cy="354395"/>
          </a:xfrm>
        </p:grpSpPr>
        <p:sp>
          <p:nvSpPr>
            <p:cNvPr id="15493" name="Google Shape;15493;p129"/>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129"/>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129"/>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129"/>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7" name="Google Shape;15497;p129"/>
          <p:cNvGrpSpPr/>
          <p:nvPr/>
        </p:nvGrpSpPr>
        <p:grpSpPr>
          <a:xfrm>
            <a:off x="8065100" y="2076374"/>
            <a:ext cx="255086" cy="301685"/>
            <a:chOff x="8065100" y="2000174"/>
            <a:chExt cx="255086" cy="301685"/>
          </a:xfrm>
        </p:grpSpPr>
        <p:sp>
          <p:nvSpPr>
            <p:cNvPr id="15498" name="Google Shape;15498;p129"/>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129"/>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129"/>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129"/>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2" name="Google Shape;15502;p129"/>
          <p:cNvGrpSpPr/>
          <p:nvPr/>
        </p:nvGrpSpPr>
        <p:grpSpPr>
          <a:xfrm>
            <a:off x="6633705" y="2045308"/>
            <a:ext cx="249420" cy="363849"/>
            <a:chOff x="6633705" y="1969108"/>
            <a:chExt cx="249420" cy="363849"/>
          </a:xfrm>
        </p:grpSpPr>
        <p:sp>
          <p:nvSpPr>
            <p:cNvPr id="15503" name="Google Shape;15503;p129"/>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129"/>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129"/>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129"/>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129"/>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129"/>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129"/>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129"/>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1" name="Google Shape;15511;p129"/>
          <p:cNvGrpSpPr/>
          <p:nvPr/>
        </p:nvGrpSpPr>
        <p:grpSpPr>
          <a:xfrm>
            <a:off x="5211031" y="2045308"/>
            <a:ext cx="226661" cy="363467"/>
            <a:chOff x="5211031" y="1969108"/>
            <a:chExt cx="226661" cy="363467"/>
          </a:xfrm>
        </p:grpSpPr>
        <p:sp>
          <p:nvSpPr>
            <p:cNvPr id="15512" name="Google Shape;15512;p129"/>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129"/>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4" name="Google Shape;15514;p129"/>
          <p:cNvGrpSpPr/>
          <p:nvPr/>
        </p:nvGrpSpPr>
        <p:grpSpPr>
          <a:xfrm>
            <a:off x="3712952" y="2046804"/>
            <a:ext cx="354363" cy="354395"/>
            <a:chOff x="3712952" y="1970604"/>
            <a:chExt cx="354363" cy="354395"/>
          </a:xfrm>
        </p:grpSpPr>
        <p:sp>
          <p:nvSpPr>
            <p:cNvPr id="15515" name="Google Shape;15515;p129"/>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129"/>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129"/>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129"/>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129"/>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129"/>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129"/>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129"/>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129"/>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4" name="Google Shape;15524;p129"/>
          <p:cNvGrpSpPr/>
          <p:nvPr/>
        </p:nvGrpSpPr>
        <p:grpSpPr>
          <a:xfrm>
            <a:off x="3235438" y="2046804"/>
            <a:ext cx="354363" cy="354745"/>
            <a:chOff x="3235438" y="1970604"/>
            <a:chExt cx="354363" cy="354745"/>
          </a:xfrm>
        </p:grpSpPr>
        <p:sp>
          <p:nvSpPr>
            <p:cNvPr id="15525" name="Google Shape;15525;p129"/>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129"/>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129"/>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129"/>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129"/>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129"/>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129"/>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129"/>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129"/>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129"/>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129"/>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129"/>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129"/>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8" name="Google Shape;15538;p129"/>
          <p:cNvGrpSpPr/>
          <p:nvPr/>
        </p:nvGrpSpPr>
        <p:grpSpPr>
          <a:xfrm>
            <a:off x="1329585" y="2066125"/>
            <a:ext cx="341472" cy="335074"/>
            <a:chOff x="1329585" y="1989925"/>
            <a:chExt cx="341472" cy="335074"/>
          </a:xfrm>
        </p:grpSpPr>
        <p:sp>
          <p:nvSpPr>
            <p:cNvPr id="15539" name="Google Shape;15539;p129"/>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129"/>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129"/>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2" name="Google Shape;15542;p129"/>
          <p:cNvGrpSpPr/>
          <p:nvPr/>
        </p:nvGrpSpPr>
        <p:grpSpPr>
          <a:xfrm>
            <a:off x="5591871" y="2066106"/>
            <a:ext cx="416649" cy="325597"/>
            <a:chOff x="5626763" y="2013829"/>
            <a:chExt cx="351722" cy="274788"/>
          </a:xfrm>
        </p:grpSpPr>
        <p:sp>
          <p:nvSpPr>
            <p:cNvPr id="15543" name="Google Shape;15543;p129"/>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129"/>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129"/>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129"/>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129"/>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129"/>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129"/>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129"/>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129"/>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129"/>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3" name="Google Shape;15553;p129"/>
          <p:cNvGrpSpPr/>
          <p:nvPr/>
        </p:nvGrpSpPr>
        <p:grpSpPr>
          <a:xfrm>
            <a:off x="7576605" y="2060077"/>
            <a:ext cx="276698" cy="333133"/>
            <a:chOff x="7576605" y="1983877"/>
            <a:chExt cx="276698" cy="333133"/>
          </a:xfrm>
        </p:grpSpPr>
        <p:sp>
          <p:nvSpPr>
            <p:cNvPr id="15554" name="Google Shape;15554;p129"/>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129"/>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6" name="Google Shape;15556;p129"/>
          <p:cNvGrpSpPr/>
          <p:nvPr/>
        </p:nvGrpSpPr>
        <p:grpSpPr>
          <a:xfrm>
            <a:off x="853568" y="2051738"/>
            <a:ext cx="337334" cy="353599"/>
            <a:chOff x="853568" y="1975538"/>
            <a:chExt cx="337334" cy="353599"/>
          </a:xfrm>
        </p:grpSpPr>
        <p:sp>
          <p:nvSpPr>
            <p:cNvPr id="15557" name="Google Shape;15557;p129"/>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129"/>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129"/>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129"/>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1" name="Google Shape;15561;p129"/>
          <p:cNvGrpSpPr/>
          <p:nvPr/>
        </p:nvGrpSpPr>
        <p:grpSpPr>
          <a:xfrm>
            <a:off x="2770052" y="2085828"/>
            <a:ext cx="327085" cy="277080"/>
            <a:chOff x="2770052" y="2009628"/>
            <a:chExt cx="327085" cy="277080"/>
          </a:xfrm>
        </p:grpSpPr>
        <p:sp>
          <p:nvSpPr>
            <p:cNvPr id="15562" name="Google Shape;15562;p129"/>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129"/>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64" name="Google Shape;15564;p129"/>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65" name="Google Shape;15565;p129"/>
          <p:cNvGrpSpPr/>
          <p:nvPr/>
        </p:nvGrpSpPr>
        <p:grpSpPr>
          <a:xfrm>
            <a:off x="4195399" y="2046804"/>
            <a:ext cx="344878" cy="343573"/>
            <a:chOff x="4195399" y="1970604"/>
            <a:chExt cx="344878" cy="343573"/>
          </a:xfrm>
        </p:grpSpPr>
        <p:sp>
          <p:nvSpPr>
            <p:cNvPr id="15566" name="Google Shape;15566;p129"/>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129"/>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129"/>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129"/>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0" name="Google Shape;15570;p129"/>
          <p:cNvGrpSpPr/>
          <p:nvPr/>
        </p:nvGrpSpPr>
        <p:grpSpPr>
          <a:xfrm>
            <a:off x="4674791" y="2053647"/>
            <a:ext cx="344528" cy="344114"/>
            <a:chOff x="4674791" y="1977447"/>
            <a:chExt cx="344528" cy="344114"/>
          </a:xfrm>
        </p:grpSpPr>
        <p:sp>
          <p:nvSpPr>
            <p:cNvPr id="15571" name="Google Shape;15571;p129"/>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129"/>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129"/>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129"/>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129"/>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129"/>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129"/>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129"/>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129"/>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129"/>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129"/>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129"/>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129"/>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129"/>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129"/>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129"/>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129"/>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129"/>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129"/>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129"/>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129"/>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129"/>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129"/>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129"/>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129"/>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129"/>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7" name="Google Shape;15597;p129"/>
          <p:cNvGrpSpPr/>
          <p:nvPr/>
        </p:nvGrpSpPr>
        <p:grpSpPr>
          <a:xfrm>
            <a:off x="6083810" y="1623497"/>
            <a:ext cx="382819" cy="310788"/>
            <a:chOff x="6083810" y="1547297"/>
            <a:chExt cx="382819" cy="310788"/>
          </a:xfrm>
        </p:grpSpPr>
        <p:sp>
          <p:nvSpPr>
            <p:cNvPr id="15598" name="Google Shape;15598;p129"/>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129"/>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129"/>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129"/>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129"/>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129"/>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129"/>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129"/>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129"/>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129"/>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129"/>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129"/>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129"/>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129"/>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129"/>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129"/>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129"/>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129"/>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6" name="Google Shape;15616;p129"/>
          <p:cNvGrpSpPr/>
          <p:nvPr/>
        </p:nvGrpSpPr>
        <p:grpSpPr>
          <a:xfrm>
            <a:off x="6558300" y="1614393"/>
            <a:ext cx="382788" cy="328613"/>
            <a:chOff x="6558300" y="1538193"/>
            <a:chExt cx="382788" cy="328613"/>
          </a:xfrm>
        </p:grpSpPr>
        <p:sp>
          <p:nvSpPr>
            <p:cNvPr id="15617" name="Google Shape;15617;p129"/>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129"/>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9" name="Google Shape;15619;p129"/>
          <p:cNvGrpSpPr/>
          <p:nvPr/>
        </p:nvGrpSpPr>
        <p:grpSpPr>
          <a:xfrm>
            <a:off x="5194002" y="1587497"/>
            <a:ext cx="259605" cy="346024"/>
            <a:chOff x="5194002" y="1511297"/>
            <a:chExt cx="259605" cy="346024"/>
          </a:xfrm>
        </p:grpSpPr>
        <p:sp>
          <p:nvSpPr>
            <p:cNvPr id="15620" name="Google Shape;15620;p129"/>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129"/>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129"/>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129"/>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4" name="Google Shape;15624;p129"/>
          <p:cNvGrpSpPr/>
          <p:nvPr/>
        </p:nvGrpSpPr>
        <p:grpSpPr>
          <a:xfrm>
            <a:off x="1394741" y="1588261"/>
            <a:ext cx="252444" cy="351722"/>
            <a:chOff x="1394741" y="1512061"/>
            <a:chExt cx="252444" cy="351722"/>
          </a:xfrm>
        </p:grpSpPr>
        <p:sp>
          <p:nvSpPr>
            <p:cNvPr id="15625" name="Google Shape;15625;p129"/>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129"/>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129"/>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129"/>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129"/>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129"/>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129"/>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129"/>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129"/>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129"/>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129"/>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129"/>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129"/>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129"/>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129"/>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129"/>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129"/>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2" name="Google Shape;15642;p129"/>
          <p:cNvGrpSpPr/>
          <p:nvPr/>
        </p:nvGrpSpPr>
        <p:grpSpPr>
          <a:xfrm>
            <a:off x="855096" y="1580685"/>
            <a:ext cx="380910" cy="339594"/>
            <a:chOff x="855096" y="1504485"/>
            <a:chExt cx="380910" cy="339594"/>
          </a:xfrm>
        </p:grpSpPr>
        <p:sp>
          <p:nvSpPr>
            <p:cNvPr id="15643" name="Google Shape;15643;p129"/>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129"/>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129"/>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129"/>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129"/>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8" name="Google Shape;15648;p129"/>
          <p:cNvGrpSpPr/>
          <p:nvPr/>
        </p:nvGrpSpPr>
        <p:grpSpPr>
          <a:xfrm>
            <a:off x="1819576" y="1587879"/>
            <a:ext cx="352103" cy="352103"/>
            <a:chOff x="1819576" y="1511679"/>
            <a:chExt cx="352103" cy="352103"/>
          </a:xfrm>
        </p:grpSpPr>
        <p:sp>
          <p:nvSpPr>
            <p:cNvPr id="15649" name="Google Shape;15649;p129"/>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129"/>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129"/>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129"/>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3" name="Google Shape;15653;p129"/>
          <p:cNvGrpSpPr/>
          <p:nvPr/>
        </p:nvGrpSpPr>
        <p:grpSpPr>
          <a:xfrm>
            <a:off x="5621097" y="1576961"/>
            <a:ext cx="371424" cy="355446"/>
            <a:chOff x="5621097" y="1500761"/>
            <a:chExt cx="371424" cy="355446"/>
          </a:xfrm>
        </p:grpSpPr>
        <p:sp>
          <p:nvSpPr>
            <p:cNvPr id="15654" name="Google Shape;15654;p129"/>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129"/>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6" name="Google Shape;15656;p129"/>
          <p:cNvGrpSpPr/>
          <p:nvPr/>
        </p:nvGrpSpPr>
        <p:grpSpPr>
          <a:xfrm>
            <a:off x="4670239" y="1617799"/>
            <a:ext cx="359679" cy="321833"/>
            <a:chOff x="4670239" y="1541599"/>
            <a:chExt cx="359679" cy="321833"/>
          </a:xfrm>
        </p:grpSpPr>
        <p:sp>
          <p:nvSpPr>
            <p:cNvPr id="15657" name="Google Shape;15657;p129"/>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129"/>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129"/>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129"/>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129"/>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2" name="Google Shape;15662;p129"/>
          <p:cNvGrpSpPr/>
          <p:nvPr/>
        </p:nvGrpSpPr>
        <p:grpSpPr>
          <a:xfrm>
            <a:off x="4212429" y="1578585"/>
            <a:ext cx="321037" cy="353822"/>
            <a:chOff x="4212429" y="1502385"/>
            <a:chExt cx="321037" cy="353822"/>
          </a:xfrm>
        </p:grpSpPr>
        <p:sp>
          <p:nvSpPr>
            <p:cNvPr id="15663" name="Google Shape;15663;p129"/>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129"/>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129"/>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129"/>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7" name="Google Shape;15667;p129"/>
          <p:cNvGrpSpPr/>
          <p:nvPr/>
        </p:nvGrpSpPr>
        <p:grpSpPr>
          <a:xfrm>
            <a:off x="2302788" y="1582181"/>
            <a:ext cx="336188" cy="335425"/>
            <a:chOff x="2302788" y="1505981"/>
            <a:chExt cx="336188" cy="335425"/>
          </a:xfrm>
        </p:grpSpPr>
        <p:sp>
          <p:nvSpPr>
            <p:cNvPr id="15668" name="Google Shape;15668;p129"/>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129"/>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129"/>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129"/>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129"/>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129"/>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129"/>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129"/>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129"/>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129"/>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129"/>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129"/>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129"/>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129"/>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129"/>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129"/>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129"/>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5" name="Google Shape;15685;p129"/>
          <p:cNvGrpSpPr/>
          <p:nvPr/>
        </p:nvGrpSpPr>
        <p:grpSpPr>
          <a:xfrm>
            <a:off x="2780301" y="1598096"/>
            <a:ext cx="333133" cy="321037"/>
            <a:chOff x="2780301" y="1521896"/>
            <a:chExt cx="333133" cy="321037"/>
          </a:xfrm>
        </p:grpSpPr>
        <p:sp>
          <p:nvSpPr>
            <p:cNvPr id="15686" name="Google Shape;15686;p129"/>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129"/>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129"/>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129"/>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129"/>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129"/>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129"/>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129"/>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129"/>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129"/>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129"/>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129"/>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129"/>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129"/>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129"/>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129"/>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129"/>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129"/>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129"/>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129"/>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6" name="Google Shape;15706;p129"/>
          <p:cNvGrpSpPr/>
          <p:nvPr/>
        </p:nvGrpSpPr>
        <p:grpSpPr>
          <a:xfrm>
            <a:off x="3316159" y="1591285"/>
            <a:ext cx="211892" cy="339594"/>
            <a:chOff x="3316159" y="1515085"/>
            <a:chExt cx="211892" cy="339594"/>
          </a:xfrm>
        </p:grpSpPr>
        <p:sp>
          <p:nvSpPr>
            <p:cNvPr id="15707" name="Google Shape;15707;p129"/>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129"/>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129"/>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10" name="Google Shape;15710;p129"/>
            <p:cNvGrpSpPr/>
            <p:nvPr/>
          </p:nvGrpSpPr>
          <p:grpSpPr>
            <a:xfrm>
              <a:off x="3316159" y="1515085"/>
              <a:ext cx="211892" cy="339594"/>
              <a:chOff x="3316159" y="1515085"/>
              <a:chExt cx="211892" cy="339594"/>
            </a:xfrm>
          </p:grpSpPr>
          <p:sp>
            <p:nvSpPr>
              <p:cNvPr id="15711" name="Google Shape;15711;p129"/>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129"/>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129"/>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129"/>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129"/>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129"/>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717" name="Google Shape;15717;p129"/>
          <p:cNvGrpSpPr/>
          <p:nvPr/>
        </p:nvGrpSpPr>
        <p:grpSpPr>
          <a:xfrm>
            <a:off x="3716358" y="1620855"/>
            <a:ext cx="361971" cy="314958"/>
            <a:chOff x="3716358" y="1544655"/>
            <a:chExt cx="361971" cy="314958"/>
          </a:xfrm>
        </p:grpSpPr>
        <p:sp>
          <p:nvSpPr>
            <p:cNvPr id="15718" name="Google Shape;15718;p129"/>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129"/>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129"/>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129"/>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129"/>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23" name="Google Shape;15723;p129"/>
            <p:cNvGrpSpPr/>
            <p:nvPr/>
          </p:nvGrpSpPr>
          <p:grpSpPr>
            <a:xfrm>
              <a:off x="3716358" y="1544655"/>
              <a:ext cx="361971" cy="314958"/>
              <a:chOff x="3716358" y="1544655"/>
              <a:chExt cx="361971" cy="314958"/>
            </a:xfrm>
          </p:grpSpPr>
          <p:sp>
            <p:nvSpPr>
              <p:cNvPr id="15724" name="Google Shape;15724;p129"/>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129"/>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129"/>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129"/>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129"/>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729" name="Google Shape;15729;p129"/>
          <p:cNvGrpSpPr/>
          <p:nvPr/>
        </p:nvGrpSpPr>
        <p:grpSpPr>
          <a:xfrm>
            <a:off x="7011924" y="1633752"/>
            <a:ext cx="499533" cy="305136"/>
            <a:chOff x="7009649" y="1541981"/>
            <a:chExt cx="524940" cy="320655"/>
          </a:xfrm>
        </p:grpSpPr>
        <p:sp>
          <p:nvSpPr>
            <p:cNvPr id="15730" name="Google Shape;15730;p129"/>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129"/>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129"/>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129"/>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129"/>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129"/>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129"/>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129"/>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8" name="Google Shape;15738;p129"/>
          <p:cNvGrpSpPr/>
          <p:nvPr/>
        </p:nvGrpSpPr>
        <p:grpSpPr>
          <a:xfrm>
            <a:off x="8034034" y="1594309"/>
            <a:ext cx="282746" cy="340358"/>
            <a:chOff x="8034034" y="1518109"/>
            <a:chExt cx="282746" cy="340358"/>
          </a:xfrm>
        </p:grpSpPr>
        <p:sp>
          <p:nvSpPr>
            <p:cNvPr id="15739" name="Google Shape;15739;p129"/>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129"/>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129"/>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129"/>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3" name="Google Shape;15743;p129"/>
          <p:cNvGrpSpPr/>
          <p:nvPr/>
        </p:nvGrpSpPr>
        <p:grpSpPr>
          <a:xfrm>
            <a:off x="7582302" y="1576134"/>
            <a:ext cx="369133" cy="360411"/>
            <a:chOff x="7582302" y="1499934"/>
            <a:chExt cx="369133" cy="360411"/>
          </a:xfrm>
        </p:grpSpPr>
        <p:sp>
          <p:nvSpPr>
            <p:cNvPr id="15744" name="Google Shape;15744;p129"/>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129"/>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129"/>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129"/>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129"/>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9" name="Google Shape;15749;p129"/>
          <p:cNvGrpSpPr/>
          <p:nvPr/>
        </p:nvGrpSpPr>
        <p:grpSpPr>
          <a:xfrm>
            <a:off x="6196089" y="3893352"/>
            <a:ext cx="346056" cy="345674"/>
            <a:chOff x="2238181" y="4120624"/>
            <a:chExt cx="346056" cy="345674"/>
          </a:xfrm>
        </p:grpSpPr>
        <p:grpSp>
          <p:nvGrpSpPr>
            <p:cNvPr id="15750" name="Google Shape;15750;p129"/>
            <p:cNvGrpSpPr/>
            <p:nvPr/>
          </p:nvGrpSpPr>
          <p:grpSpPr>
            <a:xfrm>
              <a:off x="2309209" y="4177423"/>
              <a:ext cx="204025" cy="232089"/>
              <a:chOff x="1512725" y="258500"/>
              <a:chExt cx="4570900" cy="5199625"/>
            </a:xfrm>
          </p:grpSpPr>
          <p:sp>
            <p:nvSpPr>
              <p:cNvPr id="15751" name="Google Shape;15751;p129"/>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129"/>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53" name="Google Shape;15753;p129"/>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54" name="Google Shape;15754;p129"/>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758"/>
        <p:cNvGrpSpPr/>
        <p:nvPr/>
      </p:nvGrpSpPr>
      <p:grpSpPr>
        <a:xfrm>
          <a:off x="0" y="0"/>
          <a:ext cx="0" cy="0"/>
          <a:chOff x="0" y="0"/>
          <a:chExt cx="0" cy="0"/>
        </a:xfrm>
      </p:grpSpPr>
      <p:pic>
        <p:nvPicPr>
          <p:cNvPr id="15759" name="Google Shape;15759;p13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Programming Language Workshop for Beginners by Slidesgo">
  <a:themeElements>
    <a:clrScheme name="Simple Light">
      <a:dk1>
        <a:srgbClr val="2E323B"/>
      </a:dk1>
      <a:lt1>
        <a:srgbClr val="FF5858"/>
      </a:lt1>
      <a:dk2>
        <a:srgbClr val="72D9F0"/>
      </a:dk2>
      <a:lt2>
        <a:srgbClr val="FCC642"/>
      </a:lt2>
      <a:accent1>
        <a:srgbClr val="DBA0DB"/>
      </a:accent1>
      <a:accent2>
        <a:srgbClr val="A5CF27"/>
      </a:accent2>
      <a:accent3>
        <a:srgbClr val="E7E7E7"/>
      </a:accent3>
      <a:accent4>
        <a:srgbClr val="707070"/>
      </a:accent4>
      <a:accent5>
        <a:srgbClr val="16191F"/>
      </a:accent5>
      <a:accent6>
        <a:srgbClr val="FFFFFF"/>
      </a:accent6>
      <a:hlink>
        <a:srgbClr val="FF585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28645</TotalTime>
  <Words>5017</Words>
  <Application>Microsoft Macintosh PowerPoint</Application>
  <PresentationFormat>On-screen Show (16:9)</PresentationFormat>
  <Paragraphs>696</Paragraphs>
  <Slides>108</Slides>
  <Notes>104</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108</vt:i4>
      </vt:variant>
    </vt:vector>
  </HeadingPairs>
  <TitlesOfParts>
    <vt:vector size="118" baseType="lpstr">
      <vt:lpstr>Proxima Nova</vt:lpstr>
      <vt:lpstr>Montserrat</vt:lpstr>
      <vt:lpstr>Calibri</vt:lpstr>
      <vt:lpstr>Amatic SC</vt:lpstr>
      <vt:lpstr>Roboto Medium</vt:lpstr>
      <vt:lpstr>Fira Code</vt:lpstr>
      <vt:lpstr>Proxima Nova Semibold</vt:lpstr>
      <vt:lpstr>Arial</vt:lpstr>
      <vt:lpstr>Programming Language Workshop for Beginners by Slidesgo</vt:lpstr>
      <vt:lpstr>Slidesgo Final Pages</vt:lpstr>
      <vt:lpstr>PowerPoint Presentation</vt:lpstr>
      <vt:lpstr>What is JavaScript?</vt:lpstr>
      <vt:lpstr>But what is it actually?</vt:lpstr>
      <vt:lpstr>What does lightweight mean?</vt:lpstr>
      <vt:lpstr>How is JavaScript lightweight?</vt:lpstr>
      <vt:lpstr>What makes JavaScript cross-platform?</vt:lpstr>
      <vt:lpstr>What is a thread?</vt:lpstr>
      <vt:lpstr>What does multi-threaded mean?</vt:lpstr>
      <vt:lpstr>What does single-threaded mean?</vt:lpstr>
      <vt:lpstr>Why is JavaScript single-threaded?</vt:lpstr>
      <vt:lpstr>Ways around single-thread limitations</vt:lpstr>
      <vt:lpstr>What is a compiled language?</vt:lpstr>
      <vt:lpstr>What is machine code?</vt:lpstr>
      <vt:lpstr>What is an interpreted language?</vt:lpstr>
      <vt:lpstr>Compiled vs interpreted</vt:lpstr>
      <vt:lpstr>Compiled vs interpreted (cont’d)</vt:lpstr>
      <vt:lpstr>What is just-in-time compilation?</vt:lpstr>
      <vt:lpstr>Adding JavaScript to a web page</vt:lpstr>
      <vt:lpstr>Adding JavaScript directly in HTML</vt:lpstr>
      <vt:lpstr>Basic useful JavaScript methods</vt:lpstr>
      <vt:lpstr>Basic useful JavaScript methods (cont’d)</vt:lpstr>
      <vt:lpstr>References</vt:lpstr>
      <vt:lpstr>References (cont’d)</vt:lpstr>
      <vt:lpstr>JavaScript {</vt:lpstr>
      <vt:lpstr>PowerPoint Presentation</vt:lpstr>
      <vt:lpstr>What is a value?</vt:lpstr>
      <vt:lpstr>Values</vt:lpstr>
      <vt:lpstr>Bits</vt:lpstr>
      <vt:lpstr>Binary</vt:lpstr>
      <vt:lpstr>Bindings</vt:lpstr>
      <vt:lpstr>Binding - variables and constants</vt:lpstr>
      <vt:lpstr>JavaScript {</vt:lpstr>
      <vt:lpstr>Two categories of data types</vt:lpstr>
      <vt:lpstr>7 Primitive Data Types</vt:lpstr>
      <vt:lpstr>Non-primitive data types</vt:lpstr>
      <vt:lpstr>Data type string</vt:lpstr>
      <vt:lpstr>Escape character (string)</vt:lpstr>
      <vt:lpstr>Escape character (string)</vt:lpstr>
      <vt:lpstr>Newline character (string)</vt:lpstr>
      <vt:lpstr>Concatenation (string)</vt:lpstr>
      <vt:lpstr>Template literals (string)</vt:lpstr>
      <vt:lpstr>Data type number</vt:lpstr>
      <vt:lpstr>Data type number (cont’d)</vt:lpstr>
      <vt:lpstr>Underscores (number) </vt:lpstr>
      <vt:lpstr>Scientific notation (number) </vt:lpstr>
      <vt:lpstr>Integer precision (number)</vt:lpstr>
      <vt:lpstr>Floating precision (number)</vt:lpstr>
      <vt:lpstr>Floating precision cont’d</vt:lpstr>
      <vt:lpstr>Infinity, -Infinity (number) </vt:lpstr>
      <vt:lpstr>Adding numbers and strings (number) </vt:lpstr>
      <vt:lpstr>Adding numbers and strings (number) </vt:lpstr>
      <vt:lpstr>Adding numbers and strings (number) </vt:lpstr>
      <vt:lpstr>Adding numbers and strings (number) </vt:lpstr>
      <vt:lpstr>Data type BigInt</vt:lpstr>
      <vt:lpstr>Data type BigInt</vt:lpstr>
      <vt:lpstr>Boolean</vt:lpstr>
      <vt:lpstr>Symbol</vt:lpstr>
      <vt:lpstr>undefined </vt:lpstr>
      <vt:lpstr>null </vt:lpstr>
      <vt:lpstr>PowerPoint Presentation</vt:lpstr>
      <vt:lpstr>Immutability</vt:lpstr>
      <vt:lpstr>Copying by value vs by reference</vt:lpstr>
      <vt:lpstr>Copying by value vs by reference</vt:lpstr>
      <vt:lpstr>Copying by value</vt:lpstr>
      <vt:lpstr>Copy by reference</vt:lpstr>
      <vt:lpstr>Contents Of ‘This Template’;</vt:lpstr>
      <vt:lpstr>01</vt:lpstr>
      <vt:lpstr>01 {</vt:lpstr>
      <vt:lpstr>Concepts &lt; /1 &gt; { </vt:lpstr>
      <vt:lpstr>Introduction; {</vt:lpstr>
      <vt:lpstr>What Is this ‘Topic About ?’ {</vt:lpstr>
      <vt:lpstr>Features of ‘the Topic’ {</vt:lpstr>
      <vt:lpstr>Recommendations; {</vt:lpstr>
      <vt:lpstr>Examples About ‘The Topic’{</vt:lpstr>
      <vt:lpstr>Practical Exercise {</vt:lpstr>
      <vt:lpstr>9h 55m 23s {  </vt:lpstr>
      <vt:lpstr>A ‘Picture’ Is { Worth a Thousand Words</vt:lpstr>
      <vt:lpstr>Awesome { Words; </vt:lpstr>
      <vt:lpstr>Did You Know ‘This ?’ {</vt:lpstr>
      <vt:lpstr>A ‘Picture’ Always Reinforces The Concept {</vt:lpstr>
      <vt:lpstr>150,005,630 {</vt:lpstr>
      <vt:lpstr>— Someone ‘Famous’</vt:lpstr>
      <vt:lpstr>Review ‘Concepts’ {</vt:lpstr>
      <vt:lpstr>Planning of ‘September’{</vt:lpstr>
      <vt:lpstr>JavaScript For ‘Beginners’ {</vt:lpstr>
      <vt:lpstr>Desktop Software {</vt:lpstr>
      <vt:lpstr>Thanks; {</vt:lpstr>
      <vt:lpstr>Web ‘Design’</vt:lpstr>
      <vt:lpstr>Alternative ‘Resources’ {</vt:lpstr>
      <vt:lpstr>Resources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Tarvin, David (drtarvin)</cp:lastModifiedBy>
  <cp:revision>3</cp:revision>
  <dcterms:modified xsi:type="dcterms:W3CDTF">2025-08-08T21:36:35Z</dcterms:modified>
</cp:coreProperties>
</file>