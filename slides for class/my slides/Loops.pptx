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5" r:id="rId8"/>
    <p:sldId id="262" r:id="rId9"/>
    <p:sldId id="266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03"/>
    <p:restoredTop sz="94622"/>
  </p:normalViewPr>
  <p:slideViewPr>
    <p:cSldViewPr snapToGrid="0" showGuides="1">
      <p:cViewPr varScale="1">
        <p:scale>
          <a:sx n="141" d="100"/>
          <a:sy n="141" d="100"/>
        </p:scale>
        <p:origin x="1032" y="176"/>
      </p:cViewPr>
      <p:guideLst>
        <p:guide orient="horz" pos="2160"/>
        <p:guide pos="38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7/24/25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6533A-6115-0005-B33F-E6249889D0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Loops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BE4CAC-FB7C-26CC-0DD6-423C436A84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David Tarvin, AIM Code School</a:t>
            </a:r>
          </a:p>
        </p:txBody>
      </p:sp>
    </p:spTree>
    <p:extLst>
      <p:ext uri="{BB962C8B-B14F-4D97-AF65-F5344CB8AC3E}">
        <p14:creationId xmlns:p14="http://schemas.microsoft.com/office/powerpoint/2010/main" val="3283023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F4759-9155-3296-10F4-45D0BEEA5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Purpose Of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1613C-D85C-0A25-A2C3-F05E2E655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Execute a code block repeatedly based on a certain condition</a:t>
            </a:r>
          </a:p>
          <a:p>
            <a:r>
              <a:rPr lang="en-US" sz="2400" dirty="0"/>
              <a:t>Automate repetitive tasks so you don’t need to repeat code multiple times</a:t>
            </a:r>
          </a:p>
          <a:p>
            <a:pPr lvl="1"/>
            <a:r>
              <a:rPr lang="en-US" sz="2000" dirty="0"/>
              <a:t>Repeating operations a certain number of times</a:t>
            </a:r>
          </a:p>
          <a:p>
            <a:pPr lvl="1"/>
            <a:r>
              <a:rPr lang="en-US" sz="2000" dirty="0"/>
              <a:t>Repeating operations until a condition is met</a:t>
            </a:r>
          </a:p>
          <a:p>
            <a:pPr lvl="1"/>
            <a:r>
              <a:rPr lang="en-US" sz="2000" dirty="0"/>
              <a:t>Iterating over data sets, arrays, and objects</a:t>
            </a:r>
          </a:p>
          <a:p>
            <a:r>
              <a:rPr lang="en-US" sz="2200" dirty="0"/>
              <a:t>Iteration – the repeated execution of statements</a:t>
            </a:r>
          </a:p>
        </p:txBody>
      </p:sp>
    </p:spTree>
    <p:extLst>
      <p:ext uri="{BB962C8B-B14F-4D97-AF65-F5344CB8AC3E}">
        <p14:creationId xmlns:p14="http://schemas.microsoft.com/office/powerpoint/2010/main" val="273175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6BE80-F745-BE72-2273-F8DA22668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30CF7-F300-54E8-E93F-09D1E1A5D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for loops – run a block of code a specified number of times</a:t>
            </a:r>
          </a:p>
          <a:p>
            <a:r>
              <a:rPr lang="en-US" sz="2400" dirty="0"/>
              <a:t>while and do-while loops – run a block of code repeatedly while a </a:t>
            </a:r>
            <a:br>
              <a:rPr lang="en-US" sz="2400" dirty="0"/>
            </a:br>
            <a:r>
              <a:rPr lang="en-US" sz="2400" dirty="0"/>
              <a:t>condition is true</a:t>
            </a:r>
          </a:p>
          <a:p>
            <a:pPr lvl="1"/>
            <a:r>
              <a:rPr lang="en-US" sz="2000" dirty="0"/>
              <a:t>Will usually run an unspecified number of times</a:t>
            </a:r>
          </a:p>
        </p:txBody>
      </p:sp>
    </p:spTree>
    <p:extLst>
      <p:ext uri="{BB962C8B-B14F-4D97-AF65-F5344CB8AC3E}">
        <p14:creationId xmlns:p14="http://schemas.microsoft.com/office/powerpoint/2010/main" val="2958002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0F054-8816-D621-ED4E-1AE0A5649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1B52-3615-A95A-6B60-BD60A4D1F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for loops use a counter to execute code a certain number of times</a:t>
            </a:r>
          </a:p>
          <a:p>
            <a:r>
              <a:rPr lang="en-US" sz="2400" dirty="0"/>
              <a:t>Three parts to a for loop</a:t>
            </a:r>
          </a:p>
          <a:p>
            <a:pPr lvl="1"/>
            <a:r>
              <a:rPr lang="en-US" sz="2000" dirty="0"/>
              <a:t>Counter initialization –initializes the counter variable and sets its starting value</a:t>
            </a:r>
          </a:p>
          <a:p>
            <a:pPr lvl="1"/>
            <a:r>
              <a:rPr lang="en-US" sz="2000" dirty="0"/>
              <a:t>Condition – states what condition must be true for the loop to keep repeating</a:t>
            </a:r>
          </a:p>
          <a:p>
            <a:pPr lvl="1"/>
            <a:r>
              <a:rPr lang="en-US" sz="2000" dirty="0"/>
              <a:t>Counter update – changes the value of the counter every time the loop runs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7674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E9C9294-60A5-93DA-A327-006610310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49" y="2765959"/>
            <a:ext cx="5665982" cy="13260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35526A-5E0D-4582-6EA3-3090D7835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823" y="298450"/>
            <a:ext cx="3594100" cy="62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9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9077D-477A-8A9E-FF7F-9AA202845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loops (cont’d)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09D43C-84F5-2657-1812-E7FBDC0619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4620" y="2405797"/>
            <a:ext cx="6182759" cy="2046406"/>
          </a:xfrm>
        </p:spPr>
      </p:pic>
    </p:spTree>
    <p:extLst>
      <p:ext uri="{BB962C8B-B14F-4D97-AF65-F5344CB8AC3E}">
        <p14:creationId xmlns:p14="http://schemas.microsoft.com/office/powerpoint/2010/main" val="3948292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D93BFF-50C6-3535-6C55-4945099906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225018"/>
              </p:ext>
            </p:extLst>
          </p:nvPr>
        </p:nvGraphicFramePr>
        <p:xfrm>
          <a:off x="2032000" y="1710844"/>
          <a:ext cx="8128000" cy="343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2575009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6590928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2438767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689158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657176196"/>
                    </a:ext>
                  </a:extLst>
                </a:gridCol>
              </a:tblGrid>
              <a:tr h="1196572">
                <a:tc>
                  <a:txBody>
                    <a:bodyPr/>
                    <a:lstStyle/>
                    <a:p>
                      <a:r>
                        <a:rPr lang="en-US" dirty="0"/>
                        <a:t>Value of i before checking 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 condition met?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Execute Loop Body?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Console log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 of i after updating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4336438"/>
                  </a:ext>
                </a:extLst>
              </a:tr>
              <a:tr h="37329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&lt;= 5 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339703"/>
                  </a:ext>
                </a:extLst>
              </a:tr>
              <a:tr h="37329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 &lt;= 5 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9775460"/>
                  </a:ext>
                </a:extLst>
              </a:tr>
              <a:tr h="37329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 &lt;= 5 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327483"/>
                  </a:ext>
                </a:extLst>
              </a:tr>
              <a:tr h="37329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&lt;= 5 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9530707"/>
                  </a:ext>
                </a:extLst>
              </a:tr>
              <a:tr h="37329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 &lt;= 5 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376441"/>
                  </a:ext>
                </a:extLst>
              </a:tr>
              <a:tr h="37329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&lt;= 5  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Loop ended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860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6485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F0242-5798-6E1B-49D2-5F8B9156A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3E3D9-29CC-FEFF-199B-37A313536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while loops use a condition, not a counter, to check whether a loop should continue</a:t>
            </a:r>
          </a:p>
          <a:p>
            <a:r>
              <a:rPr lang="en-US" sz="2400" dirty="0"/>
              <a:t>while loops are generally used when you don’t know how many iterations of the loop will occur</a:t>
            </a:r>
          </a:p>
          <a:p>
            <a:r>
              <a:rPr lang="en-US" sz="2400" dirty="0"/>
              <a:t>while loops check the condition at the beginning of the loop</a:t>
            </a:r>
          </a:p>
        </p:txBody>
      </p:sp>
    </p:spTree>
    <p:extLst>
      <p:ext uri="{BB962C8B-B14F-4D97-AF65-F5344CB8AC3E}">
        <p14:creationId xmlns:p14="http://schemas.microsoft.com/office/powerpoint/2010/main" val="908741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A8035B-FC71-07A5-B5DD-8686C729A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670" y="2851150"/>
            <a:ext cx="3568700" cy="1155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E9611BA-6B4E-ADD1-B6C1-54F9A0348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047" y="625821"/>
            <a:ext cx="5183656" cy="5606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210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8CA84-A029-B892-99EF-BDB322581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700" y="2571750"/>
            <a:ext cx="48006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15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ED630-F7B4-AB38-9560-68B104D6B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loop – first run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6F97BD2-005A-67F4-EE18-185B892A1F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4176357"/>
              </p:ext>
            </p:extLst>
          </p:nvPr>
        </p:nvGraphicFramePr>
        <p:xfrm>
          <a:off x="685800" y="2141538"/>
          <a:ext cx="10131425" cy="4211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285">
                  <a:extLst>
                    <a:ext uri="{9D8B030D-6E8A-4147-A177-3AD203B41FA5}">
                      <a16:colId xmlns:a16="http://schemas.microsoft.com/office/drawing/2014/main" val="94462144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1467820159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744455756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1444762233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276837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 of letter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 condition met?</a:t>
                      </a:r>
                    </a:p>
                    <a:p>
                      <a:r>
                        <a:rPr lang="en-US" dirty="0"/>
                        <a:t>(letter !== “p”)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Execute loop body?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6389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“Type the letter ‘p’”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“h”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“That’s not the letter p!”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284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“Try again”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“s”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“That’s not the letter p!”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2214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“Try again”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“;”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“That’s not the letter p!”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9902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“Try again”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“P”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“That’s not the letter p!”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043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“Try again”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“2”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“That’s not the letter p!”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53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“Try again”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“p”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“Good job!”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2011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33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89A9F-AFC0-DA90-54A0-37CB8362B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6A95A-6A0A-894A-5F83-AFD82EE67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loop – second run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83E5CDB-0BF2-C7A1-B74A-FB655895DC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8197156"/>
              </p:ext>
            </p:extLst>
          </p:nvPr>
        </p:nvGraphicFramePr>
        <p:xfrm>
          <a:off x="685800" y="2141538"/>
          <a:ext cx="10131425" cy="293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285">
                  <a:extLst>
                    <a:ext uri="{9D8B030D-6E8A-4147-A177-3AD203B41FA5}">
                      <a16:colId xmlns:a16="http://schemas.microsoft.com/office/drawing/2014/main" val="94462144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1467820159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744455756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1444762233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276837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 of letter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 condition met?</a:t>
                      </a:r>
                    </a:p>
                    <a:p>
                      <a:r>
                        <a:rPr lang="en-US" dirty="0"/>
                        <a:t>(letter !== “p”)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Execute loop body?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6389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“Type the letter ‘p’”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“j”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“That’s not the letter p!”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284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“Try again”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“4”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“That’s not the letter p!”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2214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“Try again”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“That’s not the letter p!”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9902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“Try again”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“p”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“Good job!”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2011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6846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6D757-DAD2-BAA7-1BB5-4A7B9B4B2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5A878-B1DF-16D1-207E-473BD1ECC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loop – third run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C7DFAFA-C80E-50A3-F513-C1BF3360CB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2104016"/>
              </p:ext>
            </p:extLst>
          </p:nvPr>
        </p:nvGraphicFramePr>
        <p:xfrm>
          <a:off x="685800" y="2141538"/>
          <a:ext cx="10131425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285">
                  <a:extLst>
                    <a:ext uri="{9D8B030D-6E8A-4147-A177-3AD203B41FA5}">
                      <a16:colId xmlns:a16="http://schemas.microsoft.com/office/drawing/2014/main" val="94462144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1467820159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744455756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1444762233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276837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 of letter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 condition met?</a:t>
                      </a:r>
                    </a:p>
                    <a:p>
                      <a:r>
                        <a:rPr lang="en-US" dirty="0"/>
                        <a:t>(letter !== “p”)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Execute loop body?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6389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“Type the letter ‘p’”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“p”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“Good job!”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284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16741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8280E-C47E-5AC8-732A-F79795984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D4A05-F298-F681-609E-EBE5AF13E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Like while loops, do-while loops use a condition to check whether a loop should continue</a:t>
            </a:r>
          </a:p>
          <a:p>
            <a:r>
              <a:rPr lang="en-US" sz="2400" dirty="0"/>
              <a:t>Like while loops, do-while loops are generally used when you don’t know how many iterations of the loop will occur</a:t>
            </a:r>
          </a:p>
          <a:p>
            <a:r>
              <a:rPr lang="en-US" sz="2400" dirty="0"/>
              <a:t>do-while loops check the condition at the end of the loop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2174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6C20B7-8406-12E8-9864-D2F3369C3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608" y="2819400"/>
            <a:ext cx="3556000" cy="1219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CB0C4E-3C5B-F976-FBC2-0BD2368B6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899" y="530759"/>
            <a:ext cx="2530210" cy="579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3644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6B23C9-9516-1EA5-BB15-6278394AE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650" y="2660650"/>
            <a:ext cx="3822700" cy="153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3462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F55357B-3A56-407A-0C02-2954BC79B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294456"/>
              </p:ext>
            </p:extLst>
          </p:nvPr>
        </p:nvGraphicFramePr>
        <p:xfrm>
          <a:off x="1991762" y="1575292"/>
          <a:ext cx="8168240" cy="3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3648">
                  <a:extLst>
                    <a:ext uri="{9D8B030D-6E8A-4147-A177-3AD203B41FA5}">
                      <a16:colId xmlns:a16="http://schemas.microsoft.com/office/drawing/2014/main" val="3133559732"/>
                    </a:ext>
                  </a:extLst>
                </a:gridCol>
                <a:gridCol w="1633648">
                  <a:extLst>
                    <a:ext uri="{9D8B030D-6E8A-4147-A177-3AD203B41FA5}">
                      <a16:colId xmlns:a16="http://schemas.microsoft.com/office/drawing/2014/main" val="3268746413"/>
                    </a:ext>
                  </a:extLst>
                </a:gridCol>
                <a:gridCol w="1633648">
                  <a:extLst>
                    <a:ext uri="{9D8B030D-6E8A-4147-A177-3AD203B41FA5}">
                      <a16:colId xmlns:a16="http://schemas.microsoft.com/office/drawing/2014/main" val="2210851856"/>
                    </a:ext>
                  </a:extLst>
                </a:gridCol>
                <a:gridCol w="1633648">
                  <a:extLst>
                    <a:ext uri="{9D8B030D-6E8A-4147-A177-3AD203B41FA5}">
                      <a16:colId xmlns:a16="http://schemas.microsoft.com/office/drawing/2014/main" val="3358649592"/>
                    </a:ext>
                  </a:extLst>
                </a:gridCol>
                <a:gridCol w="1633648">
                  <a:extLst>
                    <a:ext uri="{9D8B030D-6E8A-4147-A177-3AD203B41FA5}">
                      <a16:colId xmlns:a16="http://schemas.microsoft.com/office/drawing/2014/main" val="671692397"/>
                    </a:ext>
                  </a:extLst>
                </a:gridCol>
              </a:tblGrid>
              <a:tr h="915456">
                <a:tc>
                  <a:txBody>
                    <a:bodyPr/>
                    <a:lstStyle/>
                    <a:p>
                      <a:r>
                        <a:rPr lang="en-US" dirty="0"/>
                        <a:t>Execute loop body?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 of letter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 condition met? </a:t>
                      </a:r>
                    </a:p>
                    <a:p>
                      <a:r>
                        <a:rPr lang="en-US" dirty="0"/>
                        <a:t>(letter !== “s”)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5409887"/>
                  </a:ext>
                </a:extLst>
              </a:tr>
              <a:tr h="640819"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“Enter the letter ‘s’”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“p”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986251"/>
                  </a:ext>
                </a:extLst>
              </a:tr>
              <a:tr h="640819"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“Enter the letter ‘s’”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“r”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2549066"/>
                  </a:ext>
                </a:extLst>
              </a:tr>
              <a:tr h="640819"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“Enter the letter ‘s’”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“6”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4620270"/>
                  </a:ext>
                </a:extLst>
              </a:tr>
              <a:tr h="640819"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“Enter the letter ‘s’”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“s”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“Good job!”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535193"/>
                  </a:ext>
                </a:extLst>
              </a:tr>
              <a:tr h="371268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7634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46587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69DB1-DA4B-63B6-691A-1663D34BD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between while loops and do-while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8ED00-940E-5EB6-44EC-78EFA4F08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 while loop checks its condition at the beginning of the loop – if the condition is false to begin with, the loop won’t run</a:t>
            </a:r>
          </a:p>
          <a:p>
            <a:r>
              <a:rPr lang="en-US" sz="2400" dirty="0"/>
              <a:t>A do-while loop checks its condition at the end of the loop – the loop body is guaranteed to run at least once, even if the condition is false to begin with</a:t>
            </a:r>
          </a:p>
        </p:txBody>
      </p:sp>
    </p:spTree>
    <p:extLst>
      <p:ext uri="{BB962C8B-B14F-4D97-AF65-F5344CB8AC3E}">
        <p14:creationId xmlns:p14="http://schemas.microsoft.com/office/powerpoint/2010/main" val="34549817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0A1BE-4511-66AB-E8B3-982CA9C4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loop vs do-while loop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8C7E705A-DB27-F89B-F574-1F64992CFE2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27981" y="3058319"/>
            <a:ext cx="3111500" cy="1816100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B346228F-CC37-A07D-4DF5-6382D13E78E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795294" y="3051969"/>
            <a:ext cx="3048000" cy="1828800"/>
          </a:xfrm>
        </p:spPr>
      </p:pic>
    </p:spTree>
    <p:extLst>
      <p:ext uri="{BB962C8B-B14F-4D97-AF65-F5344CB8AC3E}">
        <p14:creationId xmlns:p14="http://schemas.microsoft.com/office/powerpoint/2010/main" val="28632981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EAA513-8F76-2074-721B-1BDB4BEBA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596069"/>
            <a:ext cx="7772400" cy="566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69759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65926</TotalTime>
  <Words>730</Words>
  <Application>Microsoft Macintosh PowerPoint</Application>
  <PresentationFormat>Widescreen</PresentationFormat>
  <Paragraphs>166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Celestial</vt:lpstr>
      <vt:lpstr>Loops</vt:lpstr>
      <vt:lpstr>Purpose Of Loops</vt:lpstr>
      <vt:lpstr>Types of Loops</vt:lpstr>
      <vt:lpstr>For loops</vt:lpstr>
      <vt:lpstr>PowerPoint Presentation</vt:lpstr>
      <vt:lpstr>For loops (cont’d)</vt:lpstr>
      <vt:lpstr>PowerPoint Presentation</vt:lpstr>
      <vt:lpstr>while loops</vt:lpstr>
      <vt:lpstr>PowerPoint Presentation</vt:lpstr>
      <vt:lpstr>PowerPoint Presentation</vt:lpstr>
      <vt:lpstr>While loop – first run</vt:lpstr>
      <vt:lpstr>While loop – second run</vt:lpstr>
      <vt:lpstr>While loop – third run</vt:lpstr>
      <vt:lpstr>Do-while loop</vt:lpstr>
      <vt:lpstr>PowerPoint Presentation</vt:lpstr>
      <vt:lpstr>PowerPoint Presentation</vt:lpstr>
      <vt:lpstr>PowerPoint Presentation</vt:lpstr>
      <vt:lpstr>Difference between while loops and do-while loops</vt:lpstr>
      <vt:lpstr>While loop vs do-while loop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Tarvin, David (drtarvin)</dc:creator>
  <cp:lastModifiedBy>Tarvin, David (drtarvin)</cp:lastModifiedBy>
  <cp:revision>5</cp:revision>
  <dcterms:created xsi:type="dcterms:W3CDTF">2025-05-24T22:06:26Z</dcterms:created>
  <dcterms:modified xsi:type="dcterms:W3CDTF">2025-07-29T22:26:04Z</dcterms:modified>
</cp:coreProperties>
</file>