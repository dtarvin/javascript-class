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733"/>
  </p:normalViewPr>
  <p:slideViewPr>
    <p:cSldViewPr snapToGrid="0" showGuides="1">
      <p:cViewPr varScale="1">
        <p:scale>
          <a:sx n="109" d="100"/>
          <a:sy n="109" d="100"/>
        </p:scale>
        <p:origin x="52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533A-6115-0005-B33F-E6249889D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E4CAC-FB7C-26CC-0DD6-423C436A84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328302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4759-9155-3296-10F4-45D0BEEA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1613C-D85C-0A25-A2C3-F05E2E655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Execute a code block repeatedly based on a certain condition</a:t>
            </a:r>
          </a:p>
          <a:p>
            <a:r>
              <a:rPr lang="en-US" sz="2400" dirty="0"/>
              <a:t>Automate repetitive tasks so you don’t need to repeat code multiple times</a:t>
            </a:r>
          </a:p>
          <a:p>
            <a:pPr lvl="1"/>
            <a:r>
              <a:rPr lang="en-US" sz="2000" dirty="0"/>
              <a:t>Repeating operations a certain number of times</a:t>
            </a:r>
          </a:p>
          <a:p>
            <a:pPr lvl="1"/>
            <a:r>
              <a:rPr lang="en-US" sz="2000" dirty="0"/>
              <a:t>Repeating operations until a condition is met</a:t>
            </a:r>
          </a:p>
          <a:p>
            <a:pPr lvl="1"/>
            <a:r>
              <a:rPr lang="en-US" sz="2000" dirty="0"/>
              <a:t>Iterating over data sets, arrays, and objects</a:t>
            </a:r>
          </a:p>
        </p:txBody>
      </p:sp>
    </p:spTree>
    <p:extLst>
      <p:ext uri="{BB962C8B-B14F-4D97-AF65-F5344CB8AC3E}">
        <p14:creationId xmlns:p14="http://schemas.microsoft.com/office/powerpoint/2010/main" val="27317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BE80-F745-BE72-2273-F8DA2266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0CF7-F300-54E8-E93F-09D1E1A5D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for loops – run a block of code a specified number of times</a:t>
            </a:r>
          </a:p>
          <a:p>
            <a:r>
              <a:rPr lang="en-US" sz="2400" dirty="0"/>
              <a:t>while and do-while loops – run a block of code repeatedly while a </a:t>
            </a:r>
            <a:br>
              <a:rPr lang="en-US" sz="2400" dirty="0"/>
            </a:br>
            <a:r>
              <a:rPr lang="en-US" sz="2400" dirty="0"/>
              <a:t>condition is true</a:t>
            </a:r>
          </a:p>
          <a:p>
            <a:pPr lvl="1"/>
            <a:r>
              <a:rPr lang="en-US" sz="2000" dirty="0"/>
              <a:t>Will usually run an unspecified number of times</a:t>
            </a:r>
          </a:p>
        </p:txBody>
      </p:sp>
    </p:spTree>
    <p:extLst>
      <p:ext uri="{BB962C8B-B14F-4D97-AF65-F5344CB8AC3E}">
        <p14:creationId xmlns:p14="http://schemas.microsoft.com/office/powerpoint/2010/main" val="295800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F054-8816-D621-ED4E-1AE0A564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1B52-3615-A95A-6B60-BD60A4D1F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for loops use a counter to execute code a certain number of times</a:t>
            </a:r>
          </a:p>
          <a:p>
            <a:r>
              <a:rPr lang="en-US" sz="2400" dirty="0"/>
              <a:t>Three parts to a for loop</a:t>
            </a:r>
          </a:p>
          <a:p>
            <a:pPr lvl="1"/>
            <a:r>
              <a:rPr lang="en-US" sz="2000" dirty="0"/>
              <a:t>Counter initialization –initializes the counter variable and sets its starting value</a:t>
            </a:r>
          </a:p>
          <a:p>
            <a:pPr lvl="1"/>
            <a:r>
              <a:rPr lang="en-US" sz="2000" dirty="0"/>
              <a:t>Condition – states what condition must be true for the loop to keep repeating</a:t>
            </a:r>
          </a:p>
          <a:p>
            <a:pPr lvl="1"/>
            <a:r>
              <a:rPr lang="en-US" sz="2000" dirty="0"/>
              <a:t>Counter update – changes the value of the counter every time the loop runs</a:t>
            </a:r>
          </a:p>
          <a:p>
            <a:pPr lvl="1"/>
            <a:r>
              <a:rPr lang="en-US" sz="2000" dirty="0"/>
              <a:t>for (initialization; condition; update) {</a:t>
            </a:r>
            <a:br>
              <a:rPr lang="en-US" sz="2000" dirty="0"/>
            </a:br>
            <a:r>
              <a:rPr lang="en-US" sz="2000" dirty="0"/>
              <a:t>		// statements to be repeated </a:t>
            </a:r>
            <a:br>
              <a:rPr lang="en-US" sz="2000" dirty="0"/>
            </a:br>
            <a:r>
              <a:rPr lang="en-US" sz="2000" dirty="0"/>
              <a:t>  	 	// each time loop runs</a:t>
            </a:r>
            <a:br>
              <a:rPr lang="en-US" sz="2000" dirty="0"/>
            </a:br>
            <a:r>
              <a:rPr lang="en-US" sz="20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76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077D-477A-8A9E-FF7F-9AA20284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7D85-DCF3-9694-D001-C0245BE2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for (let </a:t>
            </a:r>
            <a:r>
              <a:rPr lang="en-US" sz="3600" dirty="0" err="1"/>
              <a:t>i</a:t>
            </a:r>
            <a:r>
              <a:rPr lang="en-US" sz="3600" dirty="0"/>
              <a:t> = 1; </a:t>
            </a:r>
            <a:r>
              <a:rPr lang="en-US" sz="3600" dirty="0" err="1"/>
              <a:t>i</a:t>
            </a:r>
            <a:r>
              <a:rPr lang="en-US" sz="3600" dirty="0"/>
              <a:t> &lt;= 5, </a:t>
            </a:r>
            <a:r>
              <a:rPr lang="en-US" sz="3600" dirty="0" err="1"/>
              <a:t>i</a:t>
            </a:r>
            <a:r>
              <a:rPr lang="en-US" sz="3600" dirty="0"/>
              <a:t>++) {</a:t>
            </a:r>
            <a:br>
              <a:rPr lang="en-US" sz="3600" dirty="0"/>
            </a:br>
            <a:r>
              <a:rPr lang="en-US" sz="3600" dirty="0"/>
              <a:t>	console.log(`Number ${</a:t>
            </a:r>
            <a:r>
              <a:rPr lang="en-US" sz="3600" dirty="0" err="1"/>
              <a:t>i</a:t>
            </a:r>
            <a:r>
              <a:rPr lang="en-US" sz="3600" dirty="0"/>
              <a:t>}`);</a:t>
            </a:r>
            <a:br>
              <a:rPr lang="en-US" sz="3600" dirty="0"/>
            </a:br>
            <a:r>
              <a:rPr lang="en-US" sz="3600" dirty="0"/>
              <a:t>}</a:t>
            </a:r>
            <a:br>
              <a:rPr lang="en-US" sz="3600" dirty="0"/>
            </a:br>
            <a:r>
              <a:rPr lang="en-US" sz="3600" dirty="0"/>
              <a:t>console.log(`Loop ended`);</a:t>
            </a:r>
          </a:p>
        </p:txBody>
      </p:sp>
    </p:spTree>
    <p:extLst>
      <p:ext uri="{BB962C8B-B14F-4D97-AF65-F5344CB8AC3E}">
        <p14:creationId xmlns:p14="http://schemas.microsoft.com/office/powerpoint/2010/main" val="394829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2FA7-B4A6-63F3-9C14-FBEF8B086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EC4AA-AF9E-8B16-0686-E452D5E1D4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 is set to 1</a:t>
            </a:r>
          </a:p>
          <a:p>
            <a:r>
              <a:rPr lang="en-US" dirty="0"/>
              <a:t>Check if </a:t>
            </a:r>
            <a:r>
              <a:rPr lang="en-US" dirty="0" err="1"/>
              <a:t>i</a:t>
            </a:r>
            <a:r>
              <a:rPr lang="en-US" dirty="0"/>
              <a:t> is less than or equal to  5 – it is</a:t>
            </a:r>
          </a:p>
          <a:p>
            <a:r>
              <a:rPr lang="en-US" dirty="0"/>
              <a:t>Console: Number 1</a:t>
            </a:r>
          </a:p>
          <a:p>
            <a:r>
              <a:rPr lang="en-US" dirty="0"/>
              <a:t>Increment </a:t>
            </a:r>
            <a:r>
              <a:rPr lang="en-US" dirty="0" err="1"/>
              <a:t>i</a:t>
            </a:r>
            <a:r>
              <a:rPr lang="en-US" dirty="0"/>
              <a:t> to 2</a:t>
            </a:r>
          </a:p>
          <a:p>
            <a:r>
              <a:rPr lang="en-US" dirty="0"/>
              <a:t>Check if </a:t>
            </a:r>
            <a:r>
              <a:rPr lang="en-US" dirty="0" err="1"/>
              <a:t>i</a:t>
            </a:r>
            <a:r>
              <a:rPr lang="en-US" dirty="0"/>
              <a:t> is less than or equal to 5 – it is</a:t>
            </a:r>
          </a:p>
          <a:p>
            <a:r>
              <a:rPr lang="en-US" dirty="0"/>
              <a:t>Console: Number 2</a:t>
            </a:r>
          </a:p>
          <a:p>
            <a:r>
              <a:rPr lang="en-US" dirty="0"/>
              <a:t>Increment </a:t>
            </a:r>
            <a:r>
              <a:rPr lang="en-US" dirty="0" err="1"/>
              <a:t>i</a:t>
            </a:r>
            <a:r>
              <a:rPr lang="en-US" dirty="0"/>
              <a:t> to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F9B95-37D9-5069-989E-860961BDF2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</a:t>
            </a:r>
            <a:r>
              <a:rPr lang="en-US" dirty="0" err="1"/>
              <a:t>i</a:t>
            </a:r>
            <a:r>
              <a:rPr lang="en-US" dirty="0"/>
              <a:t> is less than or equal to 5 – it is</a:t>
            </a:r>
          </a:p>
          <a:p>
            <a:r>
              <a:rPr lang="en-US" dirty="0"/>
              <a:t>Console: Number 3</a:t>
            </a:r>
          </a:p>
          <a:p>
            <a:r>
              <a:rPr lang="en-US" dirty="0"/>
              <a:t>(increment to 4, 5, check, console.log)</a:t>
            </a:r>
          </a:p>
          <a:p>
            <a:r>
              <a:rPr lang="en-US" dirty="0"/>
              <a:t>Increment </a:t>
            </a:r>
            <a:r>
              <a:rPr lang="en-US" dirty="0" err="1"/>
              <a:t>i</a:t>
            </a:r>
            <a:r>
              <a:rPr lang="en-US" dirty="0"/>
              <a:t> to 6</a:t>
            </a:r>
          </a:p>
          <a:p>
            <a:r>
              <a:rPr lang="en-US" dirty="0"/>
              <a:t>Check if </a:t>
            </a:r>
            <a:r>
              <a:rPr lang="en-US" dirty="0" err="1"/>
              <a:t>i</a:t>
            </a:r>
            <a:r>
              <a:rPr lang="en-US" dirty="0"/>
              <a:t> is less than or equal to 5 – it is not</a:t>
            </a:r>
          </a:p>
          <a:p>
            <a:r>
              <a:rPr lang="en-US" dirty="0"/>
              <a:t>Exit loop</a:t>
            </a:r>
          </a:p>
          <a:p>
            <a:r>
              <a:rPr lang="en-US" dirty="0"/>
              <a:t>Console: Loop ended</a:t>
            </a:r>
          </a:p>
        </p:txBody>
      </p:sp>
    </p:spTree>
    <p:extLst>
      <p:ext uri="{BB962C8B-B14F-4D97-AF65-F5344CB8AC3E}">
        <p14:creationId xmlns:p14="http://schemas.microsoft.com/office/powerpoint/2010/main" val="7587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0242-5798-6E1B-49D2-5F8B9156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E3D9-29CC-FEFF-199B-37A313536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while loops use a condition, not a counter, to check whether a loop should continue</a:t>
            </a:r>
          </a:p>
          <a:p>
            <a:r>
              <a:rPr lang="en-US" sz="2400" dirty="0"/>
              <a:t>while loops are generally used when you don’t know how many iterations of the loop will occur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741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58810</TotalTime>
  <Words>367</Words>
  <Application>Microsoft Macintosh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Loops</vt:lpstr>
      <vt:lpstr>Purpose Of Loops</vt:lpstr>
      <vt:lpstr>Types of Loops</vt:lpstr>
      <vt:lpstr>For loops</vt:lpstr>
      <vt:lpstr>For loops (cont’d)</vt:lpstr>
      <vt:lpstr>For loops (cont’d)</vt:lpstr>
      <vt:lpstr>while 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Tarvin, David (drtarvin)</dc:creator>
  <cp:lastModifiedBy>Tarvin, David (drtarvin)</cp:lastModifiedBy>
  <cp:revision>2</cp:revision>
  <dcterms:created xsi:type="dcterms:W3CDTF">2025-05-24T22:06:26Z</dcterms:created>
  <dcterms:modified xsi:type="dcterms:W3CDTF">2025-07-05T16:52:29Z</dcterms:modified>
</cp:coreProperties>
</file>