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Overview of 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JavaScript in Web Development</a:t>
            </a:r>
          </a:p>
          <a:p>
            <a:r>
              <a:t>Presenter's Name/Date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is a high-level, interpreted programming language used primarily for web development.</a:t>
            </a:r>
          </a:p>
          <a:p>
            <a:r>
              <a:t>It allows for interactive web pages by enabling dynamic content, such as animations, form validations, and real-time updates.</a:t>
            </a:r>
          </a:p>
          <a:p>
            <a:r>
              <a:t>JavaScript is client-side (runs in the browser) but also server-side with environments like Node.js.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is JavaScript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Development: JavaScript is the backbone of modern web applications.</a:t>
            </a:r>
          </a:p>
          <a:p>
            <a:r>
              <a:t>Front-end: Responsible for interactive elements like dropdown menus, modals, and dynamic content loading.</a:t>
            </a:r>
          </a:p>
          <a:p>
            <a:r>
              <a:t>Back-end: With Node.js, JavaScript is also used on the server to build scalable applications.</a:t>
            </a:r>
          </a:p>
          <a:p>
            <a:r>
              <a:t>Mobile Apps: Frameworks like React Native allow JavaScript to power mobile apps.</a:t>
            </a:r>
          </a:p>
          <a:p>
            <a:r>
              <a:t>Desktop Apps: Technologies like Electron enable JavaScript to create cross-platform desktop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Interpreted Language: No compilation step; it is executed directly by the browser or Node.js.</a:t>
            </a:r>
          </a:p>
          <a:p>
            <a:r>
              <a:t>Dynamically Typed: Variable types are determined at runtime.</a:t>
            </a:r>
          </a:p>
          <a:p>
            <a:r>
              <a:t>Event-Driven: Uses event loops to handle asynchronous operations.</a:t>
            </a:r>
          </a:p>
          <a:p>
            <a:r>
              <a:t>Versatile: Can be used both on the client-side and the server-side.</a:t>
            </a:r>
          </a:p>
          <a:p>
            <a:r>
              <a:t>Prototype-Based: JavaScript uses prototypes for inheritance rather than classes, although ES6 added class syntax.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in the Web Development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is a core part of the front-end web stack (HTML, CSS, JavaScript).</a:t>
            </a:r>
          </a:p>
          <a:p>
            <a:r>
              <a:t>HTML defines the structure of the page.</a:t>
            </a:r>
          </a:p>
          <a:p>
            <a:r>
              <a:t>CSS defines the style and layout.</a:t>
            </a:r>
          </a:p>
          <a:p>
            <a:r>
              <a:t>JavaScript adds behavior and interactivity.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and the Web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in the Browser: JavaScript is executed by the browser’s JavaScript engine (e.g., V8 in Chrome).</a:t>
            </a:r>
          </a:p>
          <a:p>
            <a:r>
              <a:t>DOM Manipulation: JavaScript interacts with the Document Object Model (DOM) to change the content of a web page.</a:t>
            </a:r>
          </a:p>
          <a:p>
            <a:r>
              <a:t>Example: Changing text when a user clicks a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Syntax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Statements and Semicolons: A statement ends with a semicolon (;), but it's often optional.</a:t>
            </a:r>
          </a:p>
          <a:p>
            <a:r>
              <a:t>Variables: Declared using var, let, or const.</a:t>
            </a:r>
          </a:p>
          <a:p>
            <a:r>
              <a:t>Comments: Use // for single-line comments and /* ... */ for multi-line comments.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JavaScript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console.log('Hello, World!'); // Outputs text to the console</a:t>
            </a:r>
          </a:p>
          <a:p>
            <a:r>
              <a:t>Explanation:</a:t>
            </a:r>
          </a:p>
          <a:p>
            <a:r>
              <a:t>- console.log(): A function that outputs text to the browser's console.</a:t>
            </a:r>
          </a:p>
          <a:p>
            <a:r>
              <a:t>- Why it's important: Console output is essential for debugging.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vs. Other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JavaScript to other programming languages like Python, Java, and C++.</a:t>
            </a:r>
          </a:p>
          <a:p>
            <a:r>
              <a:t>Dynamic vs. Static Typing: JavaScript is dynamically typed, unlike languages like Java which are statically typed.</a:t>
            </a:r>
          </a:p>
          <a:p>
            <a:r>
              <a:t>Interpreted vs. Compiled: JavaScript is interpreted, whereas languages like C++ are compiled.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Libraries: Collections of pre-written JavaScript code (e.g., jQuery, D3.js).</a:t>
            </a:r>
          </a:p>
          <a:p>
            <a:r>
              <a:t>Frameworks: Structured, opinionated tools for building applications (e.g., React, Vue.js, Angular).</a:t>
            </a:r>
          </a:p>
          <a:p>
            <a:r>
              <a:t>Node.js: JavaScript runtime for server-side programming.</a:t>
            </a:r>
          </a:p>
          <a:p>
            <a:r>
              <a:t>Package Managers: npm (Node Package Manager) for managing JavaScript libraries.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JavaScript in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is used in the full-stack development (Front-End + Back-End).</a:t>
            </a:r>
          </a:p>
          <a:p>
            <a:r>
              <a:t>Front-End: Libraries and frameworks like React or Vue.js are used to build interactive user interfaces.</a:t>
            </a:r>
          </a:p>
          <a:p>
            <a:r>
              <a:t>Back-End: Node.js is used for server-side development, enabling JavaScript to handle database requests, authentication, and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and Modern Web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Page Applications (SPA): JavaScript is heavily used in SPAs, where only part of the page updates, reducing load times.</a:t>
            </a:r>
          </a:p>
          <a:p>
            <a:r>
              <a:t>AJAX and Fetch API: These allow JavaScript to make asynchronous HTTP requests without reloading the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ES6 and Beyond: New features like arrow functions, async/await, modules, and more.</a:t>
            </a:r>
          </a:p>
          <a:p>
            <a:r>
              <a:t>JavaScript in IoT: With frameworks like Johnny-Five, JavaScript can control physical devices (e.g., Arduino).</a:t>
            </a:r>
          </a:p>
          <a:p>
            <a:r>
              <a:t>WebAssembly: JavaScript will work alongside languages like C++ and Rust for high-performance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is an essential language for web development.</a:t>
            </a:r>
          </a:p>
          <a:p>
            <a:r>
              <a:t>It allows for interactive, dynamic pages and can be used both on the client-side and the server-side.</a:t>
            </a:r>
          </a:p>
          <a:p>
            <a:r>
              <a:t>JavaScript is constantly evolving, with ES6+ bringing modern features that make coding easier and more efficient.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for any questions.</a:t>
            </a:r>
          </a:p>
          <a:p>
            <a:r>
              <a:t>Next: Syntax, Variables, and Data 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783</Words>
  <Application>Microsoft Office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Overview of JavaScript</vt:lpstr>
      <vt:lpstr>What is JavaScript?</vt:lpstr>
      <vt:lpstr>Where is JavaScript Used?</vt:lpstr>
      <vt:lpstr>Key Features of JavaScript</vt:lpstr>
      <vt:lpstr>JavaScript in the Web Development Stack</vt:lpstr>
      <vt:lpstr>JavaScript and the Web Browser</vt:lpstr>
      <vt:lpstr>JavaScript Syntax Overview</vt:lpstr>
      <vt:lpstr>First JavaScript Example</vt:lpstr>
      <vt:lpstr>JavaScript vs. Other Languages</vt:lpstr>
      <vt:lpstr>JavaScript Ecosystem</vt:lpstr>
      <vt:lpstr>The Role of JavaScript in the Full Stack</vt:lpstr>
      <vt:lpstr>JavaScript and Modern Web Applications</vt:lpstr>
      <vt:lpstr>The Future of JavaScript</vt:lpstr>
      <vt:lpstr>Summary and Key Takeaways</vt:lpstr>
      <vt:lpstr>Questions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JavaScript</dc:title>
  <dc:subject/>
  <dc:creator>David Tarvin</dc:creator>
  <cp:keywords/>
  <dc:description>generated using python-pptx</dc:description>
  <cp:lastModifiedBy>David Tarvin</cp:lastModifiedBy>
  <cp:revision>2</cp:revision>
  <dcterms:created xsi:type="dcterms:W3CDTF">2013-01-27T09:14:16Z</dcterms:created>
  <dcterms:modified xsi:type="dcterms:W3CDTF">2025-06-30T23:36:43Z</dcterms:modified>
  <cp:category/>
</cp:coreProperties>
</file>