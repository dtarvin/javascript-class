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4"/>
    <p:restoredTop sz="94505"/>
  </p:normalViewPr>
  <p:slideViewPr>
    <p:cSldViewPr snapToGrid="0" showGuides="1">
      <p:cViewPr varScale="1">
        <p:scale>
          <a:sx n="101" d="100"/>
          <a:sy n="101" d="100"/>
        </p:scale>
        <p:origin x="94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0B77-66EA-EB12-5BBE-093AA37B4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Syntax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67045-800C-B039-B6E7-798A3EF8B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42891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F295-5F92-F964-343E-E7AA7CCF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DD1A-0B0E-5663-D0EF-030589862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4280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27401</TotalTime>
  <Words>8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Vapor Trail</vt:lpstr>
      <vt:lpstr>JavaScript Syntax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Tarvin, David (drtarvin)</dc:creator>
  <cp:lastModifiedBy>Tarvin, David (drtarvin)</cp:lastModifiedBy>
  <cp:revision>1</cp:revision>
  <dcterms:created xsi:type="dcterms:W3CDTF">2025-07-12T21:41:43Z</dcterms:created>
  <dcterms:modified xsi:type="dcterms:W3CDTF">2025-07-31T22:22:48Z</dcterms:modified>
</cp:coreProperties>
</file>