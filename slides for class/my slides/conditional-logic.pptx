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62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705"/>
  </p:normalViewPr>
  <p:slideViewPr>
    <p:cSldViewPr snapToGrid="0" showGuides="1">
      <p:cViewPr>
        <p:scale>
          <a:sx n="85" d="100"/>
          <a:sy n="85" d="100"/>
        </p:scale>
        <p:origin x="312" y="57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67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2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83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6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20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12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48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43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3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2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2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7341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00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7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00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3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29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9293-0CE2-4582-C7AF-CC19479840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DA47F-64A0-BB50-8246-D9825ADC7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2635252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71B5-3141-EF1C-7C00-3805AB60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conditional logic?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34CF-4B98-BD0D-4EFB-3139C223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Code that makes decisions on what to do based on whether one or more conditions are true or not</a:t>
            </a:r>
          </a:p>
          <a:p>
            <a:pPr>
              <a:lnSpc>
                <a:spcPct val="150000"/>
              </a:lnSpc>
            </a:pPr>
            <a:r>
              <a:rPr lang="en-US" dirty="0"/>
              <a:t>Allows the program to run certain blocks of code only if specific conditions are met, and possibly run other blocks of code if those conditions are not met</a:t>
            </a:r>
          </a:p>
        </p:txBody>
      </p:sp>
    </p:spTree>
    <p:extLst>
      <p:ext uri="{BB962C8B-B14F-4D97-AF65-F5344CB8AC3E}">
        <p14:creationId xmlns:p14="http://schemas.microsoft.com/office/powerpoint/2010/main" val="353225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B837-61A2-4401-41A9-0F1B13A6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condition?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270D-4B93-FE6C-C67B-63976F97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Any expression that can be evaluated to true or false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car === “Audi”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accountBalance &lt; 20</a:t>
            </a:r>
          </a:p>
          <a:p>
            <a:pPr lvl="1">
              <a:spcAft>
                <a:spcPts val="1200"/>
              </a:spcAft>
            </a:pPr>
            <a:r>
              <a:rPr lang="en-US" dirty="0" err="1"/>
              <a:t>jobTitle</a:t>
            </a:r>
            <a:r>
              <a:rPr lang="en-US" dirty="0"/>
              <a:t> !== null</a:t>
            </a:r>
          </a:p>
        </p:txBody>
      </p:sp>
    </p:spTree>
    <p:extLst>
      <p:ext uri="{BB962C8B-B14F-4D97-AF65-F5344CB8AC3E}">
        <p14:creationId xmlns:p14="http://schemas.microsoft.com/office/powerpoint/2010/main" val="353767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DFBB-4CBA-CE4F-712E-BB1EC1EA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FEFDD-7DA0-162B-D549-203F5AC0A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Simplest conditional logic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condition is true, code does something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Executes code within if statement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condition is false, code does nothing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Just moves on to the code that follows the if statement</a:t>
            </a:r>
          </a:p>
        </p:txBody>
      </p:sp>
    </p:spTree>
    <p:extLst>
      <p:ext uri="{BB962C8B-B14F-4D97-AF65-F5344CB8AC3E}">
        <p14:creationId xmlns:p14="http://schemas.microsoft.com/office/powerpoint/2010/main" val="401328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239C-5108-21F4-7EB1-302655C2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4C7F4-C963-C84B-EA36-3E4DD84FB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(condition) statement;</a:t>
            </a:r>
            <a:r>
              <a:rPr lang="en-US" dirty="0"/>
              <a:t>      </a:t>
            </a:r>
          </a:p>
          <a:p>
            <a:pPr lvl="1"/>
            <a:r>
              <a:rPr lang="en-US" dirty="0"/>
              <a:t>// when code to be executed is a single line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(condition)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// when code to be executed is one or more lines</a:t>
            </a:r>
          </a:p>
        </p:txBody>
      </p:sp>
    </p:spTree>
    <p:extLst>
      <p:ext uri="{BB962C8B-B14F-4D97-AF65-F5344CB8AC3E}">
        <p14:creationId xmlns:p14="http://schemas.microsoft.com/office/powerpoint/2010/main" val="413519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9A84-39C6-5FA8-4651-C7B41DBA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F7E6-616A-6002-C697-AF0AB5F2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value of accountBalance is less than 20, the alert runs</a:t>
            </a:r>
          </a:p>
          <a:p>
            <a:r>
              <a:rPr lang="en-US" dirty="0"/>
              <a:t>If the value of accountBalance is 20 or more, nothing happens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CA6B8-2531-6B9F-9015-1D6173F9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00" y="3429000"/>
            <a:ext cx="4978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6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8DED-D184-6BCD-44FB-43880E58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1474-4E25-7FB8-53C7-531B64C2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condition is true, something will happen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Code within if code block is executed</a:t>
            </a:r>
          </a:p>
          <a:p>
            <a:pPr>
              <a:lnSpc>
                <a:spcPct val="150000"/>
              </a:lnSpc>
            </a:pPr>
            <a:r>
              <a:rPr lang="en-US" dirty="0"/>
              <a:t>If condition is false, something different will happen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Code within else code block is executed</a:t>
            </a:r>
          </a:p>
          <a:p>
            <a:pPr>
              <a:lnSpc>
                <a:spcPct val="150000"/>
              </a:lnSpc>
            </a:pPr>
            <a:r>
              <a:rPr lang="en-US" dirty="0"/>
              <a:t>Always guaranteed that code from one of the two code blocks will execute</a:t>
            </a:r>
          </a:p>
        </p:txBody>
      </p:sp>
    </p:spTree>
    <p:extLst>
      <p:ext uri="{BB962C8B-B14F-4D97-AF65-F5344CB8AC3E}">
        <p14:creationId xmlns:p14="http://schemas.microsoft.com/office/powerpoint/2010/main" val="92315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6E13-97C9-EA38-5212-A8E99307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AC56-25DD-2F9B-BE9B-20EBC029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statement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9292-7584-0E07-75DB-D7A09BAFA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(condition)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is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is false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3471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D520-595A-B9F1-1C68-1642FD4C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D9BA-13B7-9E62-C0D9-7B0F969D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If value of age is greater than or equal to 18, “You can vote!” appears</a:t>
            </a:r>
          </a:p>
          <a:p>
            <a:pPr>
              <a:spcAft>
                <a:spcPts val="1200"/>
              </a:spcAft>
            </a:pPr>
            <a:r>
              <a:rPr lang="en-US" dirty="0"/>
              <a:t>If value of age is less than 18, “You cannot vote!” appears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1C01D-0C9E-1780-3476-2FA0AA9C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697" y="3429000"/>
            <a:ext cx="3854606" cy="2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3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A726-FA79-478D-F677-95430028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BBA0-CE33-BC19-D28A-E1986FE51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Checks first condition – if it is true executes the code in that </a:t>
            </a:r>
            <a:r>
              <a:rPr lang="en-US" dirty="0" err="1"/>
              <a:t>condtion’s</a:t>
            </a:r>
            <a:r>
              <a:rPr lang="en-US" dirty="0"/>
              <a:t>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If first condition is false, checks next condition – if that condition is true executes code in its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Keeps checking conditions until one of them is true or they are all false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one is true, executes code in its code block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all of them are false, just moves on to code outside the if-else if statement</a:t>
            </a:r>
          </a:p>
        </p:txBody>
      </p:sp>
    </p:spTree>
    <p:extLst>
      <p:ext uri="{BB962C8B-B14F-4D97-AF65-F5344CB8AC3E}">
        <p14:creationId xmlns:p14="http://schemas.microsoft.com/office/powerpoint/2010/main" val="391288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03A0-3B18-76A4-CA8E-9CFA9793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A75D-C133-5769-72D4-4BA25FAD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if statement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85BF9-CBE1-B49C-0803-522FF2AFB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(condition 1)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1 is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if (condition 2)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1 is false but condition 2 is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297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BE12-94A8-7193-21E3-3AABD217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2D24-06EA-F4DD-7E10-55E5D099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if-else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41DF2-B906-D317-43CE-3D5B007B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If value of </a:t>
            </a:r>
            <a:r>
              <a:rPr lang="en-US" dirty="0" err="1"/>
              <a:t>easterEgg</a:t>
            </a:r>
            <a:r>
              <a:rPr lang="en-US" dirty="0"/>
              <a:t> is “blue”, “I like blue eggs!” appears</a:t>
            </a:r>
          </a:p>
          <a:p>
            <a:pPr>
              <a:spcAft>
                <a:spcPts val="1200"/>
              </a:spcAft>
            </a:pPr>
            <a:r>
              <a:rPr lang="en-US" dirty="0"/>
              <a:t>If value of </a:t>
            </a:r>
            <a:r>
              <a:rPr lang="en-US" dirty="0" err="1"/>
              <a:t>easterEgg</a:t>
            </a:r>
            <a:r>
              <a:rPr lang="en-US" dirty="0"/>
              <a:t> is “purple”, “I don’t like purple eggs!” appears</a:t>
            </a:r>
          </a:p>
          <a:p>
            <a:pPr>
              <a:spcAft>
                <a:spcPts val="1200"/>
              </a:spcAft>
            </a:pPr>
            <a:r>
              <a:rPr lang="en-US" dirty="0"/>
              <a:t>If value of </a:t>
            </a:r>
            <a:r>
              <a:rPr lang="en-US" dirty="0" err="1"/>
              <a:t>easterEgg</a:t>
            </a:r>
            <a:r>
              <a:rPr lang="en-US" dirty="0"/>
              <a:t> is anything else, nothing appears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78942-0772-3293-E898-05B442B6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903" y="4057650"/>
            <a:ext cx="5202193" cy="186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2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592A-0AE0-4F4A-80CA-94CE6025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8C75-88E6-137E-AAFB-1B201D34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if-Else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D1B7-4FB1-FDAB-9D7E-F1EEAE8D6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Checks first condition – if it is true executes the code in its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If first condition is false, checks next condition – if that condition is true executes code in its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Keeps checking conditions until one of them is true or they are all false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one is true, executes code in its code block</a:t>
            </a:r>
          </a:p>
          <a:p>
            <a:pPr>
              <a:lnSpc>
                <a:spcPct val="150000"/>
              </a:lnSpc>
            </a:pPr>
            <a:r>
              <a:rPr lang="en-US" dirty="0"/>
              <a:t>If all conditions are false, executes code in the else code block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Something always guaranteed to execute	</a:t>
            </a:r>
          </a:p>
        </p:txBody>
      </p:sp>
    </p:spTree>
    <p:extLst>
      <p:ext uri="{BB962C8B-B14F-4D97-AF65-F5344CB8AC3E}">
        <p14:creationId xmlns:p14="http://schemas.microsoft.com/office/powerpoint/2010/main" val="23041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F848-3801-1B2D-E886-DA15F16C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258D-33BE-1EFD-0239-88FB55ED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if-else statement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BC135-9444-4A65-2AA6-84350DA2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(condition 1)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1 is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if (condition 2)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condition 1 is false but condition 2 is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// statements to be executed if all conditions are false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013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46F6-4F9D-1E7D-F391-8C927F37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495D-3D8F-EEA4-3890-F4389852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if-else if-else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25B7-F4C8-12CF-4685-E1178EB45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seniorDiscount is true, “You pay $10” appears</a:t>
            </a:r>
          </a:p>
          <a:p>
            <a:pPr>
              <a:lnSpc>
                <a:spcPct val="150000"/>
              </a:lnSpc>
            </a:pPr>
            <a:r>
              <a:rPr lang="en-US" dirty="0"/>
              <a:t>If seniorDiscount is false but militaryDiscount is true, “You pay $12” appears</a:t>
            </a:r>
          </a:p>
          <a:p>
            <a:pPr>
              <a:lnSpc>
                <a:spcPct val="150000"/>
              </a:lnSpc>
            </a:pPr>
            <a:r>
              <a:rPr lang="en-US" dirty="0"/>
              <a:t>If if seniorDiscount and militaryDiscount are both false, “You pay $15” appears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F6148-B7BD-2954-FD32-C023B43D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50" y="4298444"/>
            <a:ext cx="44831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8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7DAE-6411-EB9B-5F77-A94518A0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3C78C-EC68-D299-EF43-A5C91B8E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Two or more expressions connected by logical operators</a:t>
            </a:r>
          </a:p>
          <a:p>
            <a:pPr>
              <a:spcAft>
                <a:spcPts val="1200"/>
              </a:spcAft>
            </a:pPr>
            <a:r>
              <a:rPr lang="en-US" dirty="0"/>
              <a:t>The three main logical operators are:</a:t>
            </a:r>
          </a:p>
          <a:p>
            <a:pPr lvl="1">
              <a:spcAft>
                <a:spcPts val="1200"/>
              </a:spcAft>
            </a:pPr>
            <a:r>
              <a:rPr lang="en-US" b="1" dirty="0"/>
              <a:t>&amp;&amp; </a:t>
            </a:r>
            <a:r>
              <a:rPr lang="en-US" dirty="0"/>
              <a:t> AND</a:t>
            </a:r>
          </a:p>
          <a:p>
            <a:pPr lvl="1">
              <a:spcAft>
                <a:spcPts val="1200"/>
              </a:spcAft>
            </a:pPr>
            <a:r>
              <a:rPr lang="en-US" b="1" dirty="0"/>
              <a:t>||</a:t>
            </a:r>
            <a:r>
              <a:rPr lang="en-US" dirty="0"/>
              <a:t>  OR</a:t>
            </a:r>
          </a:p>
          <a:p>
            <a:pPr lvl="1">
              <a:spcAft>
                <a:spcPts val="1200"/>
              </a:spcAft>
            </a:pPr>
            <a:r>
              <a:rPr lang="en-US" b="1" dirty="0"/>
              <a:t>!</a:t>
            </a:r>
            <a:r>
              <a:rPr lang="en-US" dirty="0"/>
              <a:t>     NOT (used in both simple and compound conditions)</a:t>
            </a:r>
          </a:p>
          <a:p>
            <a:pPr lvl="1">
              <a:spcAft>
                <a:spcPts val="1200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66202-04B9-FD76-B938-A632813AA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016500"/>
            <a:ext cx="4660900" cy="36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C0CAC-D67A-5EAE-77F9-6AFD52804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0" y="5458842"/>
            <a:ext cx="535940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D3349-7DEB-0120-A791-2E7BB91B5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5875784"/>
            <a:ext cx="21336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23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BEF6-78AD-82BB-9D90-6D3D131D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if statements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1C0B0-37B4-654D-945E-ACD36D97E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0550" y="2663031"/>
            <a:ext cx="5930900" cy="3086100"/>
          </a:xfrm>
        </p:spPr>
      </p:pic>
    </p:spTree>
    <p:extLst>
      <p:ext uri="{BB962C8B-B14F-4D97-AF65-F5344CB8AC3E}">
        <p14:creationId xmlns:p14="http://schemas.microsoft.com/office/powerpoint/2010/main" val="2097485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3468-BC8E-527D-262B-FBF2DB0B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AAC8-637C-0A11-ECB5-D84417189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= instead of == or ===</a:t>
            </a:r>
          </a:p>
          <a:p>
            <a:r>
              <a:rPr lang="en-US" dirty="0"/>
              <a:t>= is the assignment operator, so instead of checking for truthiness it is assigning a new value to the variable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CBD27B-B8D8-2785-2F9B-B5CB24E7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0" y="3769527"/>
            <a:ext cx="4864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55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EF69-2591-A559-0821-60A1CD6A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ternary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23E2-05E4-3A01-C9D1-2A537AE19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 three operands:</a:t>
            </a:r>
          </a:p>
          <a:p>
            <a:pPr lvl="1"/>
            <a:r>
              <a:rPr lang="en-US" dirty="0"/>
              <a:t>operand 1 is the expression to be evaluated</a:t>
            </a:r>
          </a:p>
          <a:p>
            <a:pPr lvl="1"/>
            <a:r>
              <a:rPr lang="en-US" dirty="0"/>
              <a:t>operand 2 is the code that gets executed if operand 1 is true</a:t>
            </a:r>
          </a:p>
          <a:p>
            <a:pPr lvl="1"/>
            <a:r>
              <a:rPr lang="en-US" dirty="0"/>
              <a:t>operand 3 is the code that gets executed if operand 1 is false</a:t>
            </a:r>
          </a:p>
          <a:p>
            <a:pPr lvl="1"/>
            <a:endParaRPr lang="en-US" dirty="0"/>
          </a:p>
          <a:p>
            <a:r>
              <a:rPr lang="en-US" dirty="0"/>
              <a:t>Syntax: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operand1 ? operand2 : operand3;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DF91B-BAF9-D425-FC65-737AD0C46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787900"/>
            <a:ext cx="7772400" cy="82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4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389B-B70D-E938-73F9-7AFF0B65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7B0D-6B39-69D3-6637-7233D57EE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Purpose – run different blocks of code based on the value of a single expression</a:t>
            </a:r>
          </a:p>
          <a:p>
            <a:pPr>
              <a:lnSpc>
                <a:spcPct val="150000"/>
              </a:lnSpc>
            </a:pPr>
            <a:r>
              <a:rPr lang="en-US" dirty="0"/>
              <a:t>Better than writing a long change of if…else if…else statements when comparing the same value to multiple possibilities </a:t>
            </a:r>
          </a:p>
        </p:txBody>
      </p:sp>
    </p:spTree>
    <p:extLst>
      <p:ext uri="{BB962C8B-B14F-4D97-AF65-F5344CB8AC3E}">
        <p14:creationId xmlns:p14="http://schemas.microsoft.com/office/powerpoint/2010/main" val="3110026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4900-E757-AE77-DAE5-42C2FE07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6B9C-1C53-170C-0ACC-B212C0968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switch(expression) 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case value1: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code to be executed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case value2: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code to be executed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break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case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value-n: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code to be executed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break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default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code to be executed when no cases match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break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075473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5991</TotalTime>
  <Words>923</Words>
  <Application>Microsoft Macintosh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Courier New</vt:lpstr>
      <vt:lpstr>Vapor Trail</vt:lpstr>
      <vt:lpstr>Conditional Logic</vt:lpstr>
      <vt:lpstr>What is conditional logic?</vt:lpstr>
      <vt:lpstr>What is a condition?</vt:lpstr>
      <vt:lpstr>If statements</vt:lpstr>
      <vt:lpstr>If statement syntax</vt:lpstr>
      <vt:lpstr>Example of If statement</vt:lpstr>
      <vt:lpstr>If-else statement</vt:lpstr>
      <vt:lpstr>If-else statement syntax</vt:lpstr>
      <vt:lpstr>Example of if-else statement</vt:lpstr>
      <vt:lpstr>If-else if statement</vt:lpstr>
      <vt:lpstr>If-else if statement syntax</vt:lpstr>
      <vt:lpstr>Example of if-else if statement</vt:lpstr>
      <vt:lpstr>If-else if-Else statement</vt:lpstr>
      <vt:lpstr>If-else if-else statement syntax</vt:lpstr>
      <vt:lpstr>Example of if-else if-else statement</vt:lpstr>
      <vt:lpstr>Compound conditions</vt:lpstr>
      <vt:lpstr>Nesting if statements</vt:lpstr>
      <vt:lpstr>Common error</vt:lpstr>
      <vt:lpstr>Conditional ternary operators</vt:lpstr>
      <vt:lpstr>Switch statements</vt:lpstr>
      <vt:lpstr>Switch statement syntax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2</cp:revision>
  <dcterms:created xsi:type="dcterms:W3CDTF">2025-08-10T20:52:15Z</dcterms:created>
  <dcterms:modified xsi:type="dcterms:W3CDTF">2025-08-15T00:43:46Z</dcterms:modified>
</cp:coreProperties>
</file>