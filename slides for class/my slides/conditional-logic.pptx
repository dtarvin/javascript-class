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7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7" r:id="rId10"/>
    <p:sldId id="268" r:id="rId11"/>
    <p:sldId id="270" r:id="rId12"/>
    <p:sldId id="271" r:id="rId13"/>
    <p:sldId id="272" r:id="rId14"/>
    <p:sldId id="273" r:id="rId15"/>
    <p:sldId id="274" r:id="rId16"/>
    <p:sldId id="262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92"/>
    <p:restoredTop sz="94705"/>
  </p:normalViewPr>
  <p:slideViewPr>
    <p:cSldViewPr snapToGrid="0" showGuides="1">
      <p:cViewPr>
        <p:scale>
          <a:sx n="85" d="100"/>
          <a:sy n="85" d="100"/>
        </p:scale>
        <p:origin x="312" y="576"/>
      </p:cViewPr>
      <p:guideLst>
        <p:guide orient="horz" pos="2160"/>
        <p:guide pos="38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672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25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pPr/>
              <a:t>8/10/25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834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906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205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2124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482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543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23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220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pPr/>
              <a:t>8/10/25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0205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pPr/>
              <a:t>8/10/25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573416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pPr/>
              <a:t>8/10/25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7000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0795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681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8/10/25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4004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smtClean="0"/>
              <a:pPr/>
              <a:t>8/10/25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33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8/10/25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5298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A9293-0CE2-4582-C7AF-CC19479840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Conditional Logic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DA47F-64A0-BB50-8246-D9825ADC7A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David Tarvin, AIM Code School</a:t>
            </a:r>
          </a:p>
        </p:txBody>
      </p:sp>
    </p:spTree>
    <p:extLst>
      <p:ext uri="{BB962C8B-B14F-4D97-AF65-F5344CB8AC3E}">
        <p14:creationId xmlns:p14="http://schemas.microsoft.com/office/powerpoint/2010/main" val="2635252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A71B5-3141-EF1C-7C00-3805AB609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conditional logic?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534CF-4B98-BD0D-4EFB-3139C2237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Code that makes decisions on what to do based on whether one or more conditions are true or not</a:t>
            </a:r>
          </a:p>
          <a:p>
            <a:pPr>
              <a:lnSpc>
                <a:spcPct val="150000"/>
              </a:lnSpc>
            </a:pPr>
            <a:r>
              <a:rPr lang="en-US" dirty="0"/>
              <a:t>Allows the program to run certain blocks of code only if specific conditions are met, and possibly run other blocks of code if those conditions are not met</a:t>
            </a:r>
          </a:p>
        </p:txBody>
      </p:sp>
    </p:spTree>
    <p:extLst>
      <p:ext uri="{BB962C8B-B14F-4D97-AF65-F5344CB8AC3E}">
        <p14:creationId xmlns:p14="http://schemas.microsoft.com/office/powerpoint/2010/main" val="3532257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4B837-61A2-4401-41A9-0F1B13A6F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condition?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E270D-4B93-FE6C-C67B-63976F976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lang="en-US" dirty="0"/>
              <a:t>Any expression that can be evaluated to true or false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car === “Audi”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accountBalance &lt; 20</a:t>
            </a:r>
          </a:p>
          <a:p>
            <a:pPr lvl="1">
              <a:spcAft>
                <a:spcPts val="1200"/>
              </a:spcAft>
            </a:pPr>
            <a:r>
              <a:rPr lang="en-US" dirty="0" err="1"/>
              <a:t>jobTitle</a:t>
            </a:r>
            <a:r>
              <a:rPr lang="en-US" dirty="0"/>
              <a:t> !== null</a:t>
            </a:r>
          </a:p>
        </p:txBody>
      </p:sp>
    </p:spTree>
    <p:extLst>
      <p:ext uri="{BB962C8B-B14F-4D97-AF65-F5344CB8AC3E}">
        <p14:creationId xmlns:p14="http://schemas.microsoft.com/office/powerpoint/2010/main" val="3537672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CDFBB-4CBA-CE4F-712E-BB1EC1EAA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FEFDD-7DA0-162B-D549-203F5AC0A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Simplest conditional logic</a:t>
            </a:r>
          </a:p>
          <a:p>
            <a:pPr>
              <a:lnSpc>
                <a:spcPct val="150000"/>
              </a:lnSpc>
            </a:pPr>
            <a:r>
              <a:rPr lang="en-US" dirty="0"/>
              <a:t>If the condition is true, code does something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Executes code within if statement code block</a:t>
            </a:r>
          </a:p>
          <a:p>
            <a:pPr>
              <a:lnSpc>
                <a:spcPct val="150000"/>
              </a:lnSpc>
            </a:pPr>
            <a:r>
              <a:rPr lang="en-US" dirty="0"/>
              <a:t>If the condition is false, code does nothing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Just moves on to the code that follows the if statement</a:t>
            </a:r>
          </a:p>
        </p:txBody>
      </p:sp>
    </p:spTree>
    <p:extLst>
      <p:ext uri="{BB962C8B-B14F-4D97-AF65-F5344CB8AC3E}">
        <p14:creationId xmlns:p14="http://schemas.microsoft.com/office/powerpoint/2010/main" val="4013288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F239C-5108-21F4-7EB1-302655C29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4C7F4-C963-C84B-EA36-3E4DD84FB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(condition) statement;</a:t>
            </a:r>
            <a:r>
              <a:rPr lang="en-US" dirty="0"/>
              <a:t>      </a:t>
            </a:r>
          </a:p>
          <a:p>
            <a:pPr lvl="1"/>
            <a:r>
              <a:rPr lang="en-US" dirty="0"/>
              <a:t>// when code to be executed is a single line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(condition) {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// statements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// when code to be executed is one or more lines</a:t>
            </a:r>
          </a:p>
        </p:txBody>
      </p:sp>
    </p:spTree>
    <p:extLst>
      <p:ext uri="{BB962C8B-B14F-4D97-AF65-F5344CB8AC3E}">
        <p14:creationId xmlns:p14="http://schemas.microsoft.com/office/powerpoint/2010/main" val="4135194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29A84-39C6-5FA8-4651-C7B41DBAC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If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2F7E6-616A-6002-C697-AF0AB5F25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value of accountBalance is less than 20, the alert runs</a:t>
            </a:r>
          </a:p>
          <a:p>
            <a:r>
              <a:rPr lang="en-US" dirty="0"/>
              <a:t>If the value of accountBalance is 20 or more, nothing happens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CCA6B8-2531-6B9F-9015-1D6173F9A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6800" y="3429000"/>
            <a:ext cx="497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268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8DED-D184-6BCD-44FB-43880E587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61474-4E25-7FB8-53C7-531B64C2A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If condition is true, something will happen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Code within if code block is executed</a:t>
            </a:r>
          </a:p>
          <a:p>
            <a:pPr>
              <a:lnSpc>
                <a:spcPct val="150000"/>
              </a:lnSpc>
            </a:pPr>
            <a:r>
              <a:rPr lang="en-US" dirty="0"/>
              <a:t>If condition is false, something different will happen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Code within else code block is executed</a:t>
            </a:r>
          </a:p>
          <a:p>
            <a:pPr>
              <a:lnSpc>
                <a:spcPct val="150000"/>
              </a:lnSpc>
            </a:pPr>
            <a:r>
              <a:rPr lang="en-US" dirty="0"/>
              <a:t>Always guaranteed that code from one of the two code blocks will execute</a:t>
            </a:r>
          </a:p>
        </p:txBody>
      </p:sp>
    </p:spTree>
    <p:extLst>
      <p:ext uri="{BB962C8B-B14F-4D97-AF65-F5344CB8AC3E}">
        <p14:creationId xmlns:p14="http://schemas.microsoft.com/office/powerpoint/2010/main" val="923155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56E13-97C9-EA38-5212-A8E993077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5AC56-25DD-2F9B-BE9B-20EBC029B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statement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39292-7584-0E07-75DB-D7A09BAFA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(condition) {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// statements to be executed if condition is true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 else {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// statements to be executed if condition is false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23471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2D520-595A-B9F1-1C68-1642FD4CC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if-else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9D9BA-13B7-9E62-C0D9-7B0F969DD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lang="en-US" dirty="0"/>
              <a:t>If value of age is greater than or equal to 18, “You can vote!” appears</a:t>
            </a:r>
          </a:p>
          <a:p>
            <a:pPr>
              <a:spcAft>
                <a:spcPts val="1200"/>
              </a:spcAft>
            </a:pPr>
            <a:r>
              <a:rPr lang="en-US" dirty="0"/>
              <a:t>If value of age is less than 18, “You cannot vote!” appears</a:t>
            </a:r>
          </a:p>
          <a:p>
            <a:pPr>
              <a:spcAft>
                <a:spcPts val="1200"/>
              </a:spcAft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11C01D-0C9E-1780-3476-2FA0AA9C8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697" y="3429000"/>
            <a:ext cx="3854606" cy="244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631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BA726-FA79-478D-F677-954300283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if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2BBA0-CE33-BC19-D28A-E1986FE51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Checks first condition – if it is true executes the code in that </a:t>
            </a:r>
            <a:r>
              <a:rPr lang="en-US" dirty="0" err="1"/>
              <a:t>condtion’s</a:t>
            </a:r>
            <a:r>
              <a:rPr lang="en-US" dirty="0"/>
              <a:t> code block</a:t>
            </a:r>
          </a:p>
          <a:p>
            <a:pPr>
              <a:lnSpc>
                <a:spcPct val="150000"/>
              </a:lnSpc>
            </a:pPr>
            <a:r>
              <a:rPr lang="en-US" dirty="0"/>
              <a:t>If first condition is false, checks next condition – if that condition is true executes code in its code block</a:t>
            </a:r>
          </a:p>
          <a:p>
            <a:pPr>
              <a:lnSpc>
                <a:spcPct val="150000"/>
              </a:lnSpc>
            </a:pPr>
            <a:r>
              <a:rPr lang="en-US" dirty="0"/>
              <a:t>Keeps checking conditions until one of them is true or they are all false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If one is true, executes code in its code block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If all of them are false, just moves on to code outside the if-else if statement</a:t>
            </a:r>
          </a:p>
        </p:txBody>
      </p:sp>
    </p:spTree>
    <p:extLst>
      <p:ext uri="{BB962C8B-B14F-4D97-AF65-F5344CB8AC3E}">
        <p14:creationId xmlns:p14="http://schemas.microsoft.com/office/powerpoint/2010/main" val="3912888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03A0-3B18-76A4-CA8E-9CFA97938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A75D-C133-5769-72D4-4BA25FAD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if statement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85BF9-CBE1-B49C-0803-522FF2AFB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(condition 1) {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// statements to be executed if condition 1 is true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 else if (condition 2) {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// statements to be executed if condition 1 is false but condition 2 is true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32978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EBE12-94A8-7193-21E3-3AABD2179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A2D24-06EA-F4DD-7E10-55E5D0990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if-else if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41DF2-B906-D317-43CE-3D5B007B4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lang="en-US" dirty="0"/>
              <a:t>If value of </a:t>
            </a:r>
            <a:r>
              <a:rPr lang="en-US" dirty="0" err="1"/>
              <a:t>easterEgg</a:t>
            </a:r>
            <a:r>
              <a:rPr lang="en-US" dirty="0"/>
              <a:t> is “blue”, “I like blue eggs!” appears</a:t>
            </a:r>
          </a:p>
          <a:p>
            <a:pPr>
              <a:spcAft>
                <a:spcPts val="1200"/>
              </a:spcAft>
            </a:pPr>
            <a:r>
              <a:rPr lang="en-US" dirty="0"/>
              <a:t>If value of </a:t>
            </a:r>
            <a:r>
              <a:rPr lang="en-US" dirty="0" err="1"/>
              <a:t>easterEgg</a:t>
            </a:r>
            <a:r>
              <a:rPr lang="en-US" dirty="0"/>
              <a:t> is “purple”, “I don’t like purple eggs!” appears</a:t>
            </a:r>
          </a:p>
          <a:p>
            <a:pPr>
              <a:spcAft>
                <a:spcPts val="1200"/>
              </a:spcAft>
            </a:pPr>
            <a:r>
              <a:rPr lang="en-US" dirty="0"/>
              <a:t>If value of </a:t>
            </a:r>
            <a:r>
              <a:rPr lang="en-US" dirty="0" err="1"/>
              <a:t>easterEgg</a:t>
            </a:r>
            <a:r>
              <a:rPr lang="en-US" dirty="0"/>
              <a:t> is anything else, nothing appears</a:t>
            </a:r>
          </a:p>
          <a:p>
            <a:pPr>
              <a:spcAft>
                <a:spcPts val="1200"/>
              </a:spcAft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B78942-0772-3293-E898-05B442B62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4903" y="4057650"/>
            <a:ext cx="5202193" cy="186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721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9592A-0AE0-4F4A-80CA-94CE60255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68C75-88E6-137E-AAFB-1B201D34D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if-Else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2D1B7-4FB1-FDAB-9D7E-F1EEAE8D6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Checks first condition – if it is true executes the code in its code block</a:t>
            </a:r>
          </a:p>
          <a:p>
            <a:pPr>
              <a:lnSpc>
                <a:spcPct val="150000"/>
              </a:lnSpc>
            </a:pPr>
            <a:r>
              <a:rPr lang="en-US" dirty="0"/>
              <a:t>If first condition is false, checks next condition – if that condition is true executes code in its code block</a:t>
            </a:r>
          </a:p>
          <a:p>
            <a:pPr>
              <a:lnSpc>
                <a:spcPct val="150000"/>
              </a:lnSpc>
            </a:pPr>
            <a:r>
              <a:rPr lang="en-US" dirty="0"/>
              <a:t>Keeps checking conditions until one of them is true or they are all false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If one is true, executes code in its code block</a:t>
            </a:r>
          </a:p>
          <a:p>
            <a:pPr>
              <a:lnSpc>
                <a:spcPct val="150000"/>
              </a:lnSpc>
            </a:pPr>
            <a:r>
              <a:rPr lang="en-US" dirty="0"/>
              <a:t>If all conditions are false, executes code in the else code block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Something always guaranteed to execute	</a:t>
            </a:r>
          </a:p>
        </p:txBody>
      </p:sp>
    </p:spTree>
    <p:extLst>
      <p:ext uri="{BB962C8B-B14F-4D97-AF65-F5344CB8AC3E}">
        <p14:creationId xmlns:p14="http://schemas.microsoft.com/office/powerpoint/2010/main" val="230419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8F848-3801-1B2D-E886-DA15F16CE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A258D-33BE-1EFD-0239-88FB55ED7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if-else statement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BC135-9444-4A65-2AA6-84350DA24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(condition 1) {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// statements to be executed if condition 1 is true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 else if (condition 2) {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// statements to be executed if condition 1 is false but condition 2 is true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 else {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// statements to be executed if all conditions are false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40137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A46F6-4F9D-1E7D-F391-8C927F37E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D495D-3D8F-EEA4-3890-F43898524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if-else if-else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325B7-F4C8-12CF-4685-E1178EB45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If seniorDiscount is true, “You pay $10” appears</a:t>
            </a:r>
          </a:p>
          <a:p>
            <a:pPr>
              <a:lnSpc>
                <a:spcPct val="150000"/>
              </a:lnSpc>
            </a:pPr>
            <a:r>
              <a:rPr lang="en-US" dirty="0"/>
              <a:t>If seniorDiscount is false but militaryDiscount is true, “You pay $12” appears</a:t>
            </a:r>
          </a:p>
          <a:p>
            <a:pPr>
              <a:lnSpc>
                <a:spcPct val="150000"/>
              </a:lnSpc>
            </a:pPr>
            <a:r>
              <a:rPr lang="en-US" dirty="0"/>
              <a:t>If if seniorDiscount and militaryDiscount are both false, “You pay $15” appears</a:t>
            </a:r>
          </a:p>
          <a:p>
            <a:pPr>
              <a:spcAft>
                <a:spcPts val="1200"/>
              </a:spcAft>
            </a:pPr>
            <a:endParaRPr lang="en-US" dirty="0"/>
          </a:p>
          <a:p>
            <a:pPr>
              <a:spcAft>
                <a:spcPts val="1200"/>
              </a:spcAft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9F6148-B7BD-2954-FD32-C023B43D8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550" y="4298444"/>
            <a:ext cx="4483100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182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17DAE-6411-EB9B-5F77-A94518A01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Compound conditions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3C78C-EC68-D299-EF43-A5C91B8E7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lang="en-US" dirty="0"/>
              <a:t>Two or more expressions connected by logical operators</a:t>
            </a:r>
          </a:p>
          <a:p>
            <a:pPr>
              <a:spcAft>
                <a:spcPts val="1200"/>
              </a:spcAft>
            </a:pPr>
            <a:r>
              <a:rPr lang="en-US" dirty="0"/>
              <a:t>The three main logical operators are:</a:t>
            </a:r>
          </a:p>
          <a:p>
            <a:pPr lvl="1">
              <a:spcAft>
                <a:spcPts val="1200"/>
              </a:spcAft>
            </a:pPr>
            <a:r>
              <a:rPr lang="en-US" b="1" dirty="0"/>
              <a:t>&amp;&amp; </a:t>
            </a:r>
            <a:r>
              <a:rPr lang="en-US" dirty="0"/>
              <a:t> AND</a:t>
            </a:r>
          </a:p>
          <a:p>
            <a:pPr lvl="1">
              <a:spcAft>
                <a:spcPts val="1200"/>
              </a:spcAft>
            </a:pPr>
            <a:r>
              <a:rPr lang="en-US" b="1" dirty="0"/>
              <a:t>||</a:t>
            </a:r>
            <a:r>
              <a:rPr lang="en-US" dirty="0"/>
              <a:t>  OR</a:t>
            </a:r>
          </a:p>
          <a:p>
            <a:pPr lvl="1">
              <a:spcAft>
                <a:spcPts val="1200"/>
              </a:spcAft>
            </a:pPr>
            <a:r>
              <a:rPr lang="en-US" b="1" dirty="0"/>
              <a:t>!</a:t>
            </a:r>
            <a:r>
              <a:rPr lang="en-US" dirty="0"/>
              <a:t>     NOT (used in both simple and compound conditions)</a:t>
            </a:r>
          </a:p>
          <a:p>
            <a:pPr lvl="1">
              <a:spcAft>
                <a:spcPts val="1200"/>
              </a:spcAft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566202-04B9-FD76-B938-A632813AA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0" y="5016500"/>
            <a:ext cx="4660900" cy="368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0C0CAC-D67A-5EAE-77F9-6AFD52804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750" y="5458842"/>
            <a:ext cx="5359400" cy="342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ED3349-7DEB-0120-A791-2E7BB91B50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5875784"/>
            <a:ext cx="21336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823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6BEF6-78AD-82BB-9D90-6D3D131DC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Nesting if statements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51C0B0-37B4-654D-945E-ACD36D97EE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30550" y="2663031"/>
            <a:ext cx="5930900" cy="3086100"/>
          </a:xfrm>
        </p:spPr>
      </p:pic>
    </p:spTree>
    <p:extLst>
      <p:ext uri="{BB962C8B-B14F-4D97-AF65-F5344CB8AC3E}">
        <p14:creationId xmlns:p14="http://schemas.microsoft.com/office/powerpoint/2010/main" val="2097485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B3468-BC8E-527D-262B-FBF2DB0BE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4AAC8-637C-0A11-ECB5-D84417189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= instead of == or ===</a:t>
            </a:r>
          </a:p>
          <a:p>
            <a:r>
              <a:rPr lang="en-US" dirty="0"/>
              <a:t>= is the assignment operator, so instead of checking for truthiness it is assigning a new value to the variable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CBD27B-B8D8-2785-2F9B-B5CB24E7F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0" y="3769527"/>
            <a:ext cx="486410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5557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EF69-2591-A559-0821-60A1CD6A0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ternary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F423E2-05E4-3A01-C9D1-2A537AE19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Has three operands:</a:t>
            </a:r>
          </a:p>
          <a:p>
            <a:pPr lvl="1"/>
            <a:r>
              <a:rPr lang="en-US" dirty="0"/>
              <a:t>operand 1 is the expression to be evaluated</a:t>
            </a:r>
          </a:p>
          <a:p>
            <a:pPr lvl="1"/>
            <a:r>
              <a:rPr lang="en-US" dirty="0"/>
              <a:t>operand 2 is the code that gets executed if operand 1 is true</a:t>
            </a:r>
          </a:p>
          <a:p>
            <a:pPr lvl="1"/>
            <a:r>
              <a:rPr lang="en-US" dirty="0"/>
              <a:t>operand 3 is the code that gets executed if operand 1 is false</a:t>
            </a:r>
          </a:p>
          <a:p>
            <a:pPr lvl="1"/>
            <a:endParaRPr lang="en-US" dirty="0"/>
          </a:p>
          <a:p>
            <a:r>
              <a:rPr lang="en-US" dirty="0"/>
              <a:t>Syntax: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operand1 ? operand2 : operand3;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2DF91B-BAF9-D425-FC65-737AD0C46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787900"/>
            <a:ext cx="7772400" cy="820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344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B389B-B70D-E938-73F9-7AFF0B65D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77B0D-6B39-69D3-6637-7233D57EE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Purpose – run different blocks of code based on the value of a single expression</a:t>
            </a:r>
          </a:p>
          <a:p>
            <a:pPr>
              <a:lnSpc>
                <a:spcPct val="150000"/>
              </a:lnSpc>
            </a:pPr>
            <a:r>
              <a:rPr lang="en-US" dirty="0"/>
              <a:t>Better than writing a long change of if…else if…else statements when comparing the same value to multiple possibilities </a:t>
            </a:r>
          </a:p>
          <a:p>
            <a:pPr>
              <a:lnSpc>
                <a:spcPct val="150000"/>
              </a:lnSpc>
            </a:pPr>
            <a:r>
              <a:rPr lang="en-US" dirty="0"/>
              <a:t>Best when evaluating more than four or five values</a:t>
            </a:r>
          </a:p>
        </p:txBody>
      </p:sp>
    </p:spTree>
    <p:extLst>
      <p:ext uri="{BB962C8B-B14F-4D97-AF65-F5344CB8AC3E}">
        <p14:creationId xmlns:p14="http://schemas.microsoft.com/office/powerpoint/2010/main" val="31100265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84900-E757-AE77-DAE5-42C2FE07E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statement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356B9C-1C53-170C-0ACC-B212C0968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switch(expression) {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case value1: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// code to be executed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break;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case value2: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// code to be executed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break;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case value-n: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// code to be executed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break;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default: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// optional code to be executed when no cases match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break;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307547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1B2655C-77C0-96EB-0C70-DD9051F45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413" y="666750"/>
            <a:ext cx="3759200" cy="5524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0D3495-20DA-7BBD-5FF6-C9AE2D9F3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77" y="1600200"/>
            <a:ext cx="48514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669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B1C7-243A-9E53-7598-56448F20C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4FF06-A8D0-4FFB-397F-63ED2F8F9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Need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break;</a:t>
            </a:r>
            <a:r>
              <a:rPr lang="en-US" dirty="0"/>
              <a:t> at the end of each case to prevent JavaScript from executing code in the next case also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Even though comparison of next value to expression will be false, that code will still be executed if break statement not executed before reaching it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If no break statements at all in switch statement, all code for all cases following the matching case will execute</a:t>
            </a:r>
          </a:p>
        </p:txBody>
      </p:sp>
    </p:spTree>
    <p:extLst>
      <p:ext uri="{BB962C8B-B14F-4D97-AF65-F5344CB8AC3E}">
        <p14:creationId xmlns:p14="http://schemas.microsoft.com/office/powerpoint/2010/main" val="25503116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5C697D-7EC8-75B0-C9A4-93BE73F79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95" y="1866900"/>
            <a:ext cx="4038600" cy="3124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7B677F-396D-2EFA-916C-5B35DA106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83" y="1562100"/>
            <a:ext cx="405130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6953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0794-1EAE-28E6-4EBD-A5F6D2655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5231-5782-EC2E-21AA-071902E06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Optional </a:t>
            </a:r>
            <a:r>
              <a:rPr lang="en-US"/>
              <a:t>case with code </a:t>
            </a:r>
            <a:r>
              <a:rPr lang="en-US" dirty="0"/>
              <a:t>that runs when none of the other cases match</a:t>
            </a:r>
          </a:p>
          <a:p>
            <a:pPr>
              <a:lnSpc>
                <a:spcPct val="150000"/>
              </a:lnSpc>
            </a:pPr>
            <a:r>
              <a:rPr lang="en-US" dirty="0"/>
              <a:t>Usually goes at the bottom of switch statement, but will still work properly even if at the top or in the middle of statement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7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E6DCCC-42C4-93B9-F141-E669E5F46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350" y="1149350"/>
            <a:ext cx="4051300" cy="455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416748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14701</TotalTime>
  <Words>1042</Words>
  <Application>Microsoft Macintosh PowerPoint</Application>
  <PresentationFormat>Widescreen</PresentationFormat>
  <Paragraphs>91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Century Gothic</vt:lpstr>
      <vt:lpstr>Courier New</vt:lpstr>
      <vt:lpstr>Vapor Trail</vt:lpstr>
      <vt:lpstr>Conditional Logic</vt:lpstr>
      <vt:lpstr>What is conditional logic?</vt:lpstr>
      <vt:lpstr>What is a condition?</vt:lpstr>
      <vt:lpstr>If statements</vt:lpstr>
      <vt:lpstr>If statement syntax</vt:lpstr>
      <vt:lpstr>Example of If statement</vt:lpstr>
      <vt:lpstr>If-else statement</vt:lpstr>
      <vt:lpstr>If-else statement syntax</vt:lpstr>
      <vt:lpstr>Example of if-else statement</vt:lpstr>
      <vt:lpstr>If-else if statement</vt:lpstr>
      <vt:lpstr>If-else if statement syntax</vt:lpstr>
      <vt:lpstr>Example of if-else if statement</vt:lpstr>
      <vt:lpstr>If-else if-Else statement</vt:lpstr>
      <vt:lpstr>If-else if-else statement syntax</vt:lpstr>
      <vt:lpstr>Example of if-else if-else statement</vt:lpstr>
      <vt:lpstr>Compound conditions</vt:lpstr>
      <vt:lpstr>Nesting if statements</vt:lpstr>
      <vt:lpstr>Common error</vt:lpstr>
      <vt:lpstr>Conditional ternary operators</vt:lpstr>
      <vt:lpstr>Switch statements</vt:lpstr>
      <vt:lpstr>Switch statement syntax</vt:lpstr>
      <vt:lpstr>PowerPoint Presentation</vt:lpstr>
      <vt:lpstr>Break;</vt:lpstr>
      <vt:lpstr>PowerPoint Presentation</vt:lpstr>
      <vt:lpstr>Default: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Tarvin, David (drtarvin)</dc:creator>
  <cp:lastModifiedBy>Tarvin, David (drtarvin)</cp:lastModifiedBy>
  <cp:revision>3</cp:revision>
  <dcterms:created xsi:type="dcterms:W3CDTF">2025-08-10T20:52:15Z</dcterms:created>
  <dcterms:modified xsi:type="dcterms:W3CDTF">2025-08-21T01:53:49Z</dcterms:modified>
</cp:coreProperties>
</file>