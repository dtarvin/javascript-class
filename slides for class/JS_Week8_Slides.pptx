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8: REST APIs, Middleware, and Project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Express Patterns for Full-Stack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8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REST API design, middleware chains, and organizing code</a:t>
            </a:r>
          </a:p>
          <a:p>
            <a:r>
              <a:t>Prepare students for full-stack project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REST API?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= Representational State Transfer</a:t>
            </a:r>
          </a:p>
          <a:p>
            <a:r>
              <a:t>Stateless, uses standard HTTP methods</a:t>
            </a:r>
          </a:p>
          <a:p>
            <a:r>
              <a:t>URLs represent resources (nouns), methods represent actions (verbs)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Methods &amp; API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= read data</a:t>
            </a:r>
          </a:p>
          <a:p>
            <a:r>
              <a:t>POST = create new resource</a:t>
            </a:r>
          </a:p>
          <a:p>
            <a:r>
              <a:t>PUT/PATCH = update resource</a:t>
            </a:r>
          </a:p>
          <a:p>
            <a:r>
              <a:t>DELETE = remove resource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Routes for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plural nouns: /api/users, /api/posts</a:t>
            </a:r>
          </a:p>
          <a:p>
            <a:r>
              <a:t>Use IDs in route params: /api/users/:id</a:t>
            </a:r>
          </a:p>
          <a:p>
            <a:r>
              <a:t>Separate collection and individual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RESTful CRUD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/api/items → fetch all</a:t>
            </a:r>
          </a:p>
          <a:p>
            <a:r>
              <a:t>POST /api/items → create new</a:t>
            </a:r>
          </a:p>
          <a:p>
            <a:r>
              <a:t>GET /api/items/:id → get one</a:t>
            </a:r>
          </a:p>
          <a:p>
            <a:r>
              <a:t>PUT /api/items/:id → update</a:t>
            </a:r>
          </a:p>
          <a:p>
            <a:r>
              <a:t>DELETE /api/items/:id → remove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Item API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handlers for GET, POST, DELETE</a:t>
            </a:r>
          </a:p>
          <a:p>
            <a:r>
              <a:t>Use in-memory array or fake DB</a:t>
            </a:r>
          </a:p>
          <a:p>
            <a:r>
              <a:t>Respond with res.json() and status codes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Middleware?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that runs during request lifecycle</a:t>
            </a:r>
          </a:p>
          <a:p>
            <a:r>
              <a:t>Can modify req, res, or end response</a:t>
            </a:r>
          </a:p>
          <a:p>
            <a:r>
              <a:t>Used for logging, auth, parsing, error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Custom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app.use((req, res, next) =&gt; { ... })</a:t>
            </a:r>
          </a:p>
          <a:p>
            <a:r>
              <a:t>Log method and path, call next()</a:t>
            </a:r>
          </a:p>
          <a:p>
            <a:r>
              <a:t>Place before route handlers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Third-Party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morgan (logging), helmet (security), cors (CORS headers)</a:t>
            </a:r>
          </a:p>
          <a:p>
            <a:r>
              <a:t>Install via npm, use with app.use()</a:t>
            </a:r>
          </a:p>
          <a:p>
            <a:r>
              <a:t>Reduces boilerplate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Logger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custom logger for all incoming requests</a:t>
            </a:r>
          </a:p>
          <a:p>
            <a:r>
              <a:t>Log method, path, and timestamp</a:t>
            </a:r>
          </a:p>
          <a:p>
            <a:r>
              <a:t>Print to console or log 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Organizing Routes in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express.Router() in separate files</a:t>
            </a:r>
          </a:p>
          <a:p>
            <a:r>
              <a:t>Require route files in app.js</a:t>
            </a:r>
          </a:p>
          <a:p>
            <a:r>
              <a:t>Keeps project modular and readable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 for Express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/routes → routers</a:t>
            </a:r>
          </a:p>
          <a:p>
            <a:r>
              <a:t>/controllers → logic functions</a:t>
            </a:r>
          </a:p>
          <a:p>
            <a:r>
              <a:t>/models → data access or schemas</a:t>
            </a:r>
          </a:p>
          <a:p>
            <a:r>
              <a:t>/public or /client → static files or front-end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app.use((err, req, res, next) =&gt; { ... })</a:t>
            </a:r>
          </a:p>
          <a:p>
            <a:r>
              <a:t>Send 500 status with message</a:t>
            </a:r>
          </a:p>
          <a:p>
            <a:r>
              <a:t>Use try/catch in async handlers and pass error to next()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Modularize a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routes into /routes/itemRoutes.js</a:t>
            </a:r>
          </a:p>
          <a:p>
            <a:r>
              <a:t>Move logic into controller functions</a:t>
            </a:r>
          </a:p>
          <a:p>
            <a:r>
              <a:t>Use router + module.exports pattern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8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APIs use consistent route structures and HTTP methods</a:t>
            </a:r>
          </a:p>
          <a:p>
            <a:r>
              <a:t>Middleware is powerful for pre- and post-processing requests</a:t>
            </a:r>
          </a:p>
          <a:p>
            <a:r>
              <a:t>Clean project structure helps scalability</a:t>
            </a:r>
          </a:p>
          <a:p>
            <a:r>
              <a:t>Next up: Project Planning and Final Project kickoff!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