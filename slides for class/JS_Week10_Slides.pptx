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10: Final Project Development &amp; Code Checkpoints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and Iterating on Your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10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Development time for final project</a:t>
            </a:r>
          </a:p>
          <a:p>
            <a:r>
              <a:t>Work through key checkpoints and receive instructor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Milestones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Backend: Fully functional Express routes and logic</a:t>
            </a:r>
          </a:p>
          <a:p>
            <a:r>
              <a:t>✅ Frontend: Wireframes implemented in HTML/CSS</a:t>
            </a:r>
          </a:p>
          <a:p>
            <a:r>
              <a:t>✅ Fetch calls connected and tested</a:t>
            </a:r>
          </a:p>
          <a:p>
            <a:r>
              <a:t>✅ External APIs or data logic wired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Breakdown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1: Focus on backend logic &amp; testing routes</a:t>
            </a:r>
          </a:p>
          <a:p>
            <a:r>
              <a:t>Day 2: Frontend layout and JS interaction</a:t>
            </a:r>
          </a:p>
          <a:p>
            <a:r>
              <a:t>Day 3: Link frontend to backend with fetch()</a:t>
            </a:r>
          </a:p>
          <a:p>
            <a:r>
              <a:t>Day 4: Debugging, polish, checkpoint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 1: Backend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responds to GET/POST at minimum</a:t>
            </a:r>
          </a:p>
          <a:p>
            <a:r>
              <a:t>Data structures or file read/write functioning</a:t>
            </a:r>
          </a:p>
          <a:p>
            <a:r>
              <a:t>Error handling added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 2: Frontend MVP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UI is live in browser</a:t>
            </a:r>
          </a:p>
          <a:p>
            <a:r>
              <a:t>User can interact with interface</a:t>
            </a:r>
          </a:p>
          <a:p>
            <a:r>
              <a:t>Dynamic behavior visible (e.g. button clicks, input updates DOM)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 3: Frontend ↔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 fetch() hits your own backend routes</a:t>
            </a:r>
          </a:p>
          <a:p>
            <a:r>
              <a:t>Successful response logged or rendered</a:t>
            </a:r>
          </a:p>
          <a:p>
            <a:r>
              <a:t>Display data (e.g. list, card, table) from backend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Debugging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console.log() in backend and frontend</a:t>
            </a:r>
          </a:p>
          <a:p>
            <a:r>
              <a:t>Check browser dev tools &gt; Network tab</a:t>
            </a:r>
          </a:p>
          <a:p>
            <a:r>
              <a:t>Verify CORS, file paths, server restarts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Organization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 JS into modules/files where possible</a:t>
            </a:r>
          </a:p>
          <a:p>
            <a:r>
              <a:t>Use clear naming and consistent folder structure</a:t>
            </a:r>
          </a:p>
          <a:p>
            <a:r>
              <a:t>Comment key logic and include TODOs for polish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Design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 CSS styling to improve UI clarity</a:t>
            </a:r>
          </a:p>
          <a:p>
            <a:r>
              <a:t>Keep layout consistent and accessible</a:t>
            </a:r>
          </a:p>
          <a:p>
            <a:r>
              <a:t>Optional: Use Bootstrap or flexbox/grid layout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Check-in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 your data flow clear from input to response?</a:t>
            </a:r>
          </a:p>
          <a:p>
            <a:r>
              <a:t>Does your backend handle errors gracefully?</a:t>
            </a:r>
          </a:p>
          <a:p>
            <a:r>
              <a:t>What’s working? What’s blocking you?</a:t>
            </a:r>
          </a:p>
          <a:p>
            <a:r>
              <a:t>What still needs to be tested?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restart server after backend changes</a:t>
            </a:r>
          </a:p>
          <a:p>
            <a:r>
              <a:t>Check for typos in routes, filenames, API keys</a:t>
            </a:r>
          </a:p>
          <a:p>
            <a:r>
              <a:t>Simplify and isolate bugs one step at a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MVP is functional end-to-end</a:t>
            </a:r>
          </a:p>
          <a:p>
            <a:r>
              <a:t>All core features tested in the browser</a:t>
            </a:r>
          </a:p>
          <a:p>
            <a:r>
              <a:t>Styling pass improves usability</a:t>
            </a:r>
          </a:p>
          <a:p>
            <a:r>
              <a:t>You’re ready for polishing + presentation prep in Week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