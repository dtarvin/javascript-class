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Week 9: Final Project Planning &amp; Scaffolding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Kickoff for Full-Stack Capstone 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9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Final project planning and architecture setup</a:t>
            </a:r>
          </a:p>
          <a:p>
            <a:r>
              <a:t>Students begin working on approved projects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Full-stack JavaScript project (front + back end)</a:t>
            </a:r>
          </a:p>
          <a:p>
            <a:r>
              <a:t>Must include DOM, routing, Express server, API logic</a:t>
            </a:r>
          </a:p>
          <a:p>
            <a:r>
              <a:t>Frontend and backend can be served together or independently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Front-end: dynamic DOM manipulation (HTML/CSS/JS)</a:t>
            </a:r>
          </a:p>
          <a:p>
            <a:r>
              <a:t>Backend: Node.js + Express API with at least 2 endpoints</a:t>
            </a:r>
          </a:p>
          <a:p>
            <a:r>
              <a:t>Use of external API or persistent data recommended</a:t>
            </a:r>
          </a:p>
          <a:p>
            <a:r>
              <a:t>Well-organized file structure, modular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Project Proposal (due today)</a:t>
            </a:r>
          </a:p>
          <a:p>
            <a:r>
              <a:t>✅ MVP Feature List</a:t>
            </a:r>
          </a:p>
          <a:p>
            <a:r>
              <a:t>✅ Wireframe or UI sketch</a:t>
            </a:r>
          </a:p>
          <a:p>
            <a:r>
              <a:t>✅ Technical architecture plan</a:t>
            </a:r>
          </a:p>
          <a:p>
            <a:r>
              <a:t>✅ GitHub repo with README + commit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Your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Solve a real problem or simulate a real use case</a:t>
            </a:r>
          </a:p>
          <a:p>
            <a:r>
              <a:t>Keep it focused — MVP first, extras later</a:t>
            </a:r>
          </a:p>
          <a:p>
            <a:r>
              <a:t>Work solo or in pairs (if permitted)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Past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To-Do List App with server-side persistence</a:t>
            </a:r>
          </a:p>
          <a:p>
            <a:r>
              <a:t>Weather Dashboard with external API + search</a:t>
            </a:r>
          </a:p>
          <a:p>
            <a:r>
              <a:t>Mini Blog or Message Board</a:t>
            </a:r>
          </a:p>
          <a:p>
            <a:r>
              <a:t>Quiz App with score tracking and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Your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core problem your app solves?</a:t>
            </a:r>
          </a:p>
          <a:p>
            <a:r>
              <a:t>What is the minimum set of working features?</a:t>
            </a:r>
          </a:p>
          <a:p>
            <a:r>
              <a:t>Write your user story: 'As a user, I want to...'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Wireframes &amp; UI Sketches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Draw out what each view/page/component will look like</a:t>
            </a:r>
          </a:p>
          <a:p>
            <a:r>
              <a:t>Map layout to components or sections of code</a:t>
            </a:r>
          </a:p>
          <a:p>
            <a:r>
              <a:t>Use paper, whiteboard, Figma,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Stack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vanilla JS, or optionally lightweight tools (e.g. Bootstrap)</a:t>
            </a:r>
          </a:p>
          <a:p>
            <a:r>
              <a:t>Build modular scripts per feature/component</a:t>
            </a:r>
          </a:p>
          <a:p>
            <a:r>
              <a:t>Use `fetch()` to consume backend endpoints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Stack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Express routes and route structure</a:t>
            </a:r>
          </a:p>
          <a:p>
            <a:r>
              <a:t>Controllers and route handlers</a:t>
            </a:r>
          </a:p>
          <a:p>
            <a:r>
              <a:t>Optional: middleware, file read/write, external API calls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client/ → HTML/CSS/JS</a:t>
            </a:r>
          </a:p>
          <a:p>
            <a:r>
              <a:t>server/ → routes/, controllers/, app.js</a:t>
            </a:r>
          </a:p>
          <a:p>
            <a:r>
              <a:t>public/ for static files (if serving frontend from Express)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Proposal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Instructor/peer feedback on proposal</a:t>
            </a:r>
          </a:p>
          <a:p>
            <a:r>
              <a:t>Check for scope, feasibility, and planning detail</a:t>
            </a:r>
          </a:p>
          <a:p>
            <a:r>
              <a:t>Revise based on feedback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Before You Start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 ] Clear idea + MVP list</a:t>
            </a:r>
          </a:p>
          <a:p>
            <a:r>
              <a:t>[ ] Wireframes sketched</a:t>
            </a:r>
          </a:p>
          <a:p>
            <a:r>
              <a:t>[ ] API plan defined</a:t>
            </a:r>
          </a:p>
          <a:p>
            <a:r>
              <a:t>[ ] File structure created</a:t>
            </a:r>
          </a:p>
          <a:p>
            <a:r>
              <a:t>[ ] GitHub repo initialized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Week 9: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Submit final proposal for approval</a:t>
            </a:r>
          </a:p>
          <a:p>
            <a:r>
              <a:t>Begin building core backend logic</a:t>
            </a:r>
          </a:p>
          <a:p>
            <a:r>
              <a:t>Start wiring up basic frontend layout</a:t>
            </a:r>
          </a:p>
          <a:p>
            <a:r>
              <a:t>Instructor check-ins during Week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