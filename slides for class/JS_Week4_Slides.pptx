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2"/>
  </p:normalViewPr>
  <p:slideViewPr>
    <p:cSldViewPr snapToGrid="0" snapToObjects="1">
      <p:cViewPr varScale="1">
        <p:scale>
          <a:sx n="108" d="100"/>
          <a:sy n="108" d="100"/>
        </p:scale>
        <p:origin x="168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42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489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01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85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2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58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036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237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630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81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17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807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JavaScript Week 4: DOM, Events, Classes, OOP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Browser Interaction &amp; Object-Oriented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DOM manipulation, events, and class-based OOP</a:t>
            </a:r>
          </a:p>
          <a:p>
            <a:r>
              <a:t>Hands-on interaction with HTML and structured JS objects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DOM?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 = Document Object Model</a:t>
            </a:r>
          </a:p>
          <a:p>
            <a:r>
              <a:t>Represents HTML as a tree of objects</a:t>
            </a:r>
          </a:p>
          <a:p>
            <a:r>
              <a:t>JavaScript can access and modify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document.getElementById()</a:t>
            </a:r>
          </a:p>
          <a:p>
            <a:r>
              <a:t>document.querySelector() / querySelectorAll()</a:t>
            </a:r>
          </a:p>
          <a:p>
            <a:r>
              <a:t>Use CSS selectors to target elements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Modifying DOM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element.textContent / innerHTML</a:t>
            </a:r>
          </a:p>
          <a:p>
            <a:r>
              <a:t>element.setAttribute(), removeAttribute()</a:t>
            </a:r>
          </a:p>
          <a:p>
            <a:r>
              <a:t>style property for inline CSS changes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&amp; Removing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document.createElement(), appendChild(), remove()</a:t>
            </a:r>
          </a:p>
          <a:p>
            <a:r>
              <a:t>Set properties before inserting</a:t>
            </a:r>
          </a:p>
          <a:p>
            <a:r>
              <a:t>Use loops to create multiple elements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Dynamic List 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input + button + list</a:t>
            </a:r>
          </a:p>
          <a:p>
            <a:r>
              <a:t>Append items from input to list using JS</a:t>
            </a:r>
          </a:p>
          <a:p>
            <a:r>
              <a:t>Use innerHTML or createElement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Events?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Events are user actions like clicks, keypresses, submit</a:t>
            </a:r>
          </a:p>
          <a:p>
            <a:r>
              <a:t>JavaScript listens for events and responds</a:t>
            </a:r>
          </a:p>
          <a:p>
            <a:r>
              <a:t>Use addEventListener() to handle events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Click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element.addEventListener('click', handlerFn)</a:t>
            </a:r>
          </a:p>
          <a:p>
            <a:r>
              <a:t>Pass an anonymous or named function</a:t>
            </a:r>
          </a:p>
          <a:p>
            <a:r>
              <a:t>Use e.target to access clicked element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 Handling &amp;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 default submit with e.preventDefault()</a:t>
            </a:r>
          </a:p>
          <a:p>
            <a:r>
              <a:t>Access values from e.target.elements or inputs directly</a:t>
            </a:r>
          </a:p>
          <a:p>
            <a:r>
              <a:t>Validate or sanitize input before processing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Form Submission Handler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form to collect name + age</a:t>
            </a:r>
          </a:p>
          <a:p>
            <a:r>
              <a:t>Display results without reloading the page</a:t>
            </a:r>
          </a:p>
          <a:p>
            <a:r>
              <a:t>Show warning if fields are empty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 to Object-Oriented 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OOP = organizing code into reusable objects</a:t>
            </a:r>
          </a:p>
          <a:p>
            <a:r>
              <a:t>Two styles: prototypes and classes</a:t>
            </a:r>
          </a:p>
          <a:p>
            <a:r>
              <a:t>Focus on encapsulation and reusability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Declaring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Animal { constructor(name) { ... } }</a:t>
            </a:r>
          </a:p>
          <a:p>
            <a:r>
              <a:t>Add methods inside class body</a:t>
            </a:r>
          </a:p>
          <a:p>
            <a:r>
              <a:t>Create instance with new keyword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speak(), move(), etc. inside class</a:t>
            </a:r>
          </a:p>
          <a:p>
            <a:r>
              <a:t>All instances share methods via prototype</a:t>
            </a:r>
          </a:p>
          <a:p>
            <a:r>
              <a:t>Use 'this' to refer to instance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Constructor Functions (Pre-ES6)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Animal(name) { this.name = name }</a:t>
            </a:r>
          </a:p>
          <a:p>
            <a:r>
              <a:t>Use prototype to attach shared methods</a:t>
            </a:r>
          </a:p>
          <a:p>
            <a:r>
              <a:t>Still used in some legacy code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Extending Classes (Inheritance)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extends and super() in subclasses</a:t>
            </a:r>
          </a:p>
          <a:p>
            <a:r>
              <a:t>Override methods as needed</a:t>
            </a:r>
          </a:p>
          <a:p>
            <a:r>
              <a:t>DRY: keep shared logic in base class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Build an Animal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Properties: name, species</a:t>
            </a:r>
          </a:p>
          <a:p>
            <a:r>
              <a:t>Method: speak() logs custom message</a:t>
            </a:r>
          </a:p>
          <a:p>
            <a:r>
              <a:t>Create Dog and Cat subclasses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Keyword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'this' refers to the calling object</a:t>
            </a:r>
          </a:p>
          <a:p>
            <a:r>
              <a:t>Inside class methods, 'this' = instance</a:t>
            </a:r>
          </a:p>
          <a:p>
            <a:r>
              <a:t>Arrow functions do NOT bind 'this'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Week 4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 basics: select, modify, create, remove</a:t>
            </a:r>
          </a:p>
          <a:p>
            <a:r>
              <a:t>Events: click, input, submit + handlers</a:t>
            </a:r>
          </a:p>
          <a:p>
            <a:r>
              <a:t>Classes, constructors, and inheritance</a:t>
            </a:r>
          </a:p>
          <a:p>
            <a:r>
              <a:t>Prepare for Week 5: fetch API &amp; 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{3DDD0438-00F3-284A-8074-8AA6C4E7A2A8}tf10001119</Template>
  <TotalTime>7802</TotalTime>
  <Words>458</Words>
  <Application>Microsoft Macintosh PowerPoint</Application>
  <PresentationFormat>On-screen Show (4:3)</PresentationFormat>
  <Paragraphs>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Gill Sans MT</vt:lpstr>
      <vt:lpstr>Gallery</vt:lpstr>
      <vt:lpstr>JavaScript Week 4: DOM, Events, Classes, OOP</vt:lpstr>
      <vt:lpstr>Week 4 Overview</vt:lpstr>
      <vt:lpstr>What is the DOM?</vt:lpstr>
      <vt:lpstr>Selecting Elements</vt:lpstr>
      <vt:lpstr>Modifying DOM Content</vt:lpstr>
      <vt:lpstr>Creating &amp; Removing Elements</vt:lpstr>
      <vt:lpstr>Practice: Dynamic List Builder</vt:lpstr>
      <vt:lpstr>What are Events?</vt:lpstr>
      <vt:lpstr>Handling Click Events</vt:lpstr>
      <vt:lpstr>Form Handling &amp; Input</vt:lpstr>
      <vt:lpstr>Practice: Form Submission Handler</vt:lpstr>
      <vt:lpstr>Intro to Object-Oriented JS</vt:lpstr>
      <vt:lpstr>Declaring Classes</vt:lpstr>
      <vt:lpstr>Adding Methods</vt:lpstr>
      <vt:lpstr>Constructor Functions (Pre-ES6)</vt:lpstr>
      <vt:lpstr>Extending Classes (Inheritance)</vt:lpstr>
      <vt:lpstr>Practice: Build an Animal Class</vt:lpstr>
      <vt:lpstr>this Keyword Deep Dive</vt:lpstr>
      <vt:lpstr>End of Week 4 Review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Tarvin, David (drtarvin)</cp:lastModifiedBy>
  <cp:revision>2</cp:revision>
  <dcterms:created xsi:type="dcterms:W3CDTF">2013-01-27T09:14:16Z</dcterms:created>
  <dcterms:modified xsi:type="dcterms:W3CDTF">2025-10-02T11:08:52Z</dcterms:modified>
  <cp:category/>
</cp:coreProperties>
</file>