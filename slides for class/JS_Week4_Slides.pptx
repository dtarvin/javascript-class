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JavaScript Week 4: DOM, Events, Classes, OOP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Browser Interaction &amp; Object-Oriented Programming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4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Focus: DOM manipulation, events, and class-based OOP</a:t>
            </a:r>
          </a:p>
          <a:p>
            <a:r>
              <a:t>Hands-on interaction with HTML and structured JS objects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the DOM?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 = Document Object Model</a:t>
            </a:r>
          </a:p>
          <a:p>
            <a:r>
              <a:t>Represents HTML as a tree of objects</a:t>
            </a:r>
          </a:p>
          <a:p>
            <a:r>
              <a:t>JavaScript can access and modify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Selecting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document.getElementById()</a:t>
            </a:r>
          </a:p>
          <a:p>
            <a:r>
              <a:t>document.querySelector() / querySelectorAll()</a:t>
            </a:r>
          </a:p>
          <a:p>
            <a:r>
              <a:t>Use CSS selectors to target elements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Modifying DOM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element.textContent / innerHTML</a:t>
            </a:r>
          </a:p>
          <a:p>
            <a:r>
              <a:t>element.setAttribute(), removeAttribute()</a:t>
            </a:r>
          </a:p>
          <a:p>
            <a:r>
              <a:t>style property for inline CSS changes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&amp; Removing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document.createElement(), appendChild(), remove()</a:t>
            </a:r>
          </a:p>
          <a:p>
            <a:r>
              <a:t>Set properties before inserting</a:t>
            </a:r>
          </a:p>
          <a:p>
            <a:r>
              <a:t>Use loops to create multiple elements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Dynamic List Builder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input + button + list</a:t>
            </a:r>
          </a:p>
          <a:p>
            <a:r>
              <a:t>Append items from input to list using JS</a:t>
            </a:r>
          </a:p>
          <a:p>
            <a:r>
              <a:t>Use innerHTML or createElement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Events?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Events are user actions like clicks, keypresses, submit</a:t>
            </a:r>
          </a:p>
          <a:p>
            <a:r>
              <a:t>JavaScript listens for events and responds</a:t>
            </a:r>
          </a:p>
          <a:p>
            <a:r>
              <a:t>Use addEventListener() to handle events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Handling Click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element.addEventListener('click', handlerFn)</a:t>
            </a:r>
          </a:p>
          <a:p>
            <a:r>
              <a:t>Pass an anonymous or named function</a:t>
            </a:r>
          </a:p>
          <a:p>
            <a:r>
              <a:t>Use e.target to access clicked element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 Handling &amp;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Prevent default submit with e.preventDefault()</a:t>
            </a:r>
          </a:p>
          <a:p>
            <a:r>
              <a:t>Access values from e.target.elements or inputs directly</a:t>
            </a:r>
          </a:p>
          <a:p>
            <a:r>
              <a:t>Validate or sanitize input before 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Form Submission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form to collect name + age</a:t>
            </a:r>
          </a:p>
          <a:p>
            <a:r>
              <a:t>Display results without reloading the page</a:t>
            </a:r>
          </a:p>
          <a:p>
            <a:r>
              <a:t>Show warning if fields are empty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Object-Oriented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OOP = organizing code into reusable objects</a:t>
            </a:r>
          </a:p>
          <a:p>
            <a:r>
              <a:t>Two styles: prototypes and classes</a:t>
            </a:r>
          </a:p>
          <a:p>
            <a:r>
              <a:t>Focus on encapsulation and reusability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Declaring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 Animal { constructor(name) { ... } }</a:t>
            </a:r>
          </a:p>
          <a:p>
            <a:r>
              <a:t>Add methods inside class body</a:t>
            </a:r>
          </a:p>
          <a:p>
            <a:r>
              <a:t>Create instance with new keyword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 speak(), move(), etc. inside class</a:t>
            </a:r>
          </a:p>
          <a:p>
            <a:r>
              <a:t>All instances share methods via prototype</a:t>
            </a:r>
          </a:p>
          <a:p>
            <a:r>
              <a:t>Use 'this' to refer to instance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Constructor Functions (Pre-ES6)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 Animal(name) { this.name = name }</a:t>
            </a:r>
          </a:p>
          <a:p>
            <a:r>
              <a:t>Use prototype to attach shared methods</a:t>
            </a:r>
          </a:p>
          <a:p>
            <a:r>
              <a:t>Still used in some legacy 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Extending Classes (Inheritance)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extends and super() in subclasses</a:t>
            </a:r>
          </a:p>
          <a:p>
            <a:r>
              <a:t>Override methods as needed</a:t>
            </a:r>
          </a:p>
          <a:p>
            <a:r>
              <a:t>DRY: keep shared logic in base class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Build an Animal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Properties: name, species</a:t>
            </a:r>
          </a:p>
          <a:p>
            <a:r>
              <a:t>Method: speak() logs custom message</a:t>
            </a:r>
          </a:p>
          <a:p>
            <a:r>
              <a:t>Create Dog and Cat subclasses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Keyword Deep Dive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'this' refers to the calling object</a:t>
            </a:r>
          </a:p>
          <a:p>
            <a:r>
              <a:t>Inside class methods, 'this' = instance</a:t>
            </a:r>
          </a:p>
          <a:p>
            <a:r>
              <a:t>Arrow functions do NOT bind 'this'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Week 4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 basics: select, modify, create, remove</a:t>
            </a:r>
          </a:p>
          <a:p>
            <a:r>
              <a:t>Events: click, input, submit + handlers</a:t>
            </a:r>
          </a:p>
          <a:p>
            <a:r>
              <a:t>Classes, constructors, and inheritance</a:t>
            </a:r>
          </a:p>
          <a:p>
            <a:r>
              <a:t>Prepare for Week 5: fetch API &amp;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