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3: Arrays, Objects, Scope &amp; Debugging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Structures, Execution Context, and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Collections, Object Structures, Execution Context, Debugging</a:t>
            </a:r>
          </a:p>
          <a:p>
            <a:r>
              <a:t>Topics: Arrays, Objects, Scope, Closures, Console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Ordered collection of elements</a:t>
            </a:r>
          </a:p>
          <a:p>
            <a:r>
              <a:t>Indexed starting at 0</a:t>
            </a:r>
          </a:p>
          <a:p>
            <a:r>
              <a:t>Created with [] or new Array()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Methods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methods: push, pop, shift, unshift</a:t>
            </a:r>
          </a:p>
          <a:p>
            <a:r>
              <a:t>Access by index: arr[0], arr[1]</a:t>
            </a:r>
          </a:p>
          <a:p>
            <a:r>
              <a:t>Length property: arr.length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Methods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Includes, indexOf, slice, splice</a:t>
            </a:r>
          </a:p>
          <a:p>
            <a:r>
              <a:t>join and split (with strings)</a:t>
            </a:r>
          </a:p>
          <a:p>
            <a:r>
              <a:t>forEach for iteration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Manipulate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an array of 5 strings</a:t>
            </a:r>
          </a:p>
          <a:p>
            <a:r>
              <a:t>Remove the first and last elements</a:t>
            </a:r>
          </a:p>
          <a:p>
            <a:r>
              <a:t>Add a new item and log final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Key-value pairs grouped together</a:t>
            </a:r>
          </a:p>
          <a:p>
            <a:r>
              <a:t>Created with {} or new Object()</a:t>
            </a:r>
          </a:p>
          <a:p>
            <a:r>
              <a:t>Keys are strings (or symbols)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Object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Dot notation: obj.key</a:t>
            </a:r>
          </a:p>
          <a:p>
            <a:r>
              <a:t>Bracket notation: obj["key"]</a:t>
            </a:r>
          </a:p>
          <a:p>
            <a:r>
              <a:t>Can nest objects inside other objects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Modifying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Add: obj.newKey = value</a:t>
            </a:r>
          </a:p>
          <a:p>
            <a:r>
              <a:t>Update: obj.key = newValue</a:t>
            </a:r>
          </a:p>
          <a:p>
            <a:r>
              <a:t>Delete: delete obj.key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for...in to loop over keys</a:t>
            </a:r>
          </a:p>
          <a:p>
            <a:r>
              <a:t>Object.keys, Object.values, Object.entries</a:t>
            </a:r>
          </a:p>
          <a:p>
            <a:r>
              <a:t>Useful for dynamic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Build a User Profile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name, age, email, hobbies (array)</a:t>
            </a:r>
          </a:p>
          <a:p>
            <a:r>
              <a:t>Log values using both dot and bracket notation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Scope?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 defines where variables exist</a:t>
            </a:r>
          </a:p>
          <a:p>
            <a:r>
              <a:t>Block vs function vs global scope</a:t>
            </a:r>
          </a:p>
          <a:p>
            <a:r>
              <a:t>let and const are block scoped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Closures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closure is a function that remembers the environment it was created in</a:t>
            </a:r>
          </a:p>
          <a:p>
            <a:r>
              <a:t>Allows inner function to access outer variables after execution</a:t>
            </a:r>
          </a:p>
          <a:p>
            <a:r>
              <a:t>Common in callbacks and factory functions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Closure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outer() { let count = 0; return function() { count++; return count; } }</a:t>
            </a:r>
          </a:p>
          <a:p>
            <a:r>
              <a:t>Each call to outer() creates a new closure environment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with console.log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console.log() to trace values</a:t>
            </a:r>
          </a:p>
          <a:p>
            <a:r>
              <a:t>Add logs before and after conditionals or loops</a:t>
            </a:r>
          </a:p>
          <a:p>
            <a:r>
              <a:t>Helps you find unexpected values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Breakpoints and Dev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browser developer tools (F12 or right-click &gt; Inspect)</a:t>
            </a:r>
          </a:p>
          <a:p>
            <a:r>
              <a:t>Use 'Sources' tab to pause execution</a:t>
            </a:r>
          </a:p>
          <a:p>
            <a:r>
              <a:t>Inspect variables and the call stack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Stack &amp; Execution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 uses a call stack to manage function calls</a:t>
            </a:r>
          </a:p>
          <a:p>
            <a:r>
              <a:t>LIFO: Last In, First Out</a:t>
            </a:r>
          </a:p>
          <a:p>
            <a:r>
              <a:t>Helps explain nested function execution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Debug a Broken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console.log to trace logic</a:t>
            </a:r>
          </a:p>
          <a:p>
            <a:r>
              <a:t>Add breakpoints to step through loop</a:t>
            </a:r>
          </a:p>
          <a:p>
            <a:r>
              <a:t>Fix scoping or logic error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3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Arrays vs Objects: when to use each</a:t>
            </a:r>
          </a:p>
          <a:p>
            <a:r>
              <a:t>Scope and closure in nested functions</a:t>
            </a:r>
          </a:p>
          <a:p>
            <a:r>
              <a:t>Dev tools for inspecting and debugging code</a:t>
            </a:r>
          </a:p>
          <a:p>
            <a:r>
              <a:t>Preview: DOM Manipulation (Week 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