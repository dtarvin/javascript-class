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11: Final Presentations &amp; Course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Showcase, Reflect, and Celebrate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11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Student presentations and final submissions</a:t>
            </a:r>
          </a:p>
          <a:p>
            <a:r>
              <a:t>Celebrate progress and reinforce what you've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5–7 minute live demonstration</a:t>
            </a:r>
          </a:p>
          <a:p>
            <a:r>
              <a:t>Walk through features and code highlights</a:t>
            </a:r>
          </a:p>
          <a:p>
            <a:r>
              <a:t>Explain design decisions and tech used</a:t>
            </a:r>
          </a:p>
          <a:p>
            <a:r>
              <a:t>Be prepared to answer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App demo (start to finish use case)</a:t>
            </a:r>
          </a:p>
          <a:p>
            <a:r>
              <a:t>2. Tech stack &amp; file structure overview</a:t>
            </a:r>
          </a:p>
          <a:p>
            <a:r>
              <a:t>3. Challenges faced &amp; solutions</a:t>
            </a:r>
          </a:p>
          <a:p>
            <a:r>
              <a:t>4. Future ideas or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functionality before presenting</a:t>
            </a:r>
          </a:p>
          <a:p>
            <a:r>
              <a:t>Open browser tabs and code in advance</a:t>
            </a:r>
          </a:p>
          <a:p>
            <a:r>
              <a:t>Use dummy data if needed to simulate inputs</a:t>
            </a:r>
          </a:p>
          <a:p>
            <a:r>
              <a:t>Speak clearly and focus on key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Fully functioning app (MVP complete)</a:t>
            </a:r>
          </a:p>
          <a:p>
            <a:r>
              <a:t>✅ Code pushed to GitHub (with README)</a:t>
            </a:r>
          </a:p>
          <a:p>
            <a:r>
              <a:t>✅ Shared GitHub repo with instructor</a:t>
            </a:r>
          </a:p>
          <a:p>
            <a:r>
              <a:t>✅ Final presentation delivered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Retrospective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did you find most challenging?</a:t>
            </a:r>
          </a:p>
          <a:p>
            <a:r>
              <a:t>What topic surprised you the most?</a:t>
            </a:r>
          </a:p>
          <a:p>
            <a:r>
              <a:t>What are you most proud of from your project?</a:t>
            </a:r>
          </a:p>
          <a:p>
            <a:r>
              <a:t>What will you continue learning next?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Ahead: Where to Go from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Refactor your project or build a new one</a:t>
            </a:r>
          </a:p>
          <a:p>
            <a:r>
              <a:t>Learn React or another frontend framework</a:t>
            </a:r>
          </a:p>
          <a:p>
            <a:r>
              <a:t>Explore databases (MongoDB, PostgreSQL)</a:t>
            </a:r>
          </a:p>
          <a:p>
            <a:r>
              <a:t>Contribute to open-source or freelance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Career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pushing code to GitHub regularly</a:t>
            </a:r>
          </a:p>
          <a:p>
            <a:r>
              <a:t>Build a portfolio with clear project READMEs</a:t>
            </a:r>
          </a:p>
          <a:p>
            <a:r>
              <a:t>Practice common JS interview challenges</a:t>
            </a:r>
          </a:p>
          <a:p>
            <a:r>
              <a:t>Stay active in dev communities (Discord, LinkedIn, etc.)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You’ve completed a full-stack JavaScript course 🎉</a:t>
            </a:r>
          </a:p>
          <a:p>
            <a:r>
              <a:t>Keep learning, stay curious, and support each other</a:t>
            </a:r>
          </a:p>
          <a:p>
            <a:r>
              <a:t>Instructor and peer feedback to follow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