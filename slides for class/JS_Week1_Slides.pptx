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" Type="http://schemas.openxmlformats.org/officeDocument/2006/relationships/printerSettings" Target="printerSettings/printerSettings1.bin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JavaScript Week 1: Syntax, Values, Variables &amp; Operators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Course Introduction &amp; Fundamentals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Course Overview &amp; What You'll Learn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Goals for Week 1</a:t>
            </a:r>
          </a:p>
          <a:p>
            <a:r>
              <a:t>Course tools and setup</a:t>
            </a:r>
          </a:p>
          <a:p>
            <a:r>
              <a:t>Overview of JavaScript's role in web development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JavaScript?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Client-side scripting language</a:t>
            </a:r>
          </a:p>
          <a:p>
            <a:r>
              <a:t>Runs in the browser (and on servers with Node.js)</a:t>
            </a:r>
          </a:p>
          <a:p>
            <a:r>
              <a:t>Used for dynamic and interactive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Syntax and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JavaScript syntax basics</a:t>
            </a:r>
          </a:p>
          <a:p>
            <a:r>
              <a:t>Statements vs expressions</a:t>
            </a:r>
          </a:p>
          <a:p>
            <a:r>
              <a:t>Semicolons and formatting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Comments and Whitespace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// single-line and /* multi-line */ comments</a:t>
            </a:r>
          </a:p>
          <a:p>
            <a:r>
              <a:t>Whitespace is flexible but affects readability</a:t>
            </a:r>
          </a:p>
          <a:p>
            <a:r>
              <a:t>Clean formatting matters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Demo: First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console.log("Hello, world!")</a:t>
            </a:r>
          </a:p>
          <a:p>
            <a:r>
              <a:t>How to run JavaScript in the browser</a:t>
            </a:r>
          </a:p>
          <a:p>
            <a:r>
              <a:t>Developer tools: Console tab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 Value?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value is any piece of data in JavaScript</a:t>
            </a:r>
          </a:p>
          <a:p>
            <a:r>
              <a:t>Everything manipulated in a JS program is a value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Primitive 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Number, String, Boolean</a:t>
            </a:r>
          </a:p>
          <a:p>
            <a:r>
              <a:t>Undefined, Null, Symbol, BigInt</a:t>
            </a:r>
          </a:p>
          <a:p>
            <a:r>
              <a:t>Immutable and directly represented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typeof Operator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typeof 42 -&gt; 'number'</a:t>
            </a:r>
          </a:p>
          <a:p>
            <a:r>
              <a:t>typeof "hello" -&gt; 'string'</a:t>
            </a:r>
          </a:p>
          <a:p>
            <a:r>
              <a:t>typeof null -&gt; 'object' (quirk)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 Coercion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"5" - 2 -&gt; 3</a:t>
            </a:r>
          </a:p>
          <a:p>
            <a:r>
              <a:t>"5" + 2 -&gt; "52"</a:t>
            </a:r>
          </a:p>
          <a:p>
            <a:r>
              <a:t>Always use === instead of ==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Truthy and Falsy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Falsy: 0, '', null, undefined, NaN, false</a:t>
            </a:r>
          </a:p>
          <a:p>
            <a:r>
              <a:t>Everything else is truthy</a:t>
            </a:r>
          </a:p>
          <a:p>
            <a:r>
              <a:t>Used in conditionals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Declaring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let, const, var</a:t>
            </a:r>
          </a:p>
          <a:p>
            <a:r>
              <a:t>Use const when you can, let when you must</a:t>
            </a:r>
          </a:p>
          <a:p>
            <a:r>
              <a:t>Avoid var in modern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Variable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Block, function, and global scope</a:t>
            </a:r>
          </a:p>
          <a:p>
            <a:r>
              <a:t>let/const are block scoped</a:t>
            </a:r>
          </a:p>
          <a:p>
            <a:r>
              <a:t>Closures retain outer scope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Naming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camelCase for variables/functions</a:t>
            </a:r>
          </a:p>
          <a:p>
            <a:r>
              <a:t>Avoid reserved keywords</a:t>
            </a:r>
          </a:p>
          <a:p>
            <a:r>
              <a:t>Be descriptive but concise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Demo: Variable Declarations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let score = 10;</a:t>
            </a:r>
          </a:p>
          <a:p>
            <a:r>
              <a:t>const name = "Alice";</a:t>
            </a:r>
          </a:p>
          <a:p>
            <a:r>
              <a:t>Try reassigning each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+, -, *, /, %, **</a:t>
            </a:r>
          </a:p>
          <a:p>
            <a:r>
              <a:t>Order of operations (PEMDAS) applies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String Concatenation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"Hello" + " World" -&gt; "Hello World"</a:t>
            </a:r>
          </a:p>
          <a:p>
            <a:r>
              <a:t>Use template literals for cleaner syntax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== vs ===</a:t>
            </a:r>
          </a:p>
          <a:p>
            <a:r>
              <a:t>!= vs !==</a:t>
            </a:r>
          </a:p>
          <a:p>
            <a:r>
              <a:t>&lt;, &lt;=, &gt;, &gt;=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Logical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&amp;&amp; (AND), || (OR), ! (NOT)</a:t>
            </a:r>
          </a:p>
          <a:p>
            <a:r>
              <a:t>Short-circuit evaluation</a:t>
            </a:r>
          </a:p>
          <a:p>
            <a:r>
              <a:t>Used for conditionals and defaults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Operator Precedence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Grouped, then unary, then multiplication/addition, then comparisons</a:t>
            </a:r>
          </a:p>
          <a:p>
            <a:r>
              <a:t>Use parentheses to clarify logic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Week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Common pitfalls: coercion, undeclared variables, off-by-one errors</a:t>
            </a:r>
          </a:p>
          <a:p>
            <a:r>
              <a:t>Use console.log() to debug</a:t>
            </a:r>
          </a:p>
          <a:p>
            <a:r>
              <a:t>Prepare for Week 2: conditionals and loops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