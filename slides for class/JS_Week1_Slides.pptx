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 snapToObjects="1">
      <p:cViewPr varScale="1">
        <p:scale>
          <a:sx n="108" d="100"/>
          <a:sy n="108" d="100"/>
        </p:scale>
        <p:origin x="16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4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0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6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1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3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0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6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41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69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20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24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7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1: Syntax, Values, Variables &amp; Operators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Introduction &amp;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 &amp; What You'll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Goals for Week 1</a:t>
            </a:r>
          </a:p>
          <a:p>
            <a:r>
              <a:t>Course tools and setup</a:t>
            </a:r>
          </a:p>
          <a:p>
            <a:r>
              <a:t>Overview of JavaScript's role in web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Client-side scripting language</a:t>
            </a:r>
          </a:p>
          <a:p>
            <a:r>
              <a:t>Runs in the browser (and on servers with Node.js)</a:t>
            </a:r>
          </a:p>
          <a:p>
            <a:r>
              <a:t>Used for dynamic and interactive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and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syntax basics</a:t>
            </a:r>
          </a:p>
          <a:p>
            <a:r>
              <a:t>Statements vs expressions</a:t>
            </a:r>
          </a:p>
          <a:p>
            <a:r>
              <a:t>Semicolons and formatting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Comments and Whitespace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// single-line and /* multi-line */ comments</a:t>
            </a:r>
          </a:p>
          <a:p>
            <a:r>
              <a:t>Whitespace is flexible but affects readability</a:t>
            </a:r>
          </a:p>
          <a:p>
            <a:r>
              <a:t>Clean formatting matters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First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console.log("Hello, world!")</a:t>
            </a:r>
          </a:p>
          <a:p>
            <a:r>
              <a:t>How to run JavaScript in the browser</a:t>
            </a:r>
          </a:p>
          <a:p>
            <a:r>
              <a:t>Developer tools: Console tab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value is any piece of data in JavaScript</a:t>
            </a:r>
          </a:p>
          <a:p>
            <a:r>
              <a:t>Everything manipulated in a JS program is a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Number, String, Boolean</a:t>
            </a:r>
          </a:p>
          <a:p>
            <a:r>
              <a:t>Undefined, Null, Symbol, BigInt</a:t>
            </a:r>
          </a:p>
          <a:p>
            <a:r>
              <a:t>Immutable and directly represented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typeof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typeof 42 -&gt; 'number'</a:t>
            </a:r>
          </a:p>
          <a:p>
            <a:r>
              <a:t>typeof "hello" -&gt; 'string'</a:t>
            </a:r>
          </a:p>
          <a:p>
            <a:r>
              <a:t>typeof null -&gt; 'object' (quirk)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Coercion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"5" - 2 -&gt; 3</a:t>
            </a:r>
          </a:p>
          <a:p>
            <a:r>
              <a:t>"5" + 2 -&gt; "52"</a:t>
            </a:r>
          </a:p>
          <a:p>
            <a:r>
              <a:t>Always use === instead of 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Truthy and Falsy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Falsy: 0, '', null, undefined, NaN, false</a:t>
            </a:r>
          </a:p>
          <a:p>
            <a:r>
              <a:t>Everything else is truthy</a:t>
            </a:r>
          </a:p>
          <a:p>
            <a:r>
              <a:t>Used in conditionals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let, const, var</a:t>
            </a:r>
          </a:p>
          <a:p>
            <a:r>
              <a:t>Use const when you can, let when you must</a:t>
            </a:r>
          </a:p>
          <a:p>
            <a:r>
              <a:t>Avoid var in modern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Block, function, and global scope</a:t>
            </a:r>
          </a:p>
          <a:p>
            <a:r>
              <a:t>let/const are block scoped</a:t>
            </a:r>
          </a:p>
          <a:p>
            <a:r>
              <a:t>Closures retain outer 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camelCase for variables/functions</a:t>
            </a:r>
          </a:p>
          <a:p>
            <a:r>
              <a:t>Avoid reserved keywords</a:t>
            </a:r>
          </a:p>
          <a:p>
            <a:r>
              <a:t>Be descriptive but concise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Variable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score = 10;</a:t>
            </a:r>
          </a:p>
          <a:p>
            <a:r>
              <a:t>const name = "Alice";</a:t>
            </a:r>
          </a:p>
          <a:p>
            <a:r>
              <a:t>Try reassigning each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+, -, *, /, %, **</a:t>
            </a:r>
          </a:p>
          <a:p>
            <a:r>
              <a:t>Order of operations (PEMDAS) applies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"Hello" + " World" -&gt; "Hello World"</a:t>
            </a:r>
          </a:p>
          <a:p>
            <a:r>
              <a:t>Use template literals for cleaner syntax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 vs ===</a:t>
            </a:r>
          </a:p>
          <a:p>
            <a:r>
              <a:t>!= vs !==</a:t>
            </a:r>
          </a:p>
          <a:p>
            <a:r>
              <a:t>&lt;, &lt;=, &gt;, &gt;=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&amp;&amp; (AND), || (OR), ! (NOT)</a:t>
            </a:r>
          </a:p>
          <a:p>
            <a:r>
              <a:t>Short-circuit evaluation</a:t>
            </a:r>
          </a:p>
          <a:p>
            <a:r>
              <a:t>Used for conditionals and defaults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Grouped, then unary, then multiplication/addition, then comparisons</a:t>
            </a:r>
          </a:p>
          <a:p>
            <a:r>
              <a:t>Use parentheses to clarify 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pitfalls: coercion, undeclared variables, off-by-one errors</a:t>
            </a:r>
          </a:p>
          <a:p>
            <a:r>
              <a:t>Use console.log() to debug</a:t>
            </a:r>
          </a:p>
          <a:p>
            <a:r>
              <a:t>Prepare for Week 2: conditionals and loops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{0198B48B-5A03-E340-B8BC-DB3E5F097A98}tf10001076</Template>
  <TotalTime>7809</TotalTime>
  <Words>418</Words>
  <Application>Microsoft Macintosh PowerPoint</Application>
  <PresentationFormat>On-screen Show (4:3)</PresentationFormat>
  <Paragraphs>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 Boardroom</vt:lpstr>
      <vt:lpstr>JavaScript Week 1: Syntax, Values, Variables &amp; Operators</vt:lpstr>
      <vt:lpstr>Course Overview &amp; What You'll Learn</vt:lpstr>
      <vt:lpstr>What is JavaScript?</vt:lpstr>
      <vt:lpstr>Syntax and Expressions</vt:lpstr>
      <vt:lpstr>Comments and Whitespace</vt:lpstr>
      <vt:lpstr>Live Demo: First Script</vt:lpstr>
      <vt:lpstr>What is a Value?</vt:lpstr>
      <vt:lpstr>Primitive Data Types</vt:lpstr>
      <vt:lpstr>typeof Operator</vt:lpstr>
      <vt:lpstr>Type Coercion</vt:lpstr>
      <vt:lpstr>Truthy and Falsy</vt:lpstr>
      <vt:lpstr>Declaring Variables</vt:lpstr>
      <vt:lpstr>Variable Scope</vt:lpstr>
      <vt:lpstr>Naming Conventions</vt:lpstr>
      <vt:lpstr>Live Demo: Variable Declarations</vt:lpstr>
      <vt:lpstr>Arithmetic Operators</vt:lpstr>
      <vt:lpstr>String Concatenation</vt:lpstr>
      <vt:lpstr>Comparison Operators</vt:lpstr>
      <vt:lpstr>Logical Operators</vt:lpstr>
      <vt:lpstr>Operator Precedence</vt:lpstr>
      <vt:lpstr>End of Week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Tarvin, David (drtarvin)</cp:lastModifiedBy>
  <cp:revision>3</cp:revision>
  <dcterms:created xsi:type="dcterms:W3CDTF">2013-01-27T09:14:16Z</dcterms:created>
  <dcterms:modified xsi:type="dcterms:W3CDTF">2025-10-02T11:08:28Z</dcterms:modified>
  <cp:category/>
</cp:coreProperties>
</file>